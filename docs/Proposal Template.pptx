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18.xml"/>
  <Override ContentType="application/vnd.openxmlformats-officedocument.presentationml.slideLayout+xml" PartName="/ppt/slideLayouts/slideLayout307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315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323.xml"/>
  <Override ContentType="application/vnd.openxmlformats-officedocument.presentationml.slideLayout+xml" PartName="/ppt/slideLayouts/slideLayout226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69.xml"/>
  <Override ContentType="application/vnd.openxmlformats-officedocument.presentationml.slideLayout+xml" PartName="/ppt/slideLayouts/slideLayout285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250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277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234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242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262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89.xml"/>
  <Override ContentType="application/vnd.openxmlformats-officedocument.presentationml.slideLayout+xml" PartName="/ppt/slideLayouts/slideLayout300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93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3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311.xml"/>
  <Override ContentType="application/vnd.openxmlformats-officedocument.presentationml.slideLayout+xml" PartName="/ppt/slideLayouts/slideLayout257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1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238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28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304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66.xml"/>
  <Override ContentType="application/vnd.openxmlformats-officedocument.presentationml.slideLayout+xml" PartName="/ppt/slideLayouts/slideLayout206.xml"/>
  <Override ContentType="application/vnd.openxmlformats-officedocument.presentationml.slideLayout+xml" PartName="/ppt/slideLayouts/slideLayout223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249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210.xml"/>
  <Override ContentType="application/vnd.openxmlformats-officedocument.presentationml.slideLayout+xml" PartName="/ppt/slideLayouts/slideLayout270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253.xml"/>
  <Override ContentType="application/vnd.openxmlformats-officedocument.presentationml.slideLayout+xml" PartName="/ppt/slideLayouts/slideLayout296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278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235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21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17.xml"/>
  <Override ContentType="application/vnd.openxmlformats-officedocument.presentationml.slideLayout+xml" PartName="/ppt/slideLayouts/slideLayout308.xml"/>
  <Override ContentType="application/vnd.openxmlformats-officedocument.presentationml.slideLayout+xml" PartName="/ppt/slideLayouts/slideLayout314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2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51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68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94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3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288.xml"/>
  <Override ContentType="application/vnd.openxmlformats-officedocument.presentationml.slideLayout+xml" PartName="/ppt/slideLayouts/slideLayout24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231.xml"/>
  <Override ContentType="application/vnd.openxmlformats-officedocument.presentationml.slideLayout+xml" PartName="/ppt/slideLayouts/slideLayout274.xml"/>
  <Override ContentType="application/vnd.openxmlformats-officedocument.presentationml.slideLayout+xml" PartName="/ppt/slideLayouts/slideLayout324.xml"/>
  <Override ContentType="application/vnd.openxmlformats-officedocument.presentationml.slideLayout+xml" PartName="/ppt/slideLayouts/slideLayout273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230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23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299.xml"/>
  <Override ContentType="application/vnd.openxmlformats-officedocument.presentationml.slideLayout+xml" PartName="/ppt/slideLayouts/slideLayout256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1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220.xml"/>
  <Override ContentType="application/vnd.openxmlformats-officedocument.presentationml.slideLayout+xml" PartName="/ppt/slideLayouts/slideLayout263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203.xml"/>
  <Override ContentType="application/vnd.openxmlformats-officedocument.presentationml.slideLayout+xml" PartName="/ppt/slideLayouts/slideLayout246.xml"/>
  <Override ContentType="application/vnd.openxmlformats-officedocument.presentationml.slideLayout+xml" PartName="/ppt/slideLayouts/slideLayout290.xml"/>
  <Override ContentType="application/vnd.openxmlformats-officedocument.presentationml.slideLayout+xml" PartName="/ppt/slideLayouts/slideLayout229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224.xml"/>
  <Override ContentType="application/vnd.openxmlformats-officedocument.presentationml.slideLayout+xml" PartName="/ppt/slideLayouts/slideLayout267.xml"/>
  <Override ContentType="application/vnd.openxmlformats-officedocument.presentationml.slideLayout+xml" PartName="/ppt/slideLayouts/slideLayout284.xml"/>
  <Override ContentType="application/vnd.openxmlformats-officedocument.presentationml.slideLayout+xml" PartName="/ppt/slideLayouts/slideLayout207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241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30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320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260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252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95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305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216.xml"/>
  <Override ContentType="application/vnd.openxmlformats-officedocument.presentationml.slideLayout+xml" PartName="/ppt/slideLayouts/slideLayout309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59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232.xml"/>
  <Override ContentType="application/vnd.openxmlformats-officedocument.presentationml.slideLayout+xml" PartName="/ppt/slideLayouts/slideLayout313.xml"/>
  <Override ContentType="application/vnd.openxmlformats-officedocument.presentationml.slideLayout+xml" PartName="/ppt/slideLayouts/slideLayout275.xml"/>
  <Override ContentType="application/vnd.openxmlformats-officedocument.presentationml.slideLayout+xml" PartName="/ppt/slideLayouts/slideLayout20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22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280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291.xml"/>
  <Override ContentType="application/vnd.openxmlformats-officedocument.presentationml.slideLayout+xml" PartName="/ppt/slideLayouts/slideLayout325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287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44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302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221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310.xml"/>
  <Override ContentType="application/vnd.openxmlformats-officedocument.presentationml.slideLayout+xml" PartName="/ppt/slideLayouts/slideLayout204.xml"/>
  <Override ContentType="application/vnd.openxmlformats-officedocument.presentationml.slideLayout+xml" PartName="/ppt/slideLayouts/slideLayout212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298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247.xml"/>
  <Override ContentType="application/vnd.openxmlformats-officedocument.presentationml.slideLayout+xml" PartName="/ppt/slideLayouts/slideLayout272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26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255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317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321.xml"/>
  <Override ContentType="application/vnd.openxmlformats-officedocument.presentationml.slideLayout+xml" PartName="/ppt/slideLayouts/slideLayout236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7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24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83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243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286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06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233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322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326.xml"/>
  <Override ContentType="application/vnd.openxmlformats-officedocument.presentationml.slideLayout+xml" PartName="/ppt/slideLayouts/slideLayout292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215.xml"/>
  <Override ContentType="application/vnd.openxmlformats-officedocument.presentationml.slideLayout+xml" PartName="/ppt/slideLayouts/slideLayout276.xml"/>
  <Override ContentType="application/vnd.openxmlformats-officedocument.presentationml.slideLayout+xml" PartName="/ppt/slideLayouts/slideLayout25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261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312.xml"/>
  <Override ContentType="application/vnd.openxmlformats-officedocument.presentationml.slideLayout+xml" PartName="/ppt/slideLayouts/slideLayout209.xml"/>
  <Override ContentType="application/vnd.openxmlformats-officedocument.presentationml.slideLayout+xml" PartName="/ppt/slideLayouts/slideLayout227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248.xml"/>
  <Override ContentType="application/vnd.openxmlformats-officedocument.presentationml.slideLayout+xml" PartName="/ppt/slideLayouts/slideLayout205.xml"/>
  <Override ContentType="application/vnd.openxmlformats-officedocument.presentationml.slideLayout+xml" PartName="/ppt/slideLayouts/slideLayout222.xml"/>
  <Override ContentType="application/vnd.openxmlformats-officedocument.presentationml.slideLayout+xml" PartName="/ppt/slideLayouts/slideLayout282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265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327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301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297.xml"/>
  <Override ContentType="application/vnd.openxmlformats-officedocument.presentationml.slideLayout+xml" PartName="/ppt/slideLayouts/slideLayout211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237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271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254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316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975" r:id="rId5"/>
    <p:sldMasterId id="2147483976" r:id="rId6"/>
    <p:sldMasterId id="2147483977" r:id="rId7"/>
    <p:sldMasterId id="2147483978" r:id="rId8"/>
    <p:sldMasterId id="2147483979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</p:sldIdLst>
  <p:sldSz cy="5143500" cx="9144000"/>
  <p:notesSz cx="6858000" cy="9144000"/>
  <p:embeddedFontLst>
    <p:embeddedFont>
      <p:font typeface="Nunito"/>
      <p:regular r:id="rId32"/>
      <p:bold r:id="rId33"/>
      <p:italic r:id="rId34"/>
      <p:boldItalic r:id="rId35"/>
    </p:embeddedFont>
    <p:embeddedFont>
      <p:font typeface="Montserrat Light"/>
      <p:regular r:id="rId36"/>
      <p:bold r:id="rId37"/>
      <p:italic r:id="rId38"/>
      <p:boldItalic r:id="rId39"/>
    </p:embeddedFont>
    <p:embeddedFont>
      <p:font typeface="Plus Jakarta Sans Medium"/>
      <p:regular r:id="rId40"/>
      <p:bold r:id="rId41"/>
      <p:italic r:id="rId42"/>
      <p:boldItalic r:id="rId43"/>
    </p:embeddedFont>
    <p:embeddedFont>
      <p:font typeface="Libre Franklin Medium"/>
      <p:regular r:id="rId44"/>
      <p:bold r:id="rId45"/>
      <p:italic r:id="rId46"/>
      <p:boldItalic r:id="rId47"/>
    </p:embeddedFont>
    <p:embeddedFont>
      <p:font typeface="Century Gothic"/>
      <p:regular r:id="rId48"/>
      <p:bold r:id="rId49"/>
      <p:italic r:id="rId50"/>
      <p:boldItalic r:id="rId51"/>
    </p:embeddedFont>
    <p:embeddedFont>
      <p:font typeface="Carme"/>
      <p:regular r:id="rId52"/>
    </p:embeddedFont>
    <p:embeddedFont>
      <p:font typeface="Montserrat SemiBold"/>
      <p:regular r:id="rId53"/>
      <p:bold r:id="rId54"/>
      <p:italic r:id="rId55"/>
      <p:boldItalic r:id="rId56"/>
    </p:embeddedFont>
    <p:embeddedFont>
      <p:font typeface="Plus Jakarta Sans ExtraBold"/>
      <p:bold r:id="rId57"/>
      <p:boldItalic r:id="rId58"/>
    </p:embeddedFont>
    <p:embeddedFont>
      <p:font typeface="Roboto"/>
      <p:regular r:id="rId59"/>
      <p:bold r:id="rId60"/>
      <p:italic r:id="rId61"/>
      <p:boldItalic r:id="rId62"/>
    </p:embeddedFont>
    <p:embeddedFont>
      <p:font typeface="Plus Jakarta Sans"/>
      <p:regular r:id="rId63"/>
      <p:bold r:id="rId64"/>
      <p:italic r:id="rId65"/>
      <p:boldItalic r:id="rId66"/>
    </p:embeddedFont>
    <p:embeddedFont>
      <p:font typeface="Montserrat"/>
      <p:regular r:id="rId67"/>
      <p:bold r:id="rId68"/>
      <p:italic r:id="rId69"/>
      <p:boldItalic r:id="rId70"/>
    </p:embeddedFont>
    <p:embeddedFont>
      <p:font typeface="Lato"/>
      <p:regular r:id="rId71"/>
      <p:bold r:id="rId72"/>
      <p:italic r:id="rId73"/>
      <p:boldItalic r:id="rId74"/>
    </p:embeddedFont>
    <p:embeddedFont>
      <p:font typeface="Google Sans"/>
      <p:regular r:id="rId75"/>
      <p:bold r:id="rId76"/>
      <p:italic r:id="rId77"/>
      <p:boldItalic r:id="rId78"/>
    </p:embeddedFont>
    <p:embeddedFont>
      <p:font typeface="Plus Jakarta Sans SemiBold"/>
      <p:regular r:id="rId79"/>
      <p:bold r:id="rId80"/>
      <p:italic r:id="rId81"/>
      <p:boldItalic r:id="rId82"/>
    </p:embeddedFont>
    <p:embeddedFont>
      <p:font typeface="Plus Jakarta Sans Light"/>
      <p:regular r:id="rId83"/>
      <p:bold r:id="rId84"/>
      <p:italic r:id="rId85"/>
      <p:boldItalic r:id="rId86"/>
    </p:embeddedFont>
    <p:embeddedFont>
      <p:font typeface="Nunito ExtraBold"/>
      <p:bold r:id="rId87"/>
      <p:boldItalic r:id="rId88"/>
    </p:embeddedFont>
    <p:embeddedFont>
      <p:font typeface="DM Sans"/>
      <p:regular r:id="rId89"/>
      <p:bold r:id="rId90"/>
      <p:italic r:id="rId91"/>
      <p:boldItalic r:id="rId92"/>
    </p:embeddedFont>
    <p:embeddedFont>
      <p:font typeface="Open Sans"/>
      <p:regular r:id="rId93"/>
      <p:bold r:id="rId94"/>
      <p:italic r:id="rId95"/>
      <p:boldItalic r:id="rId9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31">
          <p15:clr>
            <a:srgbClr val="747775"/>
          </p15:clr>
        </p15:guide>
        <p15:guide id="2" pos="5424">
          <p15:clr>
            <a:srgbClr val="747775"/>
          </p15:clr>
        </p15:guide>
        <p15:guide id="3" orient="horz" pos="225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3A0997-6323-4278-BD82-C2A74B1DFADB}">
  <a:tblStyle styleId="{613A0997-6323-4278-BD82-C2A74B1DFAD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3453C69-558F-42BC-B4CA-FD2DB228F3E4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5403CB7-FE1B-4E7D-80C6-C169C7E6A6AB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31" orient="horz"/>
        <p:guide pos="5424"/>
        <p:guide pos="225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usJakartaSansMedium-regular.fntdata"/><Relationship Id="rId84" Type="http://schemas.openxmlformats.org/officeDocument/2006/relationships/font" Target="fonts/PlusJakartaSansLight-bold.fntdata"/><Relationship Id="rId83" Type="http://schemas.openxmlformats.org/officeDocument/2006/relationships/font" Target="fonts/PlusJakartaSansLight-regular.fntdata"/><Relationship Id="rId42" Type="http://schemas.openxmlformats.org/officeDocument/2006/relationships/font" Target="fonts/PlusJakartaSansMedium-italic.fntdata"/><Relationship Id="rId86" Type="http://schemas.openxmlformats.org/officeDocument/2006/relationships/font" Target="fonts/PlusJakartaSansLight-boldItalic.fntdata"/><Relationship Id="rId41" Type="http://schemas.openxmlformats.org/officeDocument/2006/relationships/font" Target="fonts/PlusJakartaSansMedium-bold.fntdata"/><Relationship Id="rId85" Type="http://schemas.openxmlformats.org/officeDocument/2006/relationships/font" Target="fonts/PlusJakartaSansLight-italic.fntdata"/><Relationship Id="rId44" Type="http://schemas.openxmlformats.org/officeDocument/2006/relationships/font" Target="fonts/LibreFranklinMedium-regular.fntdata"/><Relationship Id="rId88" Type="http://schemas.openxmlformats.org/officeDocument/2006/relationships/font" Target="fonts/NunitoExtraBold-boldItalic.fntdata"/><Relationship Id="rId43" Type="http://schemas.openxmlformats.org/officeDocument/2006/relationships/font" Target="fonts/PlusJakartaSansMedium-boldItalic.fntdata"/><Relationship Id="rId87" Type="http://schemas.openxmlformats.org/officeDocument/2006/relationships/font" Target="fonts/NunitoExtraBold-bold.fntdata"/><Relationship Id="rId46" Type="http://schemas.openxmlformats.org/officeDocument/2006/relationships/font" Target="fonts/LibreFranklinMedium-italic.fntdata"/><Relationship Id="rId45" Type="http://schemas.openxmlformats.org/officeDocument/2006/relationships/font" Target="fonts/LibreFranklinMedium-bold.fntdata"/><Relationship Id="rId89" Type="http://schemas.openxmlformats.org/officeDocument/2006/relationships/font" Target="fonts/DMSans-regular.fntdata"/><Relationship Id="rId80" Type="http://schemas.openxmlformats.org/officeDocument/2006/relationships/font" Target="fonts/PlusJakartaSansSemiBold-bold.fntdata"/><Relationship Id="rId82" Type="http://schemas.openxmlformats.org/officeDocument/2006/relationships/font" Target="fonts/PlusJakartaSansSemiBold-boldItalic.fntdata"/><Relationship Id="rId81" Type="http://schemas.openxmlformats.org/officeDocument/2006/relationships/font" Target="fonts/PlusJakartaSansSemiBold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48" Type="http://schemas.openxmlformats.org/officeDocument/2006/relationships/font" Target="fonts/CenturyGothic-regular.fntdata"/><Relationship Id="rId47" Type="http://schemas.openxmlformats.org/officeDocument/2006/relationships/font" Target="fonts/LibreFranklinMedium-boldItalic.fntdata"/><Relationship Id="rId49" Type="http://schemas.openxmlformats.org/officeDocument/2006/relationships/font" Target="fonts/CenturyGothic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73" Type="http://schemas.openxmlformats.org/officeDocument/2006/relationships/font" Target="fonts/Lato-italic.fntdata"/><Relationship Id="rId72" Type="http://schemas.openxmlformats.org/officeDocument/2006/relationships/font" Target="fonts/Lato-bold.fntdata"/><Relationship Id="rId31" Type="http://schemas.openxmlformats.org/officeDocument/2006/relationships/slide" Target="slides/slide21.xml"/><Relationship Id="rId75" Type="http://schemas.openxmlformats.org/officeDocument/2006/relationships/font" Target="fonts/GoogleSans-regular.fntdata"/><Relationship Id="rId30" Type="http://schemas.openxmlformats.org/officeDocument/2006/relationships/slide" Target="slides/slide20.xml"/><Relationship Id="rId74" Type="http://schemas.openxmlformats.org/officeDocument/2006/relationships/font" Target="fonts/Lato-boldItalic.fntdata"/><Relationship Id="rId33" Type="http://schemas.openxmlformats.org/officeDocument/2006/relationships/font" Target="fonts/Nunito-bold.fntdata"/><Relationship Id="rId77" Type="http://schemas.openxmlformats.org/officeDocument/2006/relationships/font" Target="fonts/GoogleSans-italic.fntdata"/><Relationship Id="rId32" Type="http://schemas.openxmlformats.org/officeDocument/2006/relationships/font" Target="fonts/Nunito-regular.fntdata"/><Relationship Id="rId76" Type="http://schemas.openxmlformats.org/officeDocument/2006/relationships/font" Target="fonts/GoogleSans-bold.fntdata"/><Relationship Id="rId35" Type="http://schemas.openxmlformats.org/officeDocument/2006/relationships/font" Target="fonts/Nunito-boldItalic.fntdata"/><Relationship Id="rId79" Type="http://schemas.openxmlformats.org/officeDocument/2006/relationships/font" Target="fonts/PlusJakartaSansSemiBold-regular.fntdata"/><Relationship Id="rId34" Type="http://schemas.openxmlformats.org/officeDocument/2006/relationships/font" Target="fonts/Nunito-italic.fntdata"/><Relationship Id="rId78" Type="http://schemas.openxmlformats.org/officeDocument/2006/relationships/font" Target="fonts/GoogleSans-boldItalic.fntdata"/><Relationship Id="rId71" Type="http://schemas.openxmlformats.org/officeDocument/2006/relationships/font" Target="fonts/Lato-regular.fntdata"/><Relationship Id="rId70" Type="http://schemas.openxmlformats.org/officeDocument/2006/relationships/font" Target="fonts/Montserrat-boldItalic.fntdata"/><Relationship Id="rId37" Type="http://schemas.openxmlformats.org/officeDocument/2006/relationships/font" Target="fonts/MontserratLight-bold.fntdata"/><Relationship Id="rId36" Type="http://schemas.openxmlformats.org/officeDocument/2006/relationships/font" Target="fonts/MontserratLight-regular.fntdata"/><Relationship Id="rId39" Type="http://schemas.openxmlformats.org/officeDocument/2006/relationships/font" Target="fonts/MontserratLight-boldItalic.fntdata"/><Relationship Id="rId38" Type="http://schemas.openxmlformats.org/officeDocument/2006/relationships/font" Target="fonts/MontserratLight-italic.fntdata"/><Relationship Id="rId62" Type="http://schemas.openxmlformats.org/officeDocument/2006/relationships/font" Target="fonts/Roboto-boldItalic.fntdata"/><Relationship Id="rId61" Type="http://schemas.openxmlformats.org/officeDocument/2006/relationships/font" Target="fonts/Roboto-italic.fntdata"/><Relationship Id="rId20" Type="http://schemas.openxmlformats.org/officeDocument/2006/relationships/slide" Target="slides/slide10.xml"/><Relationship Id="rId64" Type="http://schemas.openxmlformats.org/officeDocument/2006/relationships/font" Target="fonts/PlusJakartaSans-bold.fntdata"/><Relationship Id="rId63" Type="http://schemas.openxmlformats.org/officeDocument/2006/relationships/font" Target="fonts/PlusJakartaSans-regular.fntdata"/><Relationship Id="rId22" Type="http://schemas.openxmlformats.org/officeDocument/2006/relationships/slide" Target="slides/slide12.xml"/><Relationship Id="rId66" Type="http://schemas.openxmlformats.org/officeDocument/2006/relationships/font" Target="fonts/PlusJakartaSans-boldItalic.fntdata"/><Relationship Id="rId21" Type="http://schemas.openxmlformats.org/officeDocument/2006/relationships/slide" Target="slides/slide11.xml"/><Relationship Id="rId65" Type="http://schemas.openxmlformats.org/officeDocument/2006/relationships/font" Target="fonts/PlusJakartaSans-italic.fntdata"/><Relationship Id="rId24" Type="http://schemas.openxmlformats.org/officeDocument/2006/relationships/slide" Target="slides/slide14.xml"/><Relationship Id="rId68" Type="http://schemas.openxmlformats.org/officeDocument/2006/relationships/font" Target="fonts/Montserrat-bold.fntdata"/><Relationship Id="rId23" Type="http://schemas.openxmlformats.org/officeDocument/2006/relationships/slide" Target="slides/slide13.xml"/><Relationship Id="rId67" Type="http://schemas.openxmlformats.org/officeDocument/2006/relationships/font" Target="fonts/Montserrat-regular.fntdata"/><Relationship Id="rId60" Type="http://schemas.openxmlformats.org/officeDocument/2006/relationships/font" Target="fonts/Roboto-bold.fntdata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69" Type="http://schemas.openxmlformats.org/officeDocument/2006/relationships/font" Target="fonts/Montserrat-italic.fntdata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9" Type="http://schemas.openxmlformats.org/officeDocument/2006/relationships/slide" Target="slides/slide19.xml"/><Relationship Id="rId51" Type="http://schemas.openxmlformats.org/officeDocument/2006/relationships/font" Target="fonts/CenturyGothic-boldItalic.fntdata"/><Relationship Id="rId95" Type="http://schemas.openxmlformats.org/officeDocument/2006/relationships/font" Target="fonts/OpenSans-italic.fntdata"/><Relationship Id="rId50" Type="http://schemas.openxmlformats.org/officeDocument/2006/relationships/font" Target="fonts/CenturyGothic-italic.fntdata"/><Relationship Id="rId94" Type="http://schemas.openxmlformats.org/officeDocument/2006/relationships/font" Target="fonts/OpenSans-bold.fntdata"/><Relationship Id="rId53" Type="http://schemas.openxmlformats.org/officeDocument/2006/relationships/font" Target="fonts/MontserratSemiBold-regular.fntdata"/><Relationship Id="rId52" Type="http://schemas.openxmlformats.org/officeDocument/2006/relationships/font" Target="fonts/Carme-regular.fntdata"/><Relationship Id="rId96" Type="http://schemas.openxmlformats.org/officeDocument/2006/relationships/font" Target="fonts/OpenSans-boldItalic.fntdata"/><Relationship Id="rId11" Type="http://schemas.openxmlformats.org/officeDocument/2006/relationships/slide" Target="slides/slide1.xml"/><Relationship Id="rId55" Type="http://schemas.openxmlformats.org/officeDocument/2006/relationships/font" Target="fonts/MontserratSemiBold-italic.fntdata"/><Relationship Id="rId10" Type="http://schemas.openxmlformats.org/officeDocument/2006/relationships/notesMaster" Target="notesMasters/notesMaster1.xml"/><Relationship Id="rId54" Type="http://schemas.openxmlformats.org/officeDocument/2006/relationships/font" Target="fonts/MontserratSemiBold-bold.fntdata"/><Relationship Id="rId13" Type="http://schemas.openxmlformats.org/officeDocument/2006/relationships/slide" Target="slides/slide3.xml"/><Relationship Id="rId57" Type="http://schemas.openxmlformats.org/officeDocument/2006/relationships/font" Target="fonts/PlusJakartaSansExtraBold-bold.fntdata"/><Relationship Id="rId12" Type="http://schemas.openxmlformats.org/officeDocument/2006/relationships/slide" Target="slides/slide2.xml"/><Relationship Id="rId56" Type="http://schemas.openxmlformats.org/officeDocument/2006/relationships/font" Target="fonts/MontserratSemiBold-boldItalic.fntdata"/><Relationship Id="rId91" Type="http://schemas.openxmlformats.org/officeDocument/2006/relationships/font" Target="fonts/DMSans-italic.fntdata"/><Relationship Id="rId90" Type="http://schemas.openxmlformats.org/officeDocument/2006/relationships/font" Target="fonts/DMSans-bold.fntdata"/><Relationship Id="rId93" Type="http://schemas.openxmlformats.org/officeDocument/2006/relationships/font" Target="fonts/OpenSans-regular.fntdata"/><Relationship Id="rId92" Type="http://schemas.openxmlformats.org/officeDocument/2006/relationships/font" Target="fonts/DMSans-boldItalic.fntdata"/><Relationship Id="rId15" Type="http://schemas.openxmlformats.org/officeDocument/2006/relationships/slide" Target="slides/slide5.xml"/><Relationship Id="rId59" Type="http://schemas.openxmlformats.org/officeDocument/2006/relationships/font" Target="fonts/Roboto-regular.fntdata"/><Relationship Id="rId14" Type="http://schemas.openxmlformats.org/officeDocument/2006/relationships/slide" Target="slides/slide4.xml"/><Relationship Id="rId58" Type="http://schemas.openxmlformats.org/officeDocument/2006/relationships/font" Target="fonts/PlusJakartaSansExtraBold-boldItalic.fntdata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5" name="Shape 2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6" name="Google Shape;2986;g2fb8542b008_0_1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7" name="Google Shape;2987;g2fb8542b008_0_1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7" name="Shape 2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8" name="Google Shape;2998;g367428f0da6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9" name="Google Shape;2999;g367428f0da6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4" name="Shape 3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5" name="Google Shape;3085;g33f5bb1db25_0_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6" name="Google Shape;3086;g33f5bb1db25_0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6" name="Shape 3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7" name="Google Shape;3127;g367428f0da6_0_10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8" name="Google Shape;3128;g367428f0da6_0_10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2" name="Shape 3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3" name="Google Shape;3163;g33f5bb1db25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4" name="Google Shape;3164;g33f5bb1db25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2" name="Shape 3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3" name="Google Shape;3203;g367428f0da6_0_2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4" name="Google Shape;3204;g367428f0da6_0_2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4" name="Shape 3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g35e759b99a5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6" name="Google Shape;3246;g35e759b99a5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3" name="Shape 3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4" name="Google Shape;3254;g35e759b99a5_0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5" name="Google Shape;3255;g35e759b99a5_0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2" name="Shape 3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3" name="Google Shape;3263;g320373c2c1b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4" name="Google Shape;3264;g320373c2c1b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8" name="Shape 3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9" name="Google Shape;3269;g31fe3bf8c4f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0" name="Google Shape;3270;g31fe3bf8c4f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5" name="Shape 3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" name="Google Shape;3276;g31fe3bf8c4f_0_6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7" name="Google Shape;3277;g31fe3bf8c4f_0_6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6" name="Shape 3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" name="Google Shape;3287;g31fe3bf8c4f_0_6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8" name="Google Shape;3288;g31fe3bf8c4f_0_6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8" name="Shape 3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9" name="Google Shape;3429;g31fe3bf8c4f_0_6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0" name="Google Shape;3430;g31fe3bf8c4f_0_6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4" name="Shape 3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5" name="Google Shape;3445;g31fe3bf8c4f_0_6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6" name="Google Shape;3446;g31fe3bf8c4f_0_6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5" name="Shape 3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6" name="Google Shape;3466;g31fe3bf8c4f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7" name="Google Shape;3467;g31fe3bf8c4f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7" name="Shape 3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8" name="Google Shape;3478;g3215a44ff09_0_0:notes"/>
          <p:cNvSpPr/>
          <p:nvPr>
            <p:ph idx="2" type="sldImg"/>
          </p:nvPr>
        </p:nvSpPr>
        <p:spPr>
          <a:xfrm>
            <a:off x="2143125" y="685800"/>
            <a:ext cx="25719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9" name="Google Shape;3479;g3215a44ff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0" name="Google Shape;3480;g3215a44ff09_0_0:notes"/>
          <p:cNvSpPr txBox="1"/>
          <p:nvPr>
            <p:ph idx="12" type="sldNum"/>
          </p:nvPr>
        </p:nvSpPr>
        <p:spPr>
          <a:xfrm>
            <a:off x="3884414" y="868468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6" name="Shape 3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7" name="Google Shape;3487;g31fe3bf8c4f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8" name="Google Shape;3488;g31fe3bf8c4f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6" name="Shape 3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7" name="Google Shape;3547;g325f63c2182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8" name="Google Shape;3548;g325f63c218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2" name="Shape 3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" name="Google Shape;3553;g3009a53363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4" name="Google Shape;3554;g3009a53363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8" name="Shape 3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9" name="Google Shape;3559;g325f63c218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0" name="Google Shape;3560;g325f63c218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4" name="Shape 3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5" name="Google Shape;3565;g325f63c2182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6" name="Google Shape;3566;g325f63c2182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6.png"/><Relationship Id="rId4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2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9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0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5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9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5.png"/><Relationship Id="rId4" Type="http://schemas.openxmlformats.org/officeDocument/2006/relationships/image" Target="../media/image1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1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8.png"/><Relationship Id="rId4" Type="http://schemas.openxmlformats.org/officeDocument/2006/relationships/image" Target="../media/image27.png"/><Relationship Id="rId5" Type="http://schemas.openxmlformats.org/officeDocument/2006/relationships/image" Target="../media/image12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1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4.png"/><Relationship Id="rId4" Type="http://schemas.openxmlformats.org/officeDocument/2006/relationships/image" Target="../media/image1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6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6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9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26.png"/><Relationship Id="rId4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29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9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20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53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9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25.png"/><Relationship Id="rId4" Type="http://schemas.openxmlformats.org/officeDocument/2006/relationships/image" Target="../media/image12.png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12.pn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18.png"/><Relationship Id="rId4" Type="http://schemas.openxmlformats.org/officeDocument/2006/relationships/image" Target="../media/image27.png"/><Relationship Id="rId5" Type="http://schemas.openxmlformats.org/officeDocument/2006/relationships/image" Target="../media/image12.png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2.png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2.png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12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24.png"/><Relationship Id="rId4" Type="http://schemas.openxmlformats.org/officeDocument/2006/relationships/image" Target="../media/image12.png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6.png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5.png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Relationship Id="rId3" Type="http://schemas.openxmlformats.org/officeDocument/2006/relationships/image" Target="../media/image9.png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jpg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jpg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Relationship Id="rId3" Type="http://schemas.openxmlformats.org/officeDocument/2006/relationships/image" Target="../media/image9.png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Relationship Id="rId3" Type="http://schemas.openxmlformats.org/officeDocument/2006/relationships/image" Target="../media/image9.png"/></Relationships>
</file>

<file path=ppt/slideLayouts/_rels/slideLayout2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2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2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2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Relationship Id="rId3" Type="http://schemas.openxmlformats.org/officeDocument/2006/relationships/image" Target="../media/image25.png"/><Relationship Id="rId4" Type="http://schemas.openxmlformats.org/officeDocument/2006/relationships/image" Target="../media/image12.png"/></Relationships>
</file>

<file path=ppt/slideLayouts/_rels/slideLayout2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5.png"/><Relationship Id="rId3" Type="http://schemas.openxmlformats.org/officeDocument/2006/relationships/image" Target="../media/image12.png"/></Relationships>
</file>

<file path=ppt/slideLayouts/_rels/slideLayout2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2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2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Relationship Id="rId3" Type="http://schemas.openxmlformats.org/officeDocument/2006/relationships/image" Target="../media/image18.png"/><Relationship Id="rId4" Type="http://schemas.openxmlformats.org/officeDocument/2006/relationships/image" Target="../media/image27.png"/><Relationship Id="rId5" Type="http://schemas.openxmlformats.org/officeDocument/2006/relationships/image" Target="../media/image12.png"/></Relationships>
</file>

<file path=ppt/slideLayouts/_rels/slideLayout2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2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2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12.png"/></Relationships>
</file>

<file path=ppt/slideLayouts/_rels/slideLayout2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12.png"/></Relationships>
</file>

<file path=ppt/slideLayouts/_rels/slideLayout2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2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2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2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12.png"/></Relationships>
</file>

<file path=ppt/slideLayouts/_rels/slideLayout2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Relationship Id="rId3" Type="http://schemas.openxmlformats.org/officeDocument/2006/relationships/image" Target="../media/image24.png"/><Relationship Id="rId4" Type="http://schemas.openxmlformats.org/officeDocument/2006/relationships/image" Target="../media/image12.png"/></Relationships>
</file>

<file path=ppt/slideLayouts/_rels/slideLayout2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16.png"/></Relationships>
</file>

<file path=ppt/slideLayouts/_rels/slideLayout2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2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2.png"/><Relationship Id="rId3" Type="http://schemas.openxmlformats.org/officeDocument/2006/relationships/image" Target="../media/image113.png"/><Relationship Id="rId4" Type="http://schemas.openxmlformats.org/officeDocument/2006/relationships/image" Target="../media/image139.png"/></Relationships>
</file>

<file path=ppt/slideLayouts/_rels/slideLayout2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2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6.png"/></Relationships>
</file>

<file path=ppt/slideLayouts/_rels/slideLayout2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6.png"/></Relationships>
</file>

<file path=ppt/slideLayouts/_rels/slideLayout2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/Relationships>
</file>

<file path=ppt/slideLayouts/_rels/slideLayout2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Layouts/_rels/slideLayout2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4.png"/></Relationships>
</file>

<file path=ppt/slideLayouts/_rels/slideLayout2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/Relationships>
</file>

<file path=ppt/slideLayouts/_rels/slideLayout2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0.png"/></Relationships>
</file>

<file path=ppt/slideLayouts/_rels/slideLayout2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6.png"/></Relationships>
</file>

<file path=ppt/slideLayouts/_rels/slideLayout2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7.png"/></Relationships>
</file>

<file path=ppt/slideLayouts/_rels/slideLayout2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Relationship Id="rId3" Type="http://schemas.openxmlformats.org/officeDocument/2006/relationships/image" Target="../media/image16.png"/></Relationships>
</file>

<file path=ppt/slideLayouts/_rels/slideLayout2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6.png"/></Relationships>
</file>

<file path=ppt/slideLayouts/_rels/slideLayout2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/Relationships>
</file>

<file path=ppt/slideLayouts/_rels/slideLayout2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/Relationships>
</file>

<file path=ppt/slideLayouts/_rels/slideLayout2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/Relationships>
</file>

<file path=ppt/slideLayouts/_rels/slideLayout2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/Relationships>
</file>

<file path=ppt/slideLayouts/_rels/slideLayout2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/Relationships>
</file>

<file path=ppt/slideLayouts/_rels/slideLayout2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1.jpg"/></Relationships>
</file>

<file path=ppt/slideLayouts/_rels/slideLayout2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3.jpg"/></Relationships>
</file>

<file path=ppt/slideLayouts/_rels/slideLayout2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/Relationships>
</file>

<file path=ppt/slideLayouts/_rels/slideLayout2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/Relationships>
</file>

<file path=ppt/slideLayouts/_rels/slideLayout2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/Relationships>
</file>

<file path=ppt/slideLayouts/_rels/slideLayout2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/Relationships>
</file>

<file path=ppt/slideLayouts/_rels/slideLayout2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/Relationships>
</file>

<file path=ppt/slideLayouts/_rels/slideLayout2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/Relationships>
</file>

<file path=ppt/slideLayouts/_rels/slideLayout2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6.png"/><Relationship Id="rId3" Type="http://schemas.openxmlformats.org/officeDocument/2006/relationships/image" Target="../media/image9.png"/></Relationships>
</file>

<file path=ppt/slideLayouts/_rels/slideLayout2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6.png"/><Relationship Id="rId3" Type="http://schemas.openxmlformats.org/officeDocument/2006/relationships/image" Target="../media/image9.png"/></Relationships>
</file>

<file path=ppt/slideLayouts/_rels/slideLayout2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/Relationships>
</file>

<file path=ppt/slideLayouts/_rels/slideLayout2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/Relationships>
</file>

<file path=ppt/slideLayouts/_rels/slideLayout2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/Relationships>
</file>

<file path=ppt/slideLayouts/_rels/slideLayout2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9.png"/><Relationship Id="rId3" Type="http://schemas.openxmlformats.org/officeDocument/2006/relationships/image" Target="../media/image25.png"/><Relationship Id="rId4" Type="http://schemas.openxmlformats.org/officeDocument/2006/relationships/image" Target="../media/image12.png"/></Relationships>
</file>

<file path=ppt/slideLayouts/_rels/slideLayout2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5.png"/><Relationship Id="rId3" Type="http://schemas.openxmlformats.org/officeDocument/2006/relationships/image" Target="../media/image12.png"/></Relationships>
</file>

<file path=ppt/slideLayouts/_rels/slideLayout2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/Relationships>
</file>

<file path=ppt/slideLayouts/_rels/slideLayout2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/Relationships>
</file>

<file path=ppt/slideLayouts/_rels/slideLayout2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2.png"/><Relationship Id="rId3" Type="http://schemas.openxmlformats.org/officeDocument/2006/relationships/image" Target="../media/image18.png"/><Relationship Id="rId4" Type="http://schemas.openxmlformats.org/officeDocument/2006/relationships/image" Target="../media/image27.png"/><Relationship Id="rId5" Type="http://schemas.openxmlformats.org/officeDocument/2006/relationships/image" Target="../media/image12.png"/></Relationships>
</file>

<file path=ppt/slideLayouts/_rels/slideLayout2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/Relationships>
</file>

<file path=ppt/slideLayouts/_rels/slideLayout2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/Relationships>
</file>

<file path=ppt/slideLayouts/_rels/slideLayout2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Relationship Id="rId3" Type="http://schemas.openxmlformats.org/officeDocument/2006/relationships/image" Target="../media/image12.png"/></Relationships>
</file>

<file path=ppt/slideLayouts/_rels/slideLayout2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Relationship Id="rId3" Type="http://schemas.openxmlformats.org/officeDocument/2006/relationships/image" Target="../media/image12.png"/></Relationships>
</file>

<file path=ppt/slideLayouts/_rels/slideLayout2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/Relationships>
</file>

<file path=ppt/slideLayouts/_rels/slideLayout2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/Relationships>
</file>

<file path=ppt/slideLayouts/_rels/slideLayout2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/Relationships>
</file>

<file path=ppt/slideLayouts/_rels/slideLayout2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12.png"/></Relationships>
</file>

<file path=ppt/slideLayouts/_rels/slideLayout2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8.png"/><Relationship Id="rId3" Type="http://schemas.openxmlformats.org/officeDocument/2006/relationships/image" Target="../media/image24.png"/><Relationship Id="rId4" Type="http://schemas.openxmlformats.org/officeDocument/2006/relationships/image" Target="../media/image12.png"/></Relationships>
</file>

<file path=ppt/slideLayouts/_rels/slideLayout3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Relationship Id="rId3" Type="http://schemas.openxmlformats.org/officeDocument/2006/relationships/image" Target="../media/image16.png"/></Relationships>
</file>

<file path=ppt/slideLayouts/_rels/slideLayout3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4.png"/></Relationships>
</file>

<file path=ppt/slideLayouts/_rels/slideLayout3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6.png"/></Relationships>
</file>

<file path=ppt/slideLayouts/_rels/slideLayout3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6.png"/></Relationships>
</file>

<file path=ppt/slideLayouts/_rels/slideLayout3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6.png"/></Relationships>
</file>

<file path=ppt/slideLayouts/_rels/slideLayout3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6.png"/></Relationships>
</file>

<file path=ppt/slideLayouts/_rels/slideLayout3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6.png"/></Relationships>
</file>

<file path=ppt/slideLayouts/_rels/slideLayout3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6.png"/></Relationships>
</file>

<file path=ppt/slideLayouts/_rels/slideLayout3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6.png"/></Relationships>
</file>

<file path=ppt/slideLayouts/_rels/slideLayout3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6.png"/></Relationships>
</file>

<file path=ppt/slideLayouts/_rels/slideLayout3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6.png"/></Relationships>
</file>

<file path=ppt/slideLayouts/_rels/slideLayout3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6.png"/></Relationships>
</file>

<file path=ppt/slideLayouts/_rels/slideLayout3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6.png"/></Relationships>
</file>

<file path=ppt/slideLayouts/_rels/slideLayout3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6.png"/></Relationships>
</file>

<file path=ppt/slideLayouts/_rels/slideLayout3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6.png"/></Relationships>
</file>

<file path=ppt/slideLayouts/_rels/slideLayout3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6.png"/></Relationships>
</file>

<file path=ppt/slideLayouts/_rels/slideLayout3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6.png"/></Relationships>
</file>

<file path=ppt/slideLayouts/_rels/slideLayout3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6.png"/></Relationships>
</file>

<file path=ppt/slideLayouts/_rels/slideLayout3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6.png"/></Relationships>
</file>

<file path=ppt/slideLayouts/_rels/slideLayout3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6.png"/></Relationships>
</file>

<file path=ppt/slideLayouts/_rels/slideLayout3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5.png"/></Relationships>
</file>

<file path=ppt/slideLayouts/_rels/slideLayout3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6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21450" y="0"/>
            <a:ext cx="91869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2450" y="-180431"/>
            <a:ext cx="4246274" cy="487853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5324" y="795700"/>
            <a:ext cx="1250275" cy="125032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ctrTitle"/>
          </p:nvPr>
        </p:nvSpPr>
        <p:spPr>
          <a:xfrm>
            <a:off x="4453525" y="1831800"/>
            <a:ext cx="4378800" cy="135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Plus Jakarta Sans"/>
              <a:buNone/>
              <a:defRPr b="1" sz="4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453529" y="3190800"/>
            <a:ext cx="4378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None/>
              <a:defRPr b="1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 1">
  <p:cSld name="TITLE_4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249" y="605825"/>
            <a:ext cx="1250276" cy="125032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/>
          <p:nvPr/>
        </p:nvSpPr>
        <p:spPr>
          <a:xfrm>
            <a:off x="517925" y="1740100"/>
            <a:ext cx="3398700" cy="12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Title of Presentation</a:t>
            </a:r>
            <a:endParaRPr b="1" sz="40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560243" y="3164891"/>
            <a:ext cx="1698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Presenter Name(s)</a:t>
            </a:r>
            <a:endParaRPr b="0" i="0" sz="1100" u="none" cap="none" strike="noStrike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0" name="Google Shape;20;p3"/>
          <p:cNvSpPr/>
          <p:nvPr>
            <p:ph idx="2" type="pic"/>
          </p:nvPr>
        </p:nvSpPr>
        <p:spPr>
          <a:xfrm>
            <a:off x="457195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-14250" y="0"/>
            <a:ext cx="9172500" cy="51435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4"/>
          <p:cNvPicPr preferRelativeResize="0"/>
          <p:nvPr/>
        </p:nvPicPr>
        <p:blipFill rotWithShape="1">
          <a:blip r:embed="rId2">
            <a:alphaModFix/>
          </a:blip>
          <a:srcRect b="30205" l="0" r="0" t="28007"/>
          <a:stretch/>
        </p:blipFill>
        <p:spPr>
          <a:xfrm>
            <a:off x="287295" y="494624"/>
            <a:ext cx="1250276" cy="52247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/>
          <p:nvPr>
            <p:ph type="ctrTitle"/>
          </p:nvPr>
        </p:nvSpPr>
        <p:spPr>
          <a:xfrm>
            <a:off x="287300" y="1302125"/>
            <a:ext cx="5688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us Jakarta Sans ExtraBold"/>
              <a:buNone/>
              <a:defRPr sz="4000">
                <a:solidFill>
                  <a:schemeClr val="lt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" name="Google Shape;25;p4"/>
          <p:cNvSpPr txBox="1"/>
          <p:nvPr>
            <p:ph idx="1" type="subTitle"/>
          </p:nvPr>
        </p:nvSpPr>
        <p:spPr>
          <a:xfrm>
            <a:off x="287300" y="3354725"/>
            <a:ext cx="55881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"/>
              <a:buNone/>
              <a:defRPr b="1" sz="11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1">
  <p:cSld name="TITLE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0" y="3300"/>
            <a:ext cx="9144000" cy="5136900"/>
          </a:xfrm>
          <a:prstGeom prst="rect">
            <a:avLst/>
          </a:prstGeom>
          <a:solidFill>
            <a:srgbClr val="3049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5530544" y="3189924"/>
            <a:ext cx="284027" cy="219291"/>
          </a:xfrm>
          <a:custGeom>
            <a:rect b="b" l="l" r="r" t="t"/>
            <a:pathLst>
              <a:path extrusionOk="0" h="136" w="176">
                <a:moveTo>
                  <a:pt x="160" y="0"/>
                </a:moveTo>
                <a:cubicBezTo>
                  <a:pt x="48" y="0"/>
                  <a:pt x="48" y="0"/>
                  <a:pt x="48" y="0"/>
                </a:cubicBezTo>
                <a:cubicBezTo>
                  <a:pt x="39" y="0"/>
                  <a:pt x="32" y="7"/>
                  <a:pt x="32" y="16"/>
                </a:cubicBezTo>
                <a:cubicBezTo>
                  <a:pt x="32" y="20"/>
                  <a:pt x="32" y="20"/>
                  <a:pt x="32" y="20"/>
                </a:cubicBezTo>
                <a:cubicBezTo>
                  <a:pt x="32" y="22"/>
                  <a:pt x="34" y="24"/>
                  <a:pt x="36" y="24"/>
                </a:cubicBezTo>
                <a:cubicBezTo>
                  <a:pt x="38" y="24"/>
                  <a:pt x="40" y="22"/>
                  <a:pt x="40" y="20"/>
                </a:cubicBezTo>
                <a:cubicBezTo>
                  <a:pt x="40" y="16"/>
                  <a:pt x="40" y="16"/>
                  <a:pt x="40" y="16"/>
                </a:cubicBezTo>
                <a:cubicBezTo>
                  <a:pt x="40" y="12"/>
                  <a:pt x="44" y="8"/>
                  <a:pt x="48" y="8"/>
                </a:cubicBezTo>
                <a:cubicBezTo>
                  <a:pt x="160" y="8"/>
                  <a:pt x="160" y="8"/>
                  <a:pt x="160" y="8"/>
                </a:cubicBezTo>
                <a:cubicBezTo>
                  <a:pt x="164" y="8"/>
                  <a:pt x="168" y="12"/>
                  <a:pt x="168" y="16"/>
                </a:cubicBezTo>
                <a:cubicBezTo>
                  <a:pt x="168" y="88"/>
                  <a:pt x="168" y="88"/>
                  <a:pt x="168" y="88"/>
                </a:cubicBezTo>
                <a:cubicBezTo>
                  <a:pt x="168" y="92"/>
                  <a:pt x="164" y="96"/>
                  <a:pt x="160" y="96"/>
                </a:cubicBezTo>
                <a:cubicBezTo>
                  <a:pt x="156" y="96"/>
                  <a:pt x="156" y="96"/>
                  <a:pt x="156" y="96"/>
                </a:cubicBezTo>
                <a:cubicBezTo>
                  <a:pt x="154" y="96"/>
                  <a:pt x="152" y="98"/>
                  <a:pt x="152" y="100"/>
                </a:cubicBezTo>
                <a:cubicBezTo>
                  <a:pt x="152" y="102"/>
                  <a:pt x="154" y="104"/>
                  <a:pt x="156" y="104"/>
                </a:cubicBezTo>
                <a:cubicBezTo>
                  <a:pt x="160" y="104"/>
                  <a:pt x="160" y="104"/>
                  <a:pt x="160" y="104"/>
                </a:cubicBezTo>
                <a:cubicBezTo>
                  <a:pt x="169" y="104"/>
                  <a:pt x="176" y="97"/>
                  <a:pt x="176" y="88"/>
                </a:cubicBezTo>
                <a:cubicBezTo>
                  <a:pt x="176" y="16"/>
                  <a:pt x="176" y="16"/>
                  <a:pt x="176" y="16"/>
                </a:cubicBezTo>
                <a:cubicBezTo>
                  <a:pt x="176" y="7"/>
                  <a:pt x="169" y="0"/>
                  <a:pt x="160" y="0"/>
                </a:cubicBezTo>
                <a:moveTo>
                  <a:pt x="128" y="32"/>
                </a:moveTo>
                <a:cubicBezTo>
                  <a:pt x="16" y="32"/>
                  <a:pt x="16" y="32"/>
                  <a:pt x="16" y="32"/>
                </a:cubicBezTo>
                <a:cubicBezTo>
                  <a:pt x="7" y="32"/>
                  <a:pt x="0" y="39"/>
                  <a:pt x="0" y="48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9"/>
                  <a:pt x="7" y="136"/>
                  <a:pt x="16" y="136"/>
                </a:cubicBezTo>
                <a:cubicBezTo>
                  <a:pt x="128" y="136"/>
                  <a:pt x="128" y="136"/>
                  <a:pt x="128" y="136"/>
                </a:cubicBezTo>
                <a:cubicBezTo>
                  <a:pt x="137" y="136"/>
                  <a:pt x="144" y="129"/>
                  <a:pt x="144" y="120"/>
                </a:cubicBezTo>
                <a:cubicBezTo>
                  <a:pt x="144" y="48"/>
                  <a:pt x="144" y="48"/>
                  <a:pt x="144" y="48"/>
                </a:cubicBezTo>
                <a:cubicBezTo>
                  <a:pt x="144" y="39"/>
                  <a:pt x="137" y="32"/>
                  <a:pt x="128" y="32"/>
                </a:cubicBezTo>
                <a:moveTo>
                  <a:pt x="16" y="40"/>
                </a:moveTo>
                <a:cubicBezTo>
                  <a:pt x="128" y="40"/>
                  <a:pt x="128" y="40"/>
                  <a:pt x="128" y="40"/>
                </a:cubicBezTo>
                <a:cubicBezTo>
                  <a:pt x="130" y="40"/>
                  <a:pt x="132" y="41"/>
                  <a:pt x="133" y="42"/>
                </a:cubicBezTo>
                <a:cubicBezTo>
                  <a:pt x="77" y="98"/>
                  <a:pt x="77" y="98"/>
                  <a:pt x="77" y="98"/>
                </a:cubicBezTo>
                <a:cubicBezTo>
                  <a:pt x="76" y="99"/>
                  <a:pt x="74" y="100"/>
                  <a:pt x="72" y="100"/>
                </a:cubicBezTo>
                <a:cubicBezTo>
                  <a:pt x="70" y="100"/>
                  <a:pt x="68" y="99"/>
                  <a:pt x="67" y="98"/>
                </a:cubicBezTo>
                <a:cubicBezTo>
                  <a:pt x="11" y="42"/>
                  <a:pt x="11" y="42"/>
                  <a:pt x="11" y="42"/>
                </a:cubicBezTo>
                <a:cubicBezTo>
                  <a:pt x="12" y="41"/>
                  <a:pt x="14" y="40"/>
                  <a:pt x="16" y="40"/>
                </a:cubicBezTo>
                <a:moveTo>
                  <a:pt x="8" y="50"/>
                </a:moveTo>
                <a:cubicBezTo>
                  <a:pt x="42" y="84"/>
                  <a:pt x="42" y="84"/>
                  <a:pt x="42" y="84"/>
                </a:cubicBezTo>
                <a:cubicBezTo>
                  <a:pt x="8" y="118"/>
                  <a:pt x="8" y="118"/>
                  <a:pt x="8" y="118"/>
                </a:cubicBezTo>
                <a:lnTo>
                  <a:pt x="8" y="50"/>
                </a:lnTo>
                <a:close/>
                <a:moveTo>
                  <a:pt x="128" y="128"/>
                </a:moveTo>
                <a:cubicBezTo>
                  <a:pt x="16" y="128"/>
                  <a:pt x="16" y="128"/>
                  <a:pt x="16" y="128"/>
                </a:cubicBezTo>
                <a:cubicBezTo>
                  <a:pt x="14" y="128"/>
                  <a:pt x="12" y="127"/>
                  <a:pt x="11" y="126"/>
                </a:cubicBezTo>
                <a:cubicBezTo>
                  <a:pt x="47" y="90"/>
                  <a:pt x="47" y="90"/>
                  <a:pt x="47" y="90"/>
                </a:cubicBezTo>
                <a:cubicBezTo>
                  <a:pt x="61" y="103"/>
                  <a:pt x="61" y="103"/>
                  <a:pt x="61" y="103"/>
                </a:cubicBezTo>
                <a:cubicBezTo>
                  <a:pt x="64" y="106"/>
                  <a:pt x="68" y="108"/>
                  <a:pt x="72" y="108"/>
                </a:cubicBezTo>
                <a:cubicBezTo>
                  <a:pt x="76" y="108"/>
                  <a:pt x="80" y="106"/>
                  <a:pt x="83" y="103"/>
                </a:cubicBezTo>
                <a:cubicBezTo>
                  <a:pt x="97" y="90"/>
                  <a:pt x="97" y="90"/>
                  <a:pt x="97" y="90"/>
                </a:cubicBezTo>
                <a:cubicBezTo>
                  <a:pt x="133" y="126"/>
                  <a:pt x="133" y="126"/>
                  <a:pt x="133" y="126"/>
                </a:cubicBezTo>
                <a:cubicBezTo>
                  <a:pt x="132" y="127"/>
                  <a:pt x="130" y="128"/>
                  <a:pt x="128" y="128"/>
                </a:cubicBezTo>
                <a:moveTo>
                  <a:pt x="136" y="118"/>
                </a:moveTo>
                <a:cubicBezTo>
                  <a:pt x="102" y="84"/>
                  <a:pt x="102" y="84"/>
                  <a:pt x="102" y="84"/>
                </a:cubicBezTo>
                <a:cubicBezTo>
                  <a:pt x="136" y="50"/>
                  <a:pt x="136" y="50"/>
                  <a:pt x="136" y="50"/>
                </a:cubicBezTo>
                <a:lnTo>
                  <a:pt x="136" y="1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5536113" y="2468800"/>
            <a:ext cx="272890" cy="271540"/>
          </a:xfrm>
          <a:custGeom>
            <a:rect b="b" l="l" r="r" t="t"/>
            <a:pathLst>
              <a:path extrusionOk="0" h="176" w="176">
                <a:moveTo>
                  <a:pt x="96" y="8"/>
                </a:moveTo>
                <a:cubicBezTo>
                  <a:pt x="136" y="8"/>
                  <a:pt x="168" y="40"/>
                  <a:pt x="168" y="80"/>
                </a:cubicBezTo>
                <a:cubicBezTo>
                  <a:pt x="168" y="82"/>
                  <a:pt x="170" y="84"/>
                  <a:pt x="172" y="84"/>
                </a:cubicBezTo>
                <a:cubicBezTo>
                  <a:pt x="174" y="84"/>
                  <a:pt x="176" y="82"/>
                  <a:pt x="176" y="80"/>
                </a:cubicBezTo>
                <a:cubicBezTo>
                  <a:pt x="176" y="36"/>
                  <a:pt x="140" y="0"/>
                  <a:pt x="96" y="0"/>
                </a:cubicBezTo>
                <a:cubicBezTo>
                  <a:pt x="94" y="0"/>
                  <a:pt x="92" y="2"/>
                  <a:pt x="92" y="4"/>
                </a:cubicBezTo>
                <a:cubicBezTo>
                  <a:pt x="92" y="6"/>
                  <a:pt x="94" y="8"/>
                  <a:pt x="96" y="8"/>
                </a:cubicBezTo>
                <a:moveTo>
                  <a:pt x="96" y="48"/>
                </a:moveTo>
                <a:cubicBezTo>
                  <a:pt x="114" y="48"/>
                  <a:pt x="128" y="62"/>
                  <a:pt x="128" y="80"/>
                </a:cubicBezTo>
                <a:cubicBezTo>
                  <a:pt x="128" y="82"/>
                  <a:pt x="130" y="84"/>
                  <a:pt x="132" y="84"/>
                </a:cubicBezTo>
                <a:cubicBezTo>
                  <a:pt x="134" y="84"/>
                  <a:pt x="136" y="82"/>
                  <a:pt x="136" y="80"/>
                </a:cubicBezTo>
                <a:cubicBezTo>
                  <a:pt x="136" y="58"/>
                  <a:pt x="118" y="40"/>
                  <a:pt x="96" y="40"/>
                </a:cubicBezTo>
                <a:cubicBezTo>
                  <a:pt x="94" y="40"/>
                  <a:pt x="92" y="42"/>
                  <a:pt x="92" y="44"/>
                </a:cubicBezTo>
                <a:cubicBezTo>
                  <a:pt x="92" y="46"/>
                  <a:pt x="94" y="48"/>
                  <a:pt x="96" y="48"/>
                </a:cubicBezTo>
                <a:moveTo>
                  <a:pt x="96" y="88"/>
                </a:moveTo>
                <a:cubicBezTo>
                  <a:pt x="100" y="88"/>
                  <a:pt x="104" y="84"/>
                  <a:pt x="104" y="80"/>
                </a:cubicBezTo>
                <a:cubicBezTo>
                  <a:pt x="104" y="76"/>
                  <a:pt x="100" y="72"/>
                  <a:pt x="96" y="72"/>
                </a:cubicBezTo>
                <a:cubicBezTo>
                  <a:pt x="92" y="72"/>
                  <a:pt x="88" y="76"/>
                  <a:pt x="88" y="80"/>
                </a:cubicBezTo>
                <a:cubicBezTo>
                  <a:pt x="88" y="84"/>
                  <a:pt x="92" y="88"/>
                  <a:pt x="96" y="88"/>
                </a:cubicBezTo>
                <a:moveTo>
                  <a:pt x="176" y="140"/>
                </a:moveTo>
                <a:cubicBezTo>
                  <a:pt x="176" y="137"/>
                  <a:pt x="175" y="134"/>
                  <a:pt x="172" y="131"/>
                </a:cubicBezTo>
                <a:cubicBezTo>
                  <a:pt x="172" y="131"/>
                  <a:pt x="171" y="130"/>
                  <a:pt x="170" y="130"/>
                </a:cubicBezTo>
                <a:cubicBezTo>
                  <a:pt x="136" y="103"/>
                  <a:pt x="136" y="103"/>
                  <a:pt x="136" y="103"/>
                </a:cubicBezTo>
                <a:cubicBezTo>
                  <a:pt x="134" y="101"/>
                  <a:pt x="131" y="100"/>
                  <a:pt x="128" y="100"/>
                </a:cubicBezTo>
                <a:cubicBezTo>
                  <a:pt x="125" y="100"/>
                  <a:pt x="123" y="101"/>
                  <a:pt x="121" y="102"/>
                </a:cubicBezTo>
                <a:cubicBezTo>
                  <a:pt x="111" y="112"/>
                  <a:pt x="111" y="112"/>
                  <a:pt x="111" y="112"/>
                </a:cubicBezTo>
                <a:cubicBezTo>
                  <a:pt x="111" y="112"/>
                  <a:pt x="111" y="112"/>
                  <a:pt x="111" y="112"/>
                </a:cubicBezTo>
                <a:cubicBezTo>
                  <a:pt x="110" y="114"/>
                  <a:pt x="108" y="115"/>
                  <a:pt x="105" y="115"/>
                </a:cubicBezTo>
                <a:cubicBezTo>
                  <a:pt x="103" y="115"/>
                  <a:pt x="100" y="113"/>
                  <a:pt x="99" y="111"/>
                </a:cubicBezTo>
                <a:cubicBezTo>
                  <a:pt x="99" y="111"/>
                  <a:pt x="99" y="111"/>
                  <a:pt x="99" y="111"/>
                </a:cubicBezTo>
                <a:cubicBezTo>
                  <a:pt x="86" y="102"/>
                  <a:pt x="74" y="91"/>
                  <a:pt x="64" y="77"/>
                </a:cubicBezTo>
                <a:cubicBezTo>
                  <a:pt x="65" y="77"/>
                  <a:pt x="65" y="77"/>
                  <a:pt x="65" y="77"/>
                </a:cubicBezTo>
                <a:cubicBezTo>
                  <a:pt x="63" y="76"/>
                  <a:pt x="61" y="73"/>
                  <a:pt x="61" y="71"/>
                </a:cubicBezTo>
                <a:cubicBezTo>
                  <a:pt x="61" y="68"/>
                  <a:pt x="62" y="66"/>
                  <a:pt x="64" y="65"/>
                </a:cubicBezTo>
                <a:cubicBezTo>
                  <a:pt x="64" y="65"/>
                  <a:pt x="64" y="65"/>
                  <a:pt x="64" y="65"/>
                </a:cubicBezTo>
                <a:cubicBezTo>
                  <a:pt x="73" y="55"/>
                  <a:pt x="73" y="55"/>
                  <a:pt x="73" y="55"/>
                </a:cubicBezTo>
                <a:cubicBezTo>
                  <a:pt x="75" y="53"/>
                  <a:pt x="76" y="51"/>
                  <a:pt x="76" y="48"/>
                </a:cubicBezTo>
                <a:cubicBezTo>
                  <a:pt x="76" y="45"/>
                  <a:pt x="75" y="42"/>
                  <a:pt x="72" y="40"/>
                </a:cubicBezTo>
                <a:cubicBezTo>
                  <a:pt x="46" y="6"/>
                  <a:pt x="46" y="6"/>
                  <a:pt x="46" y="6"/>
                </a:cubicBezTo>
                <a:cubicBezTo>
                  <a:pt x="46" y="5"/>
                  <a:pt x="45" y="4"/>
                  <a:pt x="44" y="4"/>
                </a:cubicBezTo>
                <a:cubicBezTo>
                  <a:pt x="42" y="1"/>
                  <a:pt x="39" y="0"/>
                  <a:pt x="36" y="0"/>
                </a:cubicBezTo>
                <a:cubicBezTo>
                  <a:pt x="20" y="0"/>
                  <a:pt x="0" y="19"/>
                  <a:pt x="0" y="42"/>
                </a:cubicBezTo>
                <a:cubicBezTo>
                  <a:pt x="0" y="48"/>
                  <a:pt x="1" y="54"/>
                  <a:pt x="4" y="60"/>
                </a:cubicBezTo>
                <a:cubicBezTo>
                  <a:pt x="4" y="60"/>
                  <a:pt x="4" y="60"/>
                  <a:pt x="4" y="60"/>
                </a:cubicBezTo>
                <a:cubicBezTo>
                  <a:pt x="28" y="108"/>
                  <a:pt x="68" y="148"/>
                  <a:pt x="116" y="172"/>
                </a:cubicBezTo>
                <a:cubicBezTo>
                  <a:pt x="116" y="172"/>
                  <a:pt x="116" y="172"/>
                  <a:pt x="116" y="172"/>
                </a:cubicBezTo>
                <a:cubicBezTo>
                  <a:pt x="121" y="175"/>
                  <a:pt x="128" y="176"/>
                  <a:pt x="134" y="176"/>
                </a:cubicBezTo>
                <a:cubicBezTo>
                  <a:pt x="157" y="176"/>
                  <a:pt x="176" y="156"/>
                  <a:pt x="176" y="140"/>
                </a:cubicBezTo>
                <a:cubicBezTo>
                  <a:pt x="176" y="140"/>
                  <a:pt x="176" y="140"/>
                  <a:pt x="176" y="140"/>
                </a:cubicBezTo>
                <a:close/>
                <a:moveTo>
                  <a:pt x="134" y="168"/>
                </a:moveTo>
                <a:cubicBezTo>
                  <a:pt x="129" y="168"/>
                  <a:pt x="124" y="167"/>
                  <a:pt x="119" y="165"/>
                </a:cubicBezTo>
                <a:cubicBezTo>
                  <a:pt x="119" y="165"/>
                  <a:pt x="119" y="164"/>
                  <a:pt x="118" y="164"/>
                </a:cubicBezTo>
                <a:cubicBezTo>
                  <a:pt x="73" y="141"/>
                  <a:pt x="35" y="103"/>
                  <a:pt x="12" y="58"/>
                </a:cubicBezTo>
                <a:cubicBezTo>
                  <a:pt x="12" y="57"/>
                  <a:pt x="11" y="57"/>
                  <a:pt x="11" y="57"/>
                </a:cubicBezTo>
                <a:cubicBezTo>
                  <a:pt x="9" y="52"/>
                  <a:pt x="8" y="47"/>
                  <a:pt x="8" y="42"/>
                </a:cubicBezTo>
                <a:cubicBezTo>
                  <a:pt x="8" y="23"/>
                  <a:pt x="25" y="8"/>
                  <a:pt x="36" y="8"/>
                </a:cubicBezTo>
                <a:cubicBezTo>
                  <a:pt x="37" y="8"/>
                  <a:pt x="38" y="9"/>
                  <a:pt x="39" y="9"/>
                </a:cubicBezTo>
                <a:cubicBezTo>
                  <a:pt x="39" y="9"/>
                  <a:pt x="39" y="9"/>
                  <a:pt x="39" y="10"/>
                </a:cubicBezTo>
                <a:cubicBezTo>
                  <a:pt x="39" y="10"/>
                  <a:pt x="40" y="10"/>
                  <a:pt x="40" y="11"/>
                </a:cubicBezTo>
                <a:cubicBezTo>
                  <a:pt x="66" y="44"/>
                  <a:pt x="66" y="44"/>
                  <a:pt x="66" y="44"/>
                </a:cubicBezTo>
                <a:cubicBezTo>
                  <a:pt x="66" y="45"/>
                  <a:pt x="67" y="45"/>
                  <a:pt x="67" y="45"/>
                </a:cubicBezTo>
                <a:cubicBezTo>
                  <a:pt x="67" y="46"/>
                  <a:pt x="68" y="47"/>
                  <a:pt x="68" y="48"/>
                </a:cubicBezTo>
                <a:cubicBezTo>
                  <a:pt x="68" y="49"/>
                  <a:pt x="68" y="49"/>
                  <a:pt x="67" y="50"/>
                </a:cubicBezTo>
                <a:cubicBezTo>
                  <a:pt x="58" y="59"/>
                  <a:pt x="58" y="59"/>
                  <a:pt x="58" y="59"/>
                </a:cubicBezTo>
                <a:cubicBezTo>
                  <a:pt x="58" y="59"/>
                  <a:pt x="58" y="59"/>
                  <a:pt x="58" y="59"/>
                </a:cubicBezTo>
                <a:cubicBezTo>
                  <a:pt x="55" y="62"/>
                  <a:pt x="53" y="66"/>
                  <a:pt x="53" y="71"/>
                </a:cubicBezTo>
                <a:cubicBezTo>
                  <a:pt x="53" y="75"/>
                  <a:pt x="55" y="79"/>
                  <a:pt x="58" y="82"/>
                </a:cubicBezTo>
                <a:cubicBezTo>
                  <a:pt x="58" y="82"/>
                  <a:pt x="58" y="82"/>
                  <a:pt x="58" y="82"/>
                </a:cubicBezTo>
                <a:cubicBezTo>
                  <a:pt x="68" y="96"/>
                  <a:pt x="80" y="108"/>
                  <a:pt x="94" y="118"/>
                </a:cubicBezTo>
                <a:cubicBezTo>
                  <a:pt x="94" y="118"/>
                  <a:pt x="94" y="118"/>
                  <a:pt x="94" y="118"/>
                </a:cubicBezTo>
                <a:cubicBezTo>
                  <a:pt x="97" y="121"/>
                  <a:pt x="101" y="123"/>
                  <a:pt x="105" y="123"/>
                </a:cubicBezTo>
                <a:cubicBezTo>
                  <a:pt x="109" y="123"/>
                  <a:pt x="113" y="121"/>
                  <a:pt x="116" y="118"/>
                </a:cubicBezTo>
                <a:cubicBezTo>
                  <a:pt x="117" y="118"/>
                  <a:pt x="117" y="118"/>
                  <a:pt x="117" y="118"/>
                </a:cubicBezTo>
                <a:cubicBezTo>
                  <a:pt x="126" y="109"/>
                  <a:pt x="126" y="109"/>
                  <a:pt x="126" y="109"/>
                </a:cubicBezTo>
                <a:cubicBezTo>
                  <a:pt x="127" y="108"/>
                  <a:pt x="127" y="108"/>
                  <a:pt x="128" y="108"/>
                </a:cubicBezTo>
                <a:cubicBezTo>
                  <a:pt x="129" y="108"/>
                  <a:pt x="130" y="109"/>
                  <a:pt x="131" y="109"/>
                </a:cubicBezTo>
                <a:cubicBezTo>
                  <a:pt x="131" y="109"/>
                  <a:pt x="131" y="110"/>
                  <a:pt x="131" y="110"/>
                </a:cubicBezTo>
                <a:cubicBezTo>
                  <a:pt x="165" y="136"/>
                  <a:pt x="165" y="136"/>
                  <a:pt x="165" y="136"/>
                </a:cubicBezTo>
                <a:cubicBezTo>
                  <a:pt x="166" y="136"/>
                  <a:pt x="166" y="136"/>
                  <a:pt x="166" y="137"/>
                </a:cubicBezTo>
                <a:cubicBezTo>
                  <a:pt x="166" y="137"/>
                  <a:pt x="167" y="137"/>
                  <a:pt x="167" y="137"/>
                </a:cubicBezTo>
                <a:cubicBezTo>
                  <a:pt x="167" y="138"/>
                  <a:pt x="168" y="138"/>
                  <a:pt x="168" y="140"/>
                </a:cubicBezTo>
                <a:cubicBezTo>
                  <a:pt x="168" y="140"/>
                  <a:pt x="168" y="140"/>
                  <a:pt x="168" y="141"/>
                </a:cubicBezTo>
                <a:cubicBezTo>
                  <a:pt x="167" y="152"/>
                  <a:pt x="153" y="168"/>
                  <a:pt x="134" y="168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5"/>
          <p:cNvCxnSpPr/>
          <p:nvPr/>
        </p:nvCxnSpPr>
        <p:spPr>
          <a:xfrm>
            <a:off x="4936809" y="793356"/>
            <a:ext cx="1200" cy="35568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2" name="Google Shape;32;p5"/>
          <p:cNvGrpSpPr/>
          <p:nvPr/>
        </p:nvGrpSpPr>
        <p:grpSpPr>
          <a:xfrm>
            <a:off x="1069632" y="3012737"/>
            <a:ext cx="785370" cy="137830"/>
            <a:chOff x="8474604" y="6065924"/>
            <a:chExt cx="1502812" cy="263738"/>
          </a:xfrm>
        </p:grpSpPr>
        <p:sp>
          <p:nvSpPr>
            <p:cNvPr id="33" name="Google Shape;33;p5"/>
            <p:cNvSpPr/>
            <p:nvPr/>
          </p:nvSpPr>
          <p:spPr>
            <a:xfrm>
              <a:off x="8896035" y="6070635"/>
              <a:ext cx="254315" cy="254317"/>
            </a:xfrm>
            <a:custGeom>
              <a:rect b="b" l="l" r="r" t="t"/>
              <a:pathLst>
                <a:path extrusionOk="0" h="609" w="609">
                  <a:moveTo>
                    <a:pt x="530" y="608"/>
                  </a:moveTo>
                  <a:lnTo>
                    <a:pt x="530" y="608"/>
                  </a:lnTo>
                  <a:cubicBezTo>
                    <a:pt x="78" y="608"/>
                    <a:pt x="78" y="608"/>
                    <a:pt x="78" y="608"/>
                  </a:cubicBezTo>
                  <a:cubicBezTo>
                    <a:pt x="36" y="608"/>
                    <a:pt x="0" y="572"/>
                    <a:pt x="0" y="530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35"/>
                    <a:pt x="36" y="0"/>
                    <a:pt x="78" y="0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573" y="0"/>
                    <a:pt x="608" y="35"/>
                    <a:pt x="608" y="78"/>
                  </a:cubicBezTo>
                  <a:cubicBezTo>
                    <a:pt x="608" y="530"/>
                    <a:pt x="608" y="530"/>
                    <a:pt x="608" y="530"/>
                  </a:cubicBezTo>
                  <a:cubicBezTo>
                    <a:pt x="608" y="572"/>
                    <a:pt x="573" y="608"/>
                    <a:pt x="530" y="608"/>
                  </a:cubicBezTo>
                  <a:close/>
                  <a:moveTo>
                    <a:pt x="304" y="184"/>
                  </a:moveTo>
                  <a:lnTo>
                    <a:pt x="304" y="184"/>
                  </a:lnTo>
                  <a:cubicBezTo>
                    <a:pt x="254" y="184"/>
                    <a:pt x="219" y="212"/>
                    <a:pt x="198" y="254"/>
                  </a:cubicBezTo>
                  <a:lnTo>
                    <a:pt x="198" y="254"/>
                  </a:lnTo>
                  <a:lnTo>
                    <a:pt x="198" y="254"/>
                  </a:lnTo>
                  <a:cubicBezTo>
                    <a:pt x="198" y="261"/>
                    <a:pt x="198" y="261"/>
                    <a:pt x="191" y="261"/>
                  </a:cubicBezTo>
                  <a:lnTo>
                    <a:pt x="191" y="269"/>
                  </a:lnTo>
                  <a:lnTo>
                    <a:pt x="191" y="276"/>
                  </a:lnTo>
                  <a:cubicBezTo>
                    <a:pt x="191" y="276"/>
                    <a:pt x="191" y="276"/>
                    <a:pt x="191" y="283"/>
                  </a:cubicBezTo>
                  <a:cubicBezTo>
                    <a:pt x="191" y="283"/>
                    <a:pt x="191" y="283"/>
                    <a:pt x="191" y="290"/>
                  </a:cubicBezTo>
                  <a:lnTo>
                    <a:pt x="191" y="290"/>
                  </a:lnTo>
                  <a:cubicBezTo>
                    <a:pt x="191" y="297"/>
                    <a:pt x="184" y="297"/>
                    <a:pt x="184" y="304"/>
                  </a:cubicBezTo>
                  <a:cubicBezTo>
                    <a:pt x="184" y="367"/>
                    <a:pt x="240" y="424"/>
                    <a:pt x="304" y="424"/>
                  </a:cubicBezTo>
                  <a:cubicBezTo>
                    <a:pt x="368" y="424"/>
                    <a:pt x="424" y="367"/>
                    <a:pt x="424" y="304"/>
                  </a:cubicBezTo>
                  <a:cubicBezTo>
                    <a:pt x="424" y="297"/>
                    <a:pt x="417" y="297"/>
                    <a:pt x="417" y="290"/>
                  </a:cubicBezTo>
                  <a:lnTo>
                    <a:pt x="417" y="290"/>
                  </a:lnTo>
                  <a:cubicBezTo>
                    <a:pt x="417" y="283"/>
                    <a:pt x="417" y="283"/>
                    <a:pt x="417" y="283"/>
                  </a:cubicBezTo>
                  <a:cubicBezTo>
                    <a:pt x="417" y="276"/>
                    <a:pt x="417" y="276"/>
                    <a:pt x="417" y="276"/>
                  </a:cubicBezTo>
                  <a:lnTo>
                    <a:pt x="417" y="269"/>
                  </a:lnTo>
                  <a:lnTo>
                    <a:pt x="417" y="261"/>
                  </a:lnTo>
                  <a:cubicBezTo>
                    <a:pt x="410" y="261"/>
                    <a:pt x="410" y="261"/>
                    <a:pt x="410" y="254"/>
                  </a:cubicBezTo>
                  <a:lnTo>
                    <a:pt x="410" y="254"/>
                  </a:lnTo>
                  <a:lnTo>
                    <a:pt x="410" y="254"/>
                  </a:lnTo>
                  <a:cubicBezTo>
                    <a:pt x="389" y="212"/>
                    <a:pt x="354" y="184"/>
                    <a:pt x="304" y="184"/>
                  </a:cubicBezTo>
                  <a:close/>
                  <a:moveTo>
                    <a:pt x="537" y="99"/>
                  </a:moveTo>
                  <a:lnTo>
                    <a:pt x="537" y="99"/>
                  </a:lnTo>
                  <a:cubicBezTo>
                    <a:pt x="537" y="85"/>
                    <a:pt x="523" y="71"/>
                    <a:pt x="509" y="71"/>
                  </a:cubicBezTo>
                  <a:cubicBezTo>
                    <a:pt x="445" y="71"/>
                    <a:pt x="445" y="71"/>
                    <a:pt x="445" y="71"/>
                  </a:cubicBezTo>
                  <a:cubicBezTo>
                    <a:pt x="431" y="71"/>
                    <a:pt x="417" y="85"/>
                    <a:pt x="417" y="99"/>
                  </a:cubicBezTo>
                  <a:cubicBezTo>
                    <a:pt x="417" y="162"/>
                    <a:pt x="417" y="162"/>
                    <a:pt x="417" y="162"/>
                  </a:cubicBezTo>
                  <a:cubicBezTo>
                    <a:pt x="417" y="177"/>
                    <a:pt x="431" y="191"/>
                    <a:pt x="445" y="191"/>
                  </a:cubicBezTo>
                  <a:cubicBezTo>
                    <a:pt x="509" y="191"/>
                    <a:pt x="509" y="191"/>
                    <a:pt x="509" y="191"/>
                  </a:cubicBezTo>
                  <a:cubicBezTo>
                    <a:pt x="523" y="191"/>
                    <a:pt x="537" y="177"/>
                    <a:pt x="537" y="162"/>
                  </a:cubicBezTo>
                  <a:lnTo>
                    <a:pt x="537" y="99"/>
                  </a:lnTo>
                  <a:close/>
                  <a:moveTo>
                    <a:pt x="537" y="254"/>
                  </a:moveTo>
                  <a:lnTo>
                    <a:pt x="537" y="254"/>
                  </a:lnTo>
                  <a:cubicBezTo>
                    <a:pt x="481" y="254"/>
                    <a:pt x="481" y="254"/>
                    <a:pt x="481" y="254"/>
                  </a:cubicBezTo>
                  <a:cubicBezTo>
                    <a:pt x="488" y="269"/>
                    <a:pt x="488" y="290"/>
                    <a:pt x="488" y="304"/>
                  </a:cubicBezTo>
                  <a:cubicBezTo>
                    <a:pt x="488" y="403"/>
                    <a:pt x="403" y="488"/>
                    <a:pt x="304" y="488"/>
                  </a:cubicBezTo>
                  <a:cubicBezTo>
                    <a:pt x="205" y="488"/>
                    <a:pt x="120" y="403"/>
                    <a:pt x="120" y="304"/>
                  </a:cubicBezTo>
                  <a:cubicBezTo>
                    <a:pt x="120" y="290"/>
                    <a:pt x="120" y="269"/>
                    <a:pt x="127" y="254"/>
                  </a:cubicBezTo>
                  <a:cubicBezTo>
                    <a:pt x="71" y="254"/>
                    <a:pt x="71" y="254"/>
                    <a:pt x="71" y="254"/>
                  </a:cubicBezTo>
                  <a:cubicBezTo>
                    <a:pt x="71" y="509"/>
                    <a:pt x="71" y="509"/>
                    <a:pt x="71" y="509"/>
                  </a:cubicBezTo>
                  <a:cubicBezTo>
                    <a:pt x="71" y="523"/>
                    <a:pt x="85" y="537"/>
                    <a:pt x="99" y="537"/>
                  </a:cubicBezTo>
                  <a:cubicBezTo>
                    <a:pt x="509" y="537"/>
                    <a:pt x="509" y="537"/>
                    <a:pt x="509" y="537"/>
                  </a:cubicBezTo>
                  <a:cubicBezTo>
                    <a:pt x="523" y="537"/>
                    <a:pt x="537" y="523"/>
                    <a:pt x="537" y="509"/>
                  </a:cubicBezTo>
                  <a:lnTo>
                    <a:pt x="537" y="2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9306106" y="6089421"/>
              <a:ext cx="265125" cy="216745"/>
            </a:xfrm>
            <a:custGeom>
              <a:rect b="b" l="l" r="r" t="t"/>
              <a:pathLst>
                <a:path extrusionOk="0" h="496" w="602">
                  <a:moveTo>
                    <a:pt x="410" y="0"/>
                  </a:moveTo>
                  <a:lnTo>
                    <a:pt x="410" y="0"/>
                  </a:lnTo>
                  <a:cubicBezTo>
                    <a:pt x="459" y="0"/>
                    <a:pt x="481" y="22"/>
                    <a:pt x="509" y="43"/>
                  </a:cubicBezTo>
                  <a:cubicBezTo>
                    <a:pt x="530" y="43"/>
                    <a:pt x="558" y="29"/>
                    <a:pt x="572" y="22"/>
                  </a:cubicBezTo>
                  <a:cubicBezTo>
                    <a:pt x="580" y="15"/>
                    <a:pt x="580" y="15"/>
                    <a:pt x="587" y="15"/>
                  </a:cubicBezTo>
                  <a:cubicBezTo>
                    <a:pt x="580" y="36"/>
                    <a:pt x="565" y="57"/>
                    <a:pt x="544" y="71"/>
                  </a:cubicBezTo>
                  <a:cubicBezTo>
                    <a:pt x="544" y="71"/>
                    <a:pt x="537" y="78"/>
                    <a:pt x="530" y="78"/>
                  </a:cubicBezTo>
                  <a:lnTo>
                    <a:pt x="530" y="78"/>
                  </a:lnTo>
                  <a:cubicBezTo>
                    <a:pt x="558" y="78"/>
                    <a:pt x="580" y="64"/>
                    <a:pt x="601" y="64"/>
                  </a:cubicBezTo>
                  <a:lnTo>
                    <a:pt x="601" y="64"/>
                  </a:lnTo>
                  <a:cubicBezTo>
                    <a:pt x="594" y="78"/>
                    <a:pt x="580" y="99"/>
                    <a:pt x="558" y="106"/>
                  </a:cubicBezTo>
                  <a:cubicBezTo>
                    <a:pt x="551" y="113"/>
                    <a:pt x="551" y="121"/>
                    <a:pt x="544" y="128"/>
                  </a:cubicBezTo>
                  <a:cubicBezTo>
                    <a:pt x="544" y="156"/>
                    <a:pt x="544" y="177"/>
                    <a:pt x="537" y="205"/>
                  </a:cubicBezTo>
                  <a:cubicBezTo>
                    <a:pt x="502" y="340"/>
                    <a:pt x="424" y="439"/>
                    <a:pt x="297" y="481"/>
                  </a:cubicBezTo>
                  <a:cubicBezTo>
                    <a:pt x="247" y="495"/>
                    <a:pt x="170" y="495"/>
                    <a:pt x="120" y="488"/>
                  </a:cubicBezTo>
                  <a:cubicBezTo>
                    <a:pt x="92" y="481"/>
                    <a:pt x="71" y="474"/>
                    <a:pt x="42" y="460"/>
                  </a:cubicBezTo>
                  <a:cubicBezTo>
                    <a:pt x="35" y="453"/>
                    <a:pt x="21" y="453"/>
                    <a:pt x="14" y="446"/>
                  </a:cubicBezTo>
                  <a:cubicBezTo>
                    <a:pt x="7" y="439"/>
                    <a:pt x="7" y="439"/>
                    <a:pt x="0" y="439"/>
                  </a:cubicBezTo>
                  <a:cubicBezTo>
                    <a:pt x="14" y="439"/>
                    <a:pt x="28" y="439"/>
                    <a:pt x="42" y="439"/>
                  </a:cubicBezTo>
                  <a:cubicBezTo>
                    <a:pt x="50" y="439"/>
                    <a:pt x="64" y="439"/>
                    <a:pt x="78" y="432"/>
                  </a:cubicBezTo>
                  <a:cubicBezTo>
                    <a:pt x="106" y="424"/>
                    <a:pt x="127" y="417"/>
                    <a:pt x="148" y="410"/>
                  </a:cubicBezTo>
                  <a:cubicBezTo>
                    <a:pt x="163" y="403"/>
                    <a:pt x="177" y="396"/>
                    <a:pt x="184" y="382"/>
                  </a:cubicBezTo>
                  <a:cubicBezTo>
                    <a:pt x="170" y="382"/>
                    <a:pt x="156" y="382"/>
                    <a:pt x="148" y="382"/>
                  </a:cubicBezTo>
                  <a:cubicBezTo>
                    <a:pt x="106" y="368"/>
                    <a:pt x="85" y="340"/>
                    <a:pt x="71" y="297"/>
                  </a:cubicBezTo>
                  <a:cubicBezTo>
                    <a:pt x="78" y="304"/>
                    <a:pt x="113" y="304"/>
                    <a:pt x="120" y="297"/>
                  </a:cubicBezTo>
                  <a:cubicBezTo>
                    <a:pt x="106" y="297"/>
                    <a:pt x="92" y="290"/>
                    <a:pt x="85" y="283"/>
                  </a:cubicBezTo>
                  <a:cubicBezTo>
                    <a:pt x="50" y="262"/>
                    <a:pt x="21" y="227"/>
                    <a:pt x="21" y="177"/>
                  </a:cubicBezTo>
                  <a:cubicBezTo>
                    <a:pt x="28" y="177"/>
                    <a:pt x="35" y="177"/>
                    <a:pt x="35" y="184"/>
                  </a:cubicBezTo>
                  <a:cubicBezTo>
                    <a:pt x="42" y="184"/>
                    <a:pt x="50" y="184"/>
                    <a:pt x="64" y="191"/>
                  </a:cubicBezTo>
                  <a:lnTo>
                    <a:pt x="78" y="191"/>
                  </a:lnTo>
                  <a:lnTo>
                    <a:pt x="78" y="191"/>
                  </a:lnTo>
                  <a:cubicBezTo>
                    <a:pt x="71" y="184"/>
                    <a:pt x="64" y="177"/>
                    <a:pt x="57" y="170"/>
                  </a:cubicBezTo>
                  <a:cubicBezTo>
                    <a:pt x="35" y="142"/>
                    <a:pt x="14" y="106"/>
                    <a:pt x="28" y="57"/>
                  </a:cubicBezTo>
                  <a:cubicBezTo>
                    <a:pt x="28" y="43"/>
                    <a:pt x="35" y="36"/>
                    <a:pt x="42" y="29"/>
                  </a:cubicBezTo>
                  <a:lnTo>
                    <a:pt x="42" y="29"/>
                  </a:lnTo>
                  <a:cubicBezTo>
                    <a:pt x="42" y="29"/>
                    <a:pt x="50" y="36"/>
                    <a:pt x="57" y="36"/>
                  </a:cubicBezTo>
                  <a:cubicBezTo>
                    <a:pt x="64" y="50"/>
                    <a:pt x="78" y="64"/>
                    <a:pt x="92" y="71"/>
                  </a:cubicBezTo>
                  <a:cubicBezTo>
                    <a:pt x="134" y="106"/>
                    <a:pt x="177" y="128"/>
                    <a:pt x="240" y="149"/>
                  </a:cubicBezTo>
                  <a:cubicBezTo>
                    <a:pt x="261" y="149"/>
                    <a:pt x="276" y="156"/>
                    <a:pt x="297" y="156"/>
                  </a:cubicBezTo>
                  <a:cubicBezTo>
                    <a:pt x="290" y="135"/>
                    <a:pt x="290" y="113"/>
                    <a:pt x="297" y="99"/>
                  </a:cubicBezTo>
                  <a:cubicBezTo>
                    <a:pt x="311" y="57"/>
                    <a:pt x="332" y="29"/>
                    <a:pt x="368" y="15"/>
                  </a:cubicBezTo>
                  <a:cubicBezTo>
                    <a:pt x="375" y="8"/>
                    <a:pt x="389" y="8"/>
                    <a:pt x="396" y="8"/>
                  </a:cubicBezTo>
                  <a:cubicBezTo>
                    <a:pt x="403" y="8"/>
                    <a:pt x="403" y="0"/>
                    <a:pt x="4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8474604" y="6065924"/>
              <a:ext cx="265676" cy="263738"/>
            </a:xfrm>
            <a:custGeom>
              <a:rect b="b" l="l" r="r" t="t"/>
              <a:pathLst>
                <a:path extrusionOk="0" h="601" w="602">
                  <a:moveTo>
                    <a:pt x="551" y="600"/>
                  </a:moveTo>
                  <a:lnTo>
                    <a:pt x="551" y="600"/>
                  </a:lnTo>
                  <a:cubicBezTo>
                    <a:pt x="42" y="600"/>
                    <a:pt x="42" y="600"/>
                    <a:pt x="42" y="600"/>
                  </a:cubicBezTo>
                  <a:cubicBezTo>
                    <a:pt x="21" y="600"/>
                    <a:pt x="0" y="586"/>
                    <a:pt x="0" y="55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21"/>
                    <a:pt x="21" y="0"/>
                    <a:pt x="42" y="0"/>
                  </a:cubicBezTo>
                  <a:cubicBezTo>
                    <a:pt x="551" y="0"/>
                    <a:pt x="551" y="0"/>
                    <a:pt x="551" y="0"/>
                  </a:cubicBezTo>
                  <a:cubicBezTo>
                    <a:pt x="580" y="0"/>
                    <a:pt x="601" y="21"/>
                    <a:pt x="601" y="49"/>
                  </a:cubicBezTo>
                  <a:cubicBezTo>
                    <a:pt x="601" y="558"/>
                    <a:pt x="601" y="558"/>
                    <a:pt x="601" y="558"/>
                  </a:cubicBezTo>
                  <a:cubicBezTo>
                    <a:pt x="601" y="586"/>
                    <a:pt x="580" y="600"/>
                    <a:pt x="551" y="600"/>
                  </a:cubicBezTo>
                  <a:close/>
                  <a:moveTo>
                    <a:pt x="255" y="113"/>
                  </a:moveTo>
                  <a:lnTo>
                    <a:pt x="255" y="113"/>
                  </a:lnTo>
                  <a:cubicBezTo>
                    <a:pt x="226" y="113"/>
                    <a:pt x="198" y="120"/>
                    <a:pt x="184" y="127"/>
                  </a:cubicBezTo>
                  <a:cubicBezTo>
                    <a:pt x="163" y="141"/>
                    <a:pt x="148" y="155"/>
                    <a:pt x="141" y="169"/>
                  </a:cubicBezTo>
                  <a:cubicBezTo>
                    <a:pt x="141" y="184"/>
                    <a:pt x="134" y="198"/>
                    <a:pt x="134" y="226"/>
                  </a:cubicBezTo>
                  <a:cubicBezTo>
                    <a:pt x="134" y="254"/>
                    <a:pt x="134" y="254"/>
                    <a:pt x="134" y="254"/>
                  </a:cubicBezTo>
                  <a:cubicBezTo>
                    <a:pt x="92" y="254"/>
                    <a:pt x="92" y="254"/>
                    <a:pt x="92" y="254"/>
                  </a:cubicBezTo>
                  <a:cubicBezTo>
                    <a:pt x="92" y="325"/>
                    <a:pt x="92" y="325"/>
                    <a:pt x="92" y="325"/>
                  </a:cubicBezTo>
                  <a:cubicBezTo>
                    <a:pt x="134" y="325"/>
                    <a:pt x="134" y="325"/>
                    <a:pt x="134" y="325"/>
                  </a:cubicBezTo>
                  <a:cubicBezTo>
                    <a:pt x="134" y="558"/>
                    <a:pt x="134" y="558"/>
                    <a:pt x="134" y="558"/>
                  </a:cubicBezTo>
                  <a:cubicBezTo>
                    <a:pt x="233" y="558"/>
                    <a:pt x="233" y="558"/>
                    <a:pt x="233" y="558"/>
                  </a:cubicBezTo>
                  <a:cubicBezTo>
                    <a:pt x="233" y="325"/>
                    <a:pt x="233" y="325"/>
                    <a:pt x="233" y="325"/>
                  </a:cubicBezTo>
                  <a:cubicBezTo>
                    <a:pt x="290" y="325"/>
                    <a:pt x="290" y="325"/>
                    <a:pt x="290" y="325"/>
                  </a:cubicBezTo>
                  <a:cubicBezTo>
                    <a:pt x="311" y="254"/>
                    <a:pt x="311" y="254"/>
                    <a:pt x="311" y="254"/>
                  </a:cubicBezTo>
                  <a:cubicBezTo>
                    <a:pt x="233" y="254"/>
                    <a:pt x="233" y="254"/>
                    <a:pt x="233" y="254"/>
                  </a:cubicBezTo>
                  <a:cubicBezTo>
                    <a:pt x="233" y="226"/>
                    <a:pt x="233" y="226"/>
                    <a:pt x="233" y="226"/>
                  </a:cubicBezTo>
                  <a:cubicBezTo>
                    <a:pt x="233" y="212"/>
                    <a:pt x="233" y="198"/>
                    <a:pt x="240" y="191"/>
                  </a:cubicBezTo>
                  <a:cubicBezTo>
                    <a:pt x="248" y="191"/>
                    <a:pt x="262" y="184"/>
                    <a:pt x="276" y="184"/>
                  </a:cubicBezTo>
                  <a:cubicBezTo>
                    <a:pt x="290" y="184"/>
                    <a:pt x="297" y="191"/>
                    <a:pt x="311" y="198"/>
                  </a:cubicBezTo>
                  <a:cubicBezTo>
                    <a:pt x="332" y="134"/>
                    <a:pt x="332" y="134"/>
                    <a:pt x="332" y="134"/>
                  </a:cubicBezTo>
                  <a:cubicBezTo>
                    <a:pt x="304" y="127"/>
                    <a:pt x="283" y="113"/>
                    <a:pt x="255" y="1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9726986" y="6072578"/>
              <a:ext cx="250430" cy="250430"/>
            </a:xfrm>
            <a:custGeom>
              <a:rect b="b" l="l" r="r" t="t"/>
              <a:pathLst>
                <a:path extrusionOk="0" h="62" w="62">
                  <a:moveTo>
                    <a:pt x="62" y="51"/>
                  </a:moveTo>
                  <a:cubicBezTo>
                    <a:pt x="62" y="57"/>
                    <a:pt x="57" y="62"/>
                    <a:pt x="51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6" y="62"/>
                    <a:pt x="0" y="57"/>
                    <a:pt x="0" y="5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6" y="0"/>
                    <a:pt x="12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7" y="0"/>
                    <a:pt x="62" y="6"/>
                    <a:pt x="62" y="12"/>
                  </a:cubicBezTo>
                  <a:lnTo>
                    <a:pt x="62" y="51"/>
                  </a:lnTo>
                  <a:close/>
                  <a:moveTo>
                    <a:pt x="15" y="11"/>
                  </a:moveTo>
                  <a:cubicBezTo>
                    <a:pt x="12" y="11"/>
                    <a:pt x="9" y="13"/>
                    <a:pt x="9" y="16"/>
                  </a:cubicBezTo>
                  <a:cubicBezTo>
                    <a:pt x="9" y="18"/>
                    <a:pt x="11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8" y="20"/>
                    <a:pt x="20" y="18"/>
                    <a:pt x="20" y="16"/>
                  </a:cubicBezTo>
                  <a:cubicBezTo>
                    <a:pt x="20" y="13"/>
                    <a:pt x="18" y="11"/>
                    <a:pt x="15" y="11"/>
                  </a:cubicBezTo>
                  <a:close/>
                  <a:moveTo>
                    <a:pt x="19" y="52"/>
                  </a:moveTo>
                  <a:cubicBezTo>
                    <a:pt x="19" y="24"/>
                    <a:pt x="19" y="24"/>
                    <a:pt x="19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52"/>
                    <a:pt x="10" y="52"/>
                    <a:pt x="10" y="52"/>
                  </a:cubicBezTo>
                  <a:lnTo>
                    <a:pt x="19" y="52"/>
                  </a:lnTo>
                  <a:close/>
                  <a:moveTo>
                    <a:pt x="53" y="52"/>
                  </a:moveTo>
                  <a:cubicBezTo>
                    <a:pt x="53" y="36"/>
                    <a:pt x="53" y="36"/>
                    <a:pt x="53" y="36"/>
                  </a:cubicBezTo>
                  <a:cubicBezTo>
                    <a:pt x="53" y="28"/>
                    <a:pt x="48" y="24"/>
                    <a:pt x="42" y="24"/>
                  </a:cubicBezTo>
                  <a:cubicBezTo>
                    <a:pt x="37" y="24"/>
                    <a:pt x="35" y="26"/>
                    <a:pt x="34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7"/>
                    <a:pt x="2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4" y="36"/>
                    <a:pt x="34" y="35"/>
                    <a:pt x="34" y="34"/>
                  </a:cubicBezTo>
                  <a:cubicBezTo>
                    <a:pt x="35" y="33"/>
                    <a:pt x="36" y="31"/>
                    <a:pt x="39" y="31"/>
                  </a:cubicBezTo>
                  <a:cubicBezTo>
                    <a:pt x="42" y="31"/>
                    <a:pt x="43" y="33"/>
                    <a:pt x="43" y="37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53" y="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" name="Google Shape;3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02238" y="1678565"/>
            <a:ext cx="340650" cy="34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ctrTitle"/>
          </p:nvPr>
        </p:nvSpPr>
        <p:spPr>
          <a:xfrm>
            <a:off x="966854" y="611100"/>
            <a:ext cx="4134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us Jakarta Sans"/>
              <a:buNone/>
              <a:defRPr b="1" sz="3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966850" y="2594150"/>
            <a:ext cx="3813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2" type="ctrTitle"/>
          </p:nvPr>
        </p:nvSpPr>
        <p:spPr>
          <a:xfrm>
            <a:off x="6032750" y="1564575"/>
            <a:ext cx="2439600" cy="34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6032750" y="1807800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2" name="Google Shape;42;p5"/>
          <p:cNvSpPr txBox="1"/>
          <p:nvPr/>
        </p:nvSpPr>
        <p:spPr>
          <a:xfrm>
            <a:off x="6194360" y="2468801"/>
            <a:ext cx="1328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43" name="Google Shape;43;p5"/>
          <p:cNvSpPr txBox="1"/>
          <p:nvPr>
            <p:ph idx="4" type="ctrTitle"/>
          </p:nvPr>
        </p:nvSpPr>
        <p:spPr>
          <a:xfrm>
            <a:off x="6032750" y="2323025"/>
            <a:ext cx="2439600" cy="34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6032750" y="2566250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6" type="ctrTitle"/>
          </p:nvPr>
        </p:nvSpPr>
        <p:spPr>
          <a:xfrm>
            <a:off x="6032750" y="3042213"/>
            <a:ext cx="2439600" cy="34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7" type="subTitle"/>
          </p:nvPr>
        </p:nvSpPr>
        <p:spPr>
          <a:xfrm>
            <a:off x="6032750" y="3285438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2">
  <p:cSld name="CUSTOM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0" y="3300"/>
            <a:ext cx="9144000" cy="5136900"/>
          </a:xfrm>
          <a:prstGeom prst="rect">
            <a:avLst/>
          </a:prstGeom>
          <a:solidFill>
            <a:srgbClr val="F46262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6"/>
          <p:cNvSpPr txBox="1"/>
          <p:nvPr>
            <p:ph idx="1" type="subTitle"/>
          </p:nvPr>
        </p:nvSpPr>
        <p:spPr>
          <a:xfrm>
            <a:off x="2593125" y="1770450"/>
            <a:ext cx="3813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type="title"/>
          </p:nvPr>
        </p:nvSpPr>
        <p:spPr>
          <a:xfrm>
            <a:off x="311700" y="1270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us Jakarta Sans"/>
              <a:buNone/>
              <a:defRPr b="1" sz="24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1" name="Google Shape;51;p6"/>
          <p:cNvSpPr/>
          <p:nvPr/>
        </p:nvSpPr>
        <p:spPr>
          <a:xfrm>
            <a:off x="1291249" y="2476328"/>
            <a:ext cx="6561600" cy="1621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5064894" y="3430362"/>
            <a:ext cx="284027" cy="219291"/>
          </a:xfrm>
          <a:custGeom>
            <a:rect b="b" l="l" r="r" t="t"/>
            <a:pathLst>
              <a:path extrusionOk="0" h="136" w="176">
                <a:moveTo>
                  <a:pt x="160" y="0"/>
                </a:moveTo>
                <a:cubicBezTo>
                  <a:pt x="48" y="0"/>
                  <a:pt x="48" y="0"/>
                  <a:pt x="48" y="0"/>
                </a:cubicBezTo>
                <a:cubicBezTo>
                  <a:pt x="39" y="0"/>
                  <a:pt x="32" y="7"/>
                  <a:pt x="32" y="16"/>
                </a:cubicBezTo>
                <a:cubicBezTo>
                  <a:pt x="32" y="20"/>
                  <a:pt x="32" y="20"/>
                  <a:pt x="32" y="20"/>
                </a:cubicBezTo>
                <a:cubicBezTo>
                  <a:pt x="32" y="22"/>
                  <a:pt x="34" y="24"/>
                  <a:pt x="36" y="24"/>
                </a:cubicBezTo>
                <a:cubicBezTo>
                  <a:pt x="38" y="24"/>
                  <a:pt x="40" y="22"/>
                  <a:pt x="40" y="20"/>
                </a:cubicBezTo>
                <a:cubicBezTo>
                  <a:pt x="40" y="16"/>
                  <a:pt x="40" y="16"/>
                  <a:pt x="40" y="16"/>
                </a:cubicBezTo>
                <a:cubicBezTo>
                  <a:pt x="40" y="12"/>
                  <a:pt x="44" y="8"/>
                  <a:pt x="48" y="8"/>
                </a:cubicBezTo>
                <a:cubicBezTo>
                  <a:pt x="160" y="8"/>
                  <a:pt x="160" y="8"/>
                  <a:pt x="160" y="8"/>
                </a:cubicBezTo>
                <a:cubicBezTo>
                  <a:pt x="164" y="8"/>
                  <a:pt x="168" y="12"/>
                  <a:pt x="168" y="16"/>
                </a:cubicBezTo>
                <a:cubicBezTo>
                  <a:pt x="168" y="88"/>
                  <a:pt x="168" y="88"/>
                  <a:pt x="168" y="88"/>
                </a:cubicBezTo>
                <a:cubicBezTo>
                  <a:pt x="168" y="92"/>
                  <a:pt x="164" y="96"/>
                  <a:pt x="160" y="96"/>
                </a:cubicBezTo>
                <a:cubicBezTo>
                  <a:pt x="156" y="96"/>
                  <a:pt x="156" y="96"/>
                  <a:pt x="156" y="96"/>
                </a:cubicBezTo>
                <a:cubicBezTo>
                  <a:pt x="154" y="96"/>
                  <a:pt x="152" y="98"/>
                  <a:pt x="152" y="100"/>
                </a:cubicBezTo>
                <a:cubicBezTo>
                  <a:pt x="152" y="102"/>
                  <a:pt x="154" y="104"/>
                  <a:pt x="156" y="104"/>
                </a:cubicBezTo>
                <a:cubicBezTo>
                  <a:pt x="160" y="104"/>
                  <a:pt x="160" y="104"/>
                  <a:pt x="160" y="104"/>
                </a:cubicBezTo>
                <a:cubicBezTo>
                  <a:pt x="169" y="104"/>
                  <a:pt x="176" y="97"/>
                  <a:pt x="176" y="88"/>
                </a:cubicBezTo>
                <a:cubicBezTo>
                  <a:pt x="176" y="16"/>
                  <a:pt x="176" y="16"/>
                  <a:pt x="176" y="16"/>
                </a:cubicBezTo>
                <a:cubicBezTo>
                  <a:pt x="176" y="7"/>
                  <a:pt x="169" y="0"/>
                  <a:pt x="160" y="0"/>
                </a:cubicBezTo>
                <a:moveTo>
                  <a:pt x="128" y="32"/>
                </a:moveTo>
                <a:cubicBezTo>
                  <a:pt x="16" y="32"/>
                  <a:pt x="16" y="32"/>
                  <a:pt x="16" y="32"/>
                </a:cubicBezTo>
                <a:cubicBezTo>
                  <a:pt x="7" y="32"/>
                  <a:pt x="0" y="39"/>
                  <a:pt x="0" y="48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9"/>
                  <a:pt x="7" y="136"/>
                  <a:pt x="16" y="136"/>
                </a:cubicBezTo>
                <a:cubicBezTo>
                  <a:pt x="128" y="136"/>
                  <a:pt x="128" y="136"/>
                  <a:pt x="128" y="136"/>
                </a:cubicBezTo>
                <a:cubicBezTo>
                  <a:pt x="137" y="136"/>
                  <a:pt x="144" y="129"/>
                  <a:pt x="144" y="120"/>
                </a:cubicBezTo>
                <a:cubicBezTo>
                  <a:pt x="144" y="48"/>
                  <a:pt x="144" y="48"/>
                  <a:pt x="144" y="48"/>
                </a:cubicBezTo>
                <a:cubicBezTo>
                  <a:pt x="144" y="39"/>
                  <a:pt x="137" y="32"/>
                  <a:pt x="128" y="32"/>
                </a:cubicBezTo>
                <a:moveTo>
                  <a:pt x="16" y="40"/>
                </a:moveTo>
                <a:cubicBezTo>
                  <a:pt x="128" y="40"/>
                  <a:pt x="128" y="40"/>
                  <a:pt x="128" y="40"/>
                </a:cubicBezTo>
                <a:cubicBezTo>
                  <a:pt x="130" y="40"/>
                  <a:pt x="132" y="41"/>
                  <a:pt x="133" y="42"/>
                </a:cubicBezTo>
                <a:cubicBezTo>
                  <a:pt x="77" y="98"/>
                  <a:pt x="77" y="98"/>
                  <a:pt x="77" y="98"/>
                </a:cubicBezTo>
                <a:cubicBezTo>
                  <a:pt x="76" y="99"/>
                  <a:pt x="74" y="100"/>
                  <a:pt x="72" y="100"/>
                </a:cubicBezTo>
                <a:cubicBezTo>
                  <a:pt x="70" y="100"/>
                  <a:pt x="68" y="99"/>
                  <a:pt x="67" y="98"/>
                </a:cubicBezTo>
                <a:cubicBezTo>
                  <a:pt x="11" y="42"/>
                  <a:pt x="11" y="42"/>
                  <a:pt x="11" y="42"/>
                </a:cubicBezTo>
                <a:cubicBezTo>
                  <a:pt x="12" y="41"/>
                  <a:pt x="14" y="40"/>
                  <a:pt x="16" y="40"/>
                </a:cubicBezTo>
                <a:moveTo>
                  <a:pt x="8" y="50"/>
                </a:moveTo>
                <a:cubicBezTo>
                  <a:pt x="42" y="84"/>
                  <a:pt x="42" y="84"/>
                  <a:pt x="42" y="84"/>
                </a:cubicBezTo>
                <a:cubicBezTo>
                  <a:pt x="8" y="118"/>
                  <a:pt x="8" y="118"/>
                  <a:pt x="8" y="118"/>
                </a:cubicBezTo>
                <a:lnTo>
                  <a:pt x="8" y="50"/>
                </a:lnTo>
                <a:close/>
                <a:moveTo>
                  <a:pt x="128" y="128"/>
                </a:moveTo>
                <a:cubicBezTo>
                  <a:pt x="16" y="128"/>
                  <a:pt x="16" y="128"/>
                  <a:pt x="16" y="128"/>
                </a:cubicBezTo>
                <a:cubicBezTo>
                  <a:pt x="14" y="128"/>
                  <a:pt x="12" y="127"/>
                  <a:pt x="11" y="126"/>
                </a:cubicBezTo>
                <a:cubicBezTo>
                  <a:pt x="47" y="90"/>
                  <a:pt x="47" y="90"/>
                  <a:pt x="47" y="90"/>
                </a:cubicBezTo>
                <a:cubicBezTo>
                  <a:pt x="61" y="103"/>
                  <a:pt x="61" y="103"/>
                  <a:pt x="61" y="103"/>
                </a:cubicBezTo>
                <a:cubicBezTo>
                  <a:pt x="64" y="106"/>
                  <a:pt x="68" y="108"/>
                  <a:pt x="72" y="108"/>
                </a:cubicBezTo>
                <a:cubicBezTo>
                  <a:pt x="76" y="108"/>
                  <a:pt x="80" y="106"/>
                  <a:pt x="83" y="103"/>
                </a:cubicBezTo>
                <a:cubicBezTo>
                  <a:pt x="97" y="90"/>
                  <a:pt x="97" y="90"/>
                  <a:pt x="97" y="90"/>
                </a:cubicBezTo>
                <a:cubicBezTo>
                  <a:pt x="133" y="126"/>
                  <a:pt x="133" y="126"/>
                  <a:pt x="133" y="126"/>
                </a:cubicBezTo>
                <a:cubicBezTo>
                  <a:pt x="132" y="127"/>
                  <a:pt x="130" y="128"/>
                  <a:pt x="128" y="128"/>
                </a:cubicBezTo>
                <a:moveTo>
                  <a:pt x="136" y="118"/>
                </a:moveTo>
                <a:cubicBezTo>
                  <a:pt x="102" y="84"/>
                  <a:pt x="102" y="84"/>
                  <a:pt x="102" y="84"/>
                </a:cubicBezTo>
                <a:cubicBezTo>
                  <a:pt x="136" y="50"/>
                  <a:pt x="136" y="50"/>
                  <a:pt x="136" y="50"/>
                </a:cubicBezTo>
                <a:lnTo>
                  <a:pt x="136" y="118"/>
                </a:lnTo>
                <a:close/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5070463" y="2863313"/>
            <a:ext cx="272890" cy="271540"/>
          </a:xfrm>
          <a:custGeom>
            <a:rect b="b" l="l" r="r" t="t"/>
            <a:pathLst>
              <a:path extrusionOk="0" h="176" w="176">
                <a:moveTo>
                  <a:pt x="96" y="8"/>
                </a:moveTo>
                <a:cubicBezTo>
                  <a:pt x="136" y="8"/>
                  <a:pt x="168" y="40"/>
                  <a:pt x="168" y="80"/>
                </a:cubicBezTo>
                <a:cubicBezTo>
                  <a:pt x="168" y="82"/>
                  <a:pt x="170" y="84"/>
                  <a:pt x="172" y="84"/>
                </a:cubicBezTo>
                <a:cubicBezTo>
                  <a:pt x="174" y="84"/>
                  <a:pt x="176" y="82"/>
                  <a:pt x="176" y="80"/>
                </a:cubicBezTo>
                <a:cubicBezTo>
                  <a:pt x="176" y="36"/>
                  <a:pt x="140" y="0"/>
                  <a:pt x="96" y="0"/>
                </a:cubicBezTo>
                <a:cubicBezTo>
                  <a:pt x="94" y="0"/>
                  <a:pt x="92" y="2"/>
                  <a:pt x="92" y="4"/>
                </a:cubicBezTo>
                <a:cubicBezTo>
                  <a:pt x="92" y="6"/>
                  <a:pt x="94" y="8"/>
                  <a:pt x="96" y="8"/>
                </a:cubicBezTo>
                <a:moveTo>
                  <a:pt x="96" y="48"/>
                </a:moveTo>
                <a:cubicBezTo>
                  <a:pt x="114" y="48"/>
                  <a:pt x="128" y="62"/>
                  <a:pt x="128" y="80"/>
                </a:cubicBezTo>
                <a:cubicBezTo>
                  <a:pt x="128" y="82"/>
                  <a:pt x="130" y="84"/>
                  <a:pt x="132" y="84"/>
                </a:cubicBezTo>
                <a:cubicBezTo>
                  <a:pt x="134" y="84"/>
                  <a:pt x="136" y="82"/>
                  <a:pt x="136" y="80"/>
                </a:cubicBezTo>
                <a:cubicBezTo>
                  <a:pt x="136" y="58"/>
                  <a:pt x="118" y="40"/>
                  <a:pt x="96" y="40"/>
                </a:cubicBezTo>
                <a:cubicBezTo>
                  <a:pt x="94" y="40"/>
                  <a:pt x="92" y="42"/>
                  <a:pt x="92" y="44"/>
                </a:cubicBezTo>
                <a:cubicBezTo>
                  <a:pt x="92" y="46"/>
                  <a:pt x="94" y="48"/>
                  <a:pt x="96" y="48"/>
                </a:cubicBezTo>
                <a:moveTo>
                  <a:pt x="96" y="88"/>
                </a:moveTo>
                <a:cubicBezTo>
                  <a:pt x="100" y="88"/>
                  <a:pt x="104" y="84"/>
                  <a:pt x="104" y="80"/>
                </a:cubicBezTo>
                <a:cubicBezTo>
                  <a:pt x="104" y="76"/>
                  <a:pt x="100" y="72"/>
                  <a:pt x="96" y="72"/>
                </a:cubicBezTo>
                <a:cubicBezTo>
                  <a:pt x="92" y="72"/>
                  <a:pt x="88" y="76"/>
                  <a:pt x="88" y="80"/>
                </a:cubicBezTo>
                <a:cubicBezTo>
                  <a:pt x="88" y="84"/>
                  <a:pt x="92" y="88"/>
                  <a:pt x="96" y="88"/>
                </a:cubicBezTo>
                <a:moveTo>
                  <a:pt x="176" y="140"/>
                </a:moveTo>
                <a:cubicBezTo>
                  <a:pt x="176" y="137"/>
                  <a:pt x="175" y="134"/>
                  <a:pt x="172" y="131"/>
                </a:cubicBezTo>
                <a:cubicBezTo>
                  <a:pt x="172" y="131"/>
                  <a:pt x="171" y="130"/>
                  <a:pt x="170" y="130"/>
                </a:cubicBezTo>
                <a:cubicBezTo>
                  <a:pt x="136" y="103"/>
                  <a:pt x="136" y="103"/>
                  <a:pt x="136" y="103"/>
                </a:cubicBezTo>
                <a:cubicBezTo>
                  <a:pt x="134" y="101"/>
                  <a:pt x="131" y="100"/>
                  <a:pt x="128" y="100"/>
                </a:cubicBezTo>
                <a:cubicBezTo>
                  <a:pt x="125" y="100"/>
                  <a:pt x="123" y="101"/>
                  <a:pt x="121" y="102"/>
                </a:cubicBezTo>
                <a:cubicBezTo>
                  <a:pt x="111" y="112"/>
                  <a:pt x="111" y="112"/>
                  <a:pt x="111" y="112"/>
                </a:cubicBezTo>
                <a:cubicBezTo>
                  <a:pt x="111" y="112"/>
                  <a:pt x="111" y="112"/>
                  <a:pt x="111" y="112"/>
                </a:cubicBezTo>
                <a:cubicBezTo>
                  <a:pt x="110" y="114"/>
                  <a:pt x="108" y="115"/>
                  <a:pt x="105" y="115"/>
                </a:cubicBezTo>
                <a:cubicBezTo>
                  <a:pt x="103" y="115"/>
                  <a:pt x="100" y="113"/>
                  <a:pt x="99" y="111"/>
                </a:cubicBezTo>
                <a:cubicBezTo>
                  <a:pt x="99" y="111"/>
                  <a:pt x="99" y="111"/>
                  <a:pt x="99" y="111"/>
                </a:cubicBezTo>
                <a:cubicBezTo>
                  <a:pt x="86" y="102"/>
                  <a:pt x="74" y="91"/>
                  <a:pt x="64" y="77"/>
                </a:cubicBezTo>
                <a:cubicBezTo>
                  <a:pt x="65" y="77"/>
                  <a:pt x="65" y="77"/>
                  <a:pt x="65" y="77"/>
                </a:cubicBezTo>
                <a:cubicBezTo>
                  <a:pt x="63" y="76"/>
                  <a:pt x="61" y="73"/>
                  <a:pt x="61" y="71"/>
                </a:cubicBezTo>
                <a:cubicBezTo>
                  <a:pt x="61" y="68"/>
                  <a:pt x="62" y="66"/>
                  <a:pt x="64" y="65"/>
                </a:cubicBezTo>
                <a:cubicBezTo>
                  <a:pt x="64" y="65"/>
                  <a:pt x="64" y="65"/>
                  <a:pt x="64" y="65"/>
                </a:cubicBezTo>
                <a:cubicBezTo>
                  <a:pt x="73" y="55"/>
                  <a:pt x="73" y="55"/>
                  <a:pt x="73" y="55"/>
                </a:cubicBezTo>
                <a:cubicBezTo>
                  <a:pt x="75" y="53"/>
                  <a:pt x="76" y="51"/>
                  <a:pt x="76" y="48"/>
                </a:cubicBezTo>
                <a:cubicBezTo>
                  <a:pt x="76" y="45"/>
                  <a:pt x="75" y="42"/>
                  <a:pt x="72" y="40"/>
                </a:cubicBezTo>
                <a:cubicBezTo>
                  <a:pt x="46" y="6"/>
                  <a:pt x="46" y="6"/>
                  <a:pt x="46" y="6"/>
                </a:cubicBezTo>
                <a:cubicBezTo>
                  <a:pt x="46" y="5"/>
                  <a:pt x="45" y="4"/>
                  <a:pt x="44" y="4"/>
                </a:cubicBezTo>
                <a:cubicBezTo>
                  <a:pt x="42" y="1"/>
                  <a:pt x="39" y="0"/>
                  <a:pt x="36" y="0"/>
                </a:cubicBezTo>
                <a:cubicBezTo>
                  <a:pt x="20" y="0"/>
                  <a:pt x="0" y="19"/>
                  <a:pt x="0" y="42"/>
                </a:cubicBezTo>
                <a:cubicBezTo>
                  <a:pt x="0" y="48"/>
                  <a:pt x="1" y="54"/>
                  <a:pt x="4" y="60"/>
                </a:cubicBezTo>
                <a:cubicBezTo>
                  <a:pt x="4" y="60"/>
                  <a:pt x="4" y="60"/>
                  <a:pt x="4" y="60"/>
                </a:cubicBezTo>
                <a:cubicBezTo>
                  <a:pt x="28" y="108"/>
                  <a:pt x="68" y="148"/>
                  <a:pt x="116" y="172"/>
                </a:cubicBezTo>
                <a:cubicBezTo>
                  <a:pt x="116" y="172"/>
                  <a:pt x="116" y="172"/>
                  <a:pt x="116" y="172"/>
                </a:cubicBezTo>
                <a:cubicBezTo>
                  <a:pt x="121" y="175"/>
                  <a:pt x="128" y="176"/>
                  <a:pt x="134" y="176"/>
                </a:cubicBezTo>
                <a:cubicBezTo>
                  <a:pt x="157" y="176"/>
                  <a:pt x="176" y="156"/>
                  <a:pt x="176" y="140"/>
                </a:cubicBezTo>
                <a:cubicBezTo>
                  <a:pt x="176" y="140"/>
                  <a:pt x="176" y="140"/>
                  <a:pt x="176" y="140"/>
                </a:cubicBezTo>
                <a:close/>
                <a:moveTo>
                  <a:pt x="134" y="168"/>
                </a:moveTo>
                <a:cubicBezTo>
                  <a:pt x="129" y="168"/>
                  <a:pt x="124" y="167"/>
                  <a:pt x="119" y="165"/>
                </a:cubicBezTo>
                <a:cubicBezTo>
                  <a:pt x="119" y="165"/>
                  <a:pt x="119" y="164"/>
                  <a:pt x="118" y="164"/>
                </a:cubicBezTo>
                <a:cubicBezTo>
                  <a:pt x="73" y="141"/>
                  <a:pt x="35" y="103"/>
                  <a:pt x="12" y="58"/>
                </a:cubicBezTo>
                <a:cubicBezTo>
                  <a:pt x="12" y="57"/>
                  <a:pt x="11" y="57"/>
                  <a:pt x="11" y="57"/>
                </a:cubicBezTo>
                <a:cubicBezTo>
                  <a:pt x="9" y="52"/>
                  <a:pt x="8" y="47"/>
                  <a:pt x="8" y="42"/>
                </a:cubicBezTo>
                <a:cubicBezTo>
                  <a:pt x="8" y="23"/>
                  <a:pt x="25" y="8"/>
                  <a:pt x="36" y="8"/>
                </a:cubicBezTo>
                <a:cubicBezTo>
                  <a:pt x="37" y="8"/>
                  <a:pt x="38" y="9"/>
                  <a:pt x="39" y="9"/>
                </a:cubicBezTo>
                <a:cubicBezTo>
                  <a:pt x="39" y="9"/>
                  <a:pt x="39" y="9"/>
                  <a:pt x="39" y="10"/>
                </a:cubicBezTo>
                <a:cubicBezTo>
                  <a:pt x="39" y="10"/>
                  <a:pt x="40" y="10"/>
                  <a:pt x="40" y="11"/>
                </a:cubicBezTo>
                <a:cubicBezTo>
                  <a:pt x="66" y="44"/>
                  <a:pt x="66" y="44"/>
                  <a:pt x="66" y="44"/>
                </a:cubicBezTo>
                <a:cubicBezTo>
                  <a:pt x="66" y="45"/>
                  <a:pt x="67" y="45"/>
                  <a:pt x="67" y="45"/>
                </a:cubicBezTo>
                <a:cubicBezTo>
                  <a:pt x="67" y="46"/>
                  <a:pt x="68" y="47"/>
                  <a:pt x="68" y="48"/>
                </a:cubicBezTo>
                <a:cubicBezTo>
                  <a:pt x="68" y="49"/>
                  <a:pt x="68" y="49"/>
                  <a:pt x="67" y="50"/>
                </a:cubicBezTo>
                <a:cubicBezTo>
                  <a:pt x="58" y="59"/>
                  <a:pt x="58" y="59"/>
                  <a:pt x="58" y="59"/>
                </a:cubicBezTo>
                <a:cubicBezTo>
                  <a:pt x="58" y="59"/>
                  <a:pt x="58" y="59"/>
                  <a:pt x="58" y="59"/>
                </a:cubicBezTo>
                <a:cubicBezTo>
                  <a:pt x="55" y="62"/>
                  <a:pt x="53" y="66"/>
                  <a:pt x="53" y="71"/>
                </a:cubicBezTo>
                <a:cubicBezTo>
                  <a:pt x="53" y="75"/>
                  <a:pt x="55" y="79"/>
                  <a:pt x="58" y="82"/>
                </a:cubicBezTo>
                <a:cubicBezTo>
                  <a:pt x="58" y="82"/>
                  <a:pt x="58" y="82"/>
                  <a:pt x="58" y="82"/>
                </a:cubicBezTo>
                <a:cubicBezTo>
                  <a:pt x="68" y="96"/>
                  <a:pt x="80" y="108"/>
                  <a:pt x="94" y="118"/>
                </a:cubicBezTo>
                <a:cubicBezTo>
                  <a:pt x="94" y="118"/>
                  <a:pt x="94" y="118"/>
                  <a:pt x="94" y="118"/>
                </a:cubicBezTo>
                <a:cubicBezTo>
                  <a:pt x="97" y="121"/>
                  <a:pt x="101" y="123"/>
                  <a:pt x="105" y="123"/>
                </a:cubicBezTo>
                <a:cubicBezTo>
                  <a:pt x="109" y="123"/>
                  <a:pt x="113" y="121"/>
                  <a:pt x="116" y="118"/>
                </a:cubicBezTo>
                <a:cubicBezTo>
                  <a:pt x="117" y="118"/>
                  <a:pt x="117" y="118"/>
                  <a:pt x="117" y="118"/>
                </a:cubicBezTo>
                <a:cubicBezTo>
                  <a:pt x="126" y="109"/>
                  <a:pt x="126" y="109"/>
                  <a:pt x="126" y="109"/>
                </a:cubicBezTo>
                <a:cubicBezTo>
                  <a:pt x="127" y="108"/>
                  <a:pt x="127" y="108"/>
                  <a:pt x="128" y="108"/>
                </a:cubicBezTo>
                <a:cubicBezTo>
                  <a:pt x="129" y="108"/>
                  <a:pt x="130" y="109"/>
                  <a:pt x="131" y="109"/>
                </a:cubicBezTo>
                <a:cubicBezTo>
                  <a:pt x="131" y="109"/>
                  <a:pt x="131" y="110"/>
                  <a:pt x="131" y="110"/>
                </a:cubicBezTo>
                <a:cubicBezTo>
                  <a:pt x="165" y="136"/>
                  <a:pt x="165" y="136"/>
                  <a:pt x="165" y="136"/>
                </a:cubicBezTo>
                <a:cubicBezTo>
                  <a:pt x="166" y="136"/>
                  <a:pt x="166" y="136"/>
                  <a:pt x="166" y="137"/>
                </a:cubicBezTo>
                <a:cubicBezTo>
                  <a:pt x="166" y="137"/>
                  <a:pt x="167" y="137"/>
                  <a:pt x="167" y="137"/>
                </a:cubicBezTo>
                <a:cubicBezTo>
                  <a:pt x="167" y="138"/>
                  <a:pt x="168" y="138"/>
                  <a:pt x="168" y="140"/>
                </a:cubicBezTo>
                <a:cubicBezTo>
                  <a:pt x="168" y="140"/>
                  <a:pt x="168" y="140"/>
                  <a:pt x="168" y="141"/>
                </a:cubicBezTo>
                <a:cubicBezTo>
                  <a:pt x="167" y="152"/>
                  <a:pt x="153" y="168"/>
                  <a:pt x="134" y="168"/>
                </a:cubicBezTo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 txBox="1"/>
          <p:nvPr>
            <p:ph idx="2" type="ctrTitle"/>
          </p:nvPr>
        </p:nvSpPr>
        <p:spPr>
          <a:xfrm>
            <a:off x="2278425" y="3056225"/>
            <a:ext cx="2360700" cy="2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lus Jakarta Sans Medium"/>
              <a:buNone/>
              <a:defRPr sz="11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cxnSp>
        <p:nvCxnSpPr>
          <p:cNvPr id="55" name="Google Shape;55;p6"/>
          <p:cNvCxnSpPr/>
          <p:nvPr/>
        </p:nvCxnSpPr>
        <p:spPr>
          <a:xfrm>
            <a:off x="4702109" y="2775332"/>
            <a:ext cx="0" cy="10230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6" name="Google Shape;5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5000" y="3099175"/>
            <a:ext cx="284026" cy="2840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 txBox="1"/>
          <p:nvPr>
            <p:ph idx="3" type="subTitle"/>
          </p:nvPr>
        </p:nvSpPr>
        <p:spPr>
          <a:xfrm>
            <a:off x="2278425" y="3187650"/>
            <a:ext cx="2439900" cy="2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8" name="Google Shape;58;p6"/>
          <p:cNvSpPr txBox="1"/>
          <p:nvPr>
            <p:ph idx="4" type="ctrTitle"/>
          </p:nvPr>
        </p:nvSpPr>
        <p:spPr>
          <a:xfrm>
            <a:off x="5427525" y="274172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9" name="Google Shape;59;p6"/>
          <p:cNvSpPr txBox="1"/>
          <p:nvPr>
            <p:ph idx="5" type="subTitle"/>
          </p:nvPr>
        </p:nvSpPr>
        <p:spPr>
          <a:xfrm>
            <a:off x="5427525" y="2984950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p6"/>
          <p:cNvSpPr txBox="1"/>
          <p:nvPr>
            <p:ph idx="6" type="ctrTitle"/>
          </p:nvPr>
        </p:nvSpPr>
        <p:spPr>
          <a:xfrm>
            <a:off x="5427525" y="32826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1" name="Google Shape;61;p6"/>
          <p:cNvSpPr txBox="1"/>
          <p:nvPr>
            <p:ph idx="7" type="subTitle"/>
          </p:nvPr>
        </p:nvSpPr>
        <p:spPr>
          <a:xfrm>
            <a:off x="5427525" y="3525863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">
  <p:cSld name="TITLE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" name="Google Shape;6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7299" y="130700"/>
            <a:ext cx="1250276" cy="125032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>
            <p:ph type="ctrTitle"/>
          </p:nvPr>
        </p:nvSpPr>
        <p:spPr>
          <a:xfrm>
            <a:off x="287303" y="1302125"/>
            <a:ext cx="5815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Plus Jakarta Sans ExtraBold"/>
              <a:buNone/>
              <a:defRPr sz="48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6" name="Google Shape;66;p7"/>
          <p:cNvSpPr txBox="1"/>
          <p:nvPr>
            <p:ph idx="1" type="subTitle"/>
          </p:nvPr>
        </p:nvSpPr>
        <p:spPr>
          <a:xfrm>
            <a:off x="287300" y="3354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None/>
              <a:defRPr b="1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">
  <p:cSld name="TITLE_1_1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Plus Jakarta Sans"/>
              <a:buNone/>
              <a:defRPr b="1" sz="4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9" name="Google Shape;69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sz="2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0" name="Google Shape;7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Content slide">
  <p:cSld name="TITLE_1_1_1_4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/>
          <p:nvPr/>
        </p:nvSpPr>
        <p:spPr>
          <a:xfrm>
            <a:off x="0" y="0"/>
            <a:ext cx="4572000" cy="5153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 txBox="1"/>
          <p:nvPr>
            <p:ph type="ctrTitle"/>
          </p:nvPr>
        </p:nvSpPr>
        <p:spPr>
          <a:xfrm>
            <a:off x="311705" y="744575"/>
            <a:ext cx="3528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us Jakarta Sans"/>
              <a:buNone/>
              <a:defRPr b="1" sz="3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4" name="Google Shape;74;p9"/>
          <p:cNvSpPr txBox="1"/>
          <p:nvPr>
            <p:ph idx="1" type="subTitle"/>
          </p:nvPr>
        </p:nvSpPr>
        <p:spPr>
          <a:xfrm>
            <a:off x="4885625" y="744575"/>
            <a:ext cx="3883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"/>
              <a:buNone/>
              <a:defRPr sz="9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 b="26852" l="0" r="0" t="26852"/>
          <a:stretch/>
        </p:blipFill>
        <p:spPr>
          <a:xfrm>
            <a:off x="199650" y="4749547"/>
            <a:ext cx="477249" cy="22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content 2">
  <p:cSld name="TITLE_1_1_1_3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9" name="Google Shape;79;p10"/>
          <p:cNvGrpSpPr/>
          <p:nvPr/>
        </p:nvGrpSpPr>
        <p:grpSpPr>
          <a:xfrm>
            <a:off x="1559321" y="1912517"/>
            <a:ext cx="371700" cy="371700"/>
            <a:chOff x="7182577" y="2114022"/>
            <a:chExt cx="495600" cy="495600"/>
          </a:xfrm>
        </p:grpSpPr>
        <p:sp>
          <p:nvSpPr>
            <p:cNvPr id="80" name="Google Shape;80;p10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F46262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1" name="Google Shape;81;p10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" name="Google Shape;82;p10"/>
          <p:cNvGrpSpPr/>
          <p:nvPr/>
        </p:nvGrpSpPr>
        <p:grpSpPr>
          <a:xfrm>
            <a:off x="4780823" y="1937843"/>
            <a:ext cx="371700" cy="371700"/>
            <a:chOff x="7182577" y="2114022"/>
            <a:chExt cx="495600" cy="495600"/>
          </a:xfrm>
        </p:grpSpPr>
        <p:sp>
          <p:nvSpPr>
            <p:cNvPr id="83" name="Google Shape;83;p10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F46262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4" name="Google Shape;84;p10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" name="Google Shape;85;p10"/>
          <p:cNvGrpSpPr/>
          <p:nvPr/>
        </p:nvGrpSpPr>
        <p:grpSpPr>
          <a:xfrm>
            <a:off x="1559321" y="2720321"/>
            <a:ext cx="371700" cy="371700"/>
            <a:chOff x="7182577" y="2114022"/>
            <a:chExt cx="495600" cy="495600"/>
          </a:xfrm>
        </p:grpSpPr>
        <p:sp>
          <p:nvSpPr>
            <p:cNvPr id="86" name="Google Shape;86;p10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F46262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7" name="Google Shape;87;p10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" name="Google Shape;88;p10"/>
          <p:cNvGrpSpPr/>
          <p:nvPr/>
        </p:nvGrpSpPr>
        <p:grpSpPr>
          <a:xfrm>
            <a:off x="4780823" y="2723967"/>
            <a:ext cx="371700" cy="371700"/>
            <a:chOff x="7182577" y="2114022"/>
            <a:chExt cx="495600" cy="495600"/>
          </a:xfrm>
        </p:grpSpPr>
        <p:sp>
          <p:nvSpPr>
            <p:cNvPr id="89" name="Google Shape;89;p10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F46262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0" name="Google Shape;90;p10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" name="Google Shape;91;p10"/>
          <p:cNvGrpSpPr/>
          <p:nvPr/>
        </p:nvGrpSpPr>
        <p:grpSpPr>
          <a:xfrm>
            <a:off x="1559321" y="3537868"/>
            <a:ext cx="371700" cy="371700"/>
            <a:chOff x="7182577" y="2114022"/>
            <a:chExt cx="495600" cy="495600"/>
          </a:xfrm>
        </p:grpSpPr>
        <p:sp>
          <p:nvSpPr>
            <p:cNvPr id="92" name="Google Shape;92;p10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F46262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3" name="Google Shape;93;p10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" name="Google Shape;94;p10"/>
          <p:cNvGrpSpPr/>
          <p:nvPr/>
        </p:nvGrpSpPr>
        <p:grpSpPr>
          <a:xfrm>
            <a:off x="4780823" y="3541515"/>
            <a:ext cx="371700" cy="371700"/>
            <a:chOff x="7182577" y="2114022"/>
            <a:chExt cx="495600" cy="495600"/>
          </a:xfrm>
        </p:grpSpPr>
        <p:sp>
          <p:nvSpPr>
            <p:cNvPr id="95" name="Google Shape;95;p10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F46262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6" name="Google Shape;96;p10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06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10"/>
          <p:cNvSpPr txBox="1"/>
          <p:nvPr>
            <p:ph type="ctrTitle"/>
          </p:nvPr>
        </p:nvSpPr>
        <p:spPr>
          <a:xfrm>
            <a:off x="1476475" y="1121150"/>
            <a:ext cx="5051400" cy="5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8" name="Google Shape;98;p10"/>
          <p:cNvSpPr txBox="1"/>
          <p:nvPr>
            <p:ph idx="2" type="ctrTitle"/>
          </p:nvPr>
        </p:nvSpPr>
        <p:spPr>
          <a:xfrm>
            <a:off x="1963675" y="17948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9" name="Google Shape;99;p10"/>
          <p:cNvSpPr txBox="1"/>
          <p:nvPr>
            <p:ph idx="1" type="subTitle"/>
          </p:nvPr>
        </p:nvSpPr>
        <p:spPr>
          <a:xfrm>
            <a:off x="1963675" y="2038038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0"/>
          <p:cNvSpPr txBox="1"/>
          <p:nvPr>
            <p:ph idx="3" type="ctrTitle"/>
          </p:nvPr>
        </p:nvSpPr>
        <p:spPr>
          <a:xfrm>
            <a:off x="1963675" y="264880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1" name="Google Shape;101;p10"/>
          <p:cNvSpPr txBox="1"/>
          <p:nvPr>
            <p:ph idx="4" type="subTitle"/>
          </p:nvPr>
        </p:nvSpPr>
        <p:spPr>
          <a:xfrm>
            <a:off x="1963675" y="2892025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0"/>
          <p:cNvSpPr txBox="1"/>
          <p:nvPr>
            <p:ph idx="5" type="ctrTitle"/>
          </p:nvPr>
        </p:nvSpPr>
        <p:spPr>
          <a:xfrm>
            <a:off x="1963675" y="34663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3" name="Google Shape;103;p10"/>
          <p:cNvSpPr txBox="1"/>
          <p:nvPr>
            <p:ph idx="6" type="subTitle"/>
          </p:nvPr>
        </p:nvSpPr>
        <p:spPr>
          <a:xfrm>
            <a:off x="1963675" y="3709575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" name="Google Shape;104;p10"/>
          <p:cNvSpPr txBox="1"/>
          <p:nvPr>
            <p:ph idx="7" type="ctrTitle"/>
          </p:nvPr>
        </p:nvSpPr>
        <p:spPr>
          <a:xfrm>
            <a:off x="5194350" y="18410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5" name="Google Shape;105;p10"/>
          <p:cNvSpPr txBox="1"/>
          <p:nvPr>
            <p:ph idx="8" type="subTitle"/>
          </p:nvPr>
        </p:nvSpPr>
        <p:spPr>
          <a:xfrm>
            <a:off x="5194350" y="2084238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10"/>
          <p:cNvSpPr txBox="1"/>
          <p:nvPr>
            <p:ph idx="9" type="ctrTitle"/>
          </p:nvPr>
        </p:nvSpPr>
        <p:spPr>
          <a:xfrm>
            <a:off x="5194350" y="264880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7" name="Google Shape;107;p10"/>
          <p:cNvSpPr txBox="1"/>
          <p:nvPr>
            <p:ph idx="13" type="subTitle"/>
          </p:nvPr>
        </p:nvSpPr>
        <p:spPr>
          <a:xfrm>
            <a:off x="5194350" y="2892025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14" type="ctrTitle"/>
          </p:nvPr>
        </p:nvSpPr>
        <p:spPr>
          <a:xfrm>
            <a:off x="5194350" y="345656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9" name="Google Shape;109;p10"/>
          <p:cNvSpPr txBox="1"/>
          <p:nvPr>
            <p:ph idx="15" type="subTitle"/>
          </p:nvPr>
        </p:nvSpPr>
        <p:spPr>
          <a:xfrm>
            <a:off x="5194350" y="3699788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1_1_1_3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1"/>
          <p:cNvSpPr txBox="1"/>
          <p:nvPr>
            <p:ph type="ctrTitle"/>
          </p:nvPr>
        </p:nvSpPr>
        <p:spPr>
          <a:xfrm>
            <a:off x="1162850" y="1395900"/>
            <a:ext cx="2510100" cy="125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3" name="Google Shape;113;p11"/>
          <p:cNvSpPr txBox="1"/>
          <p:nvPr>
            <p:ph idx="2" type="ctrTitle"/>
          </p:nvPr>
        </p:nvSpPr>
        <p:spPr>
          <a:xfrm>
            <a:off x="5194350" y="189772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4" name="Google Shape;114;p11"/>
          <p:cNvSpPr txBox="1"/>
          <p:nvPr>
            <p:ph idx="1" type="subTitle"/>
          </p:nvPr>
        </p:nvSpPr>
        <p:spPr>
          <a:xfrm>
            <a:off x="5194350" y="2140950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" name="Google Shape;115;p11"/>
          <p:cNvSpPr txBox="1"/>
          <p:nvPr>
            <p:ph idx="3" type="ctrTitle"/>
          </p:nvPr>
        </p:nvSpPr>
        <p:spPr>
          <a:xfrm>
            <a:off x="5194350" y="26771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6" name="Google Shape;116;p11"/>
          <p:cNvSpPr txBox="1"/>
          <p:nvPr>
            <p:ph idx="4" type="subTitle"/>
          </p:nvPr>
        </p:nvSpPr>
        <p:spPr>
          <a:xfrm>
            <a:off x="5194350" y="2920375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5" type="ctrTitle"/>
          </p:nvPr>
        </p:nvSpPr>
        <p:spPr>
          <a:xfrm>
            <a:off x="5194350" y="35049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8" name="Google Shape;118;p11"/>
          <p:cNvSpPr txBox="1"/>
          <p:nvPr>
            <p:ph idx="6" type="subTitle"/>
          </p:nvPr>
        </p:nvSpPr>
        <p:spPr>
          <a:xfrm>
            <a:off x="5194350" y="3748175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11"/>
          <p:cNvSpPr/>
          <p:nvPr/>
        </p:nvSpPr>
        <p:spPr>
          <a:xfrm>
            <a:off x="-6675" y="-6675"/>
            <a:ext cx="225000" cy="5150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4976525" y="1487700"/>
            <a:ext cx="16500" cy="36558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" name="Google Shape;121;p11"/>
          <p:cNvGrpSpPr/>
          <p:nvPr/>
        </p:nvGrpSpPr>
        <p:grpSpPr>
          <a:xfrm>
            <a:off x="4798921" y="1161454"/>
            <a:ext cx="371700" cy="371700"/>
            <a:chOff x="7182577" y="2114022"/>
            <a:chExt cx="495600" cy="495600"/>
          </a:xfrm>
        </p:grpSpPr>
        <p:sp>
          <p:nvSpPr>
            <p:cNvPr id="122" name="Google Shape;122;p11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30496D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3" name="Google Shape;123;p11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30496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" name="Google Shape;124;p11"/>
          <p:cNvGrpSpPr/>
          <p:nvPr/>
        </p:nvGrpSpPr>
        <p:grpSpPr>
          <a:xfrm>
            <a:off x="4798921" y="1969258"/>
            <a:ext cx="371700" cy="371700"/>
            <a:chOff x="7182577" y="2114022"/>
            <a:chExt cx="495600" cy="495600"/>
          </a:xfrm>
        </p:grpSpPr>
        <p:sp>
          <p:nvSpPr>
            <p:cNvPr id="125" name="Google Shape;125;p11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30496D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6" name="Google Shape;126;p11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30496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" name="Google Shape;127;p11"/>
          <p:cNvGrpSpPr/>
          <p:nvPr/>
        </p:nvGrpSpPr>
        <p:grpSpPr>
          <a:xfrm>
            <a:off x="4798921" y="2786806"/>
            <a:ext cx="371700" cy="371700"/>
            <a:chOff x="7182577" y="2114022"/>
            <a:chExt cx="495600" cy="495600"/>
          </a:xfrm>
        </p:grpSpPr>
        <p:sp>
          <p:nvSpPr>
            <p:cNvPr id="128" name="Google Shape;128;p11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30496D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9" name="Google Shape;129;p11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30496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11"/>
          <p:cNvGrpSpPr/>
          <p:nvPr/>
        </p:nvGrpSpPr>
        <p:grpSpPr>
          <a:xfrm>
            <a:off x="4798921" y="3604356"/>
            <a:ext cx="371700" cy="371700"/>
            <a:chOff x="7182577" y="2114022"/>
            <a:chExt cx="495600" cy="495600"/>
          </a:xfrm>
        </p:grpSpPr>
        <p:sp>
          <p:nvSpPr>
            <p:cNvPr id="131" name="Google Shape;131;p11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30496D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2" name="Google Shape;132;p11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30496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" name="Google Shape;133;p11"/>
          <p:cNvGrpSpPr/>
          <p:nvPr/>
        </p:nvGrpSpPr>
        <p:grpSpPr>
          <a:xfrm>
            <a:off x="4798921" y="4421906"/>
            <a:ext cx="371700" cy="371700"/>
            <a:chOff x="7182577" y="2114022"/>
            <a:chExt cx="495600" cy="495600"/>
          </a:xfrm>
        </p:grpSpPr>
        <p:sp>
          <p:nvSpPr>
            <p:cNvPr id="134" name="Google Shape;134;p11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30496D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5" name="Google Shape;135;p11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30496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" name="Google Shape;136;p11"/>
          <p:cNvSpPr txBox="1"/>
          <p:nvPr>
            <p:ph idx="7" type="ctrTitle"/>
          </p:nvPr>
        </p:nvSpPr>
        <p:spPr>
          <a:xfrm>
            <a:off x="5194350" y="43327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7" name="Google Shape;137;p11"/>
          <p:cNvSpPr txBox="1"/>
          <p:nvPr>
            <p:ph idx="8" type="subTitle"/>
          </p:nvPr>
        </p:nvSpPr>
        <p:spPr>
          <a:xfrm>
            <a:off x="5194350" y="4575975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8" name="Google Shape;138;p11"/>
          <p:cNvSpPr txBox="1"/>
          <p:nvPr>
            <p:ph idx="9" type="ctrTitle"/>
          </p:nvPr>
        </p:nvSpPr>
        <p:spPr>
          <a:xfrm>
            <a:off x="5194350" y="10550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9" name="Google Shape;139;p11"/>
          <p:cNvSpPr txBox="1"/>
          <p:nvPr>
            <p:ph idx="13" type="subTitle"/>
          </p:nvPr>
        </p:nvSpPr>
        <p:spPr>
          <a:xfrm>
            <a:off x="5194350" y="1298313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1"/>
          <p:cNvSpPr txBox="1"/>
          <p:nvPr>
            <p:ph idx="14" type="ctrTitle"/>
          </p:nvPr>
        </p:nvSpPr>
        <p:spPr>
          <a:xfrm>
            <a:off x="1162850" y="26153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 1">
  <p:cSld name="CUSTOM_8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"/>
          <p:cNvSpPr txBox="1"/>
          <p:nvPr>
            <p:ph type="title"/>
          </p:nvPr>
        </p:nvSpPr>
        <p:spPr>
          <a:xfrm>
            <a:off x="657225" y="521275"/>
            <a:ext cx="849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43" name="Google Shape;143;p12"/>
          <p:cNvGrpSpPr/>
          <p:nvPr/>
        </p:nvGrpSpPr>
        <p:grpSpPr>
          <a:xfrm>
            <a:off x="4478850" y="893425"/>
            <a:ext cx="3747495" cy="3747672"/>
            <a:chOff x="0" y="0"/>
            <a:chExt cx="5012700" cy="5012938"/>
          </a:xfrm>
        </p:grpSpPr>
        <p:sp>
          <p:nvSpPr>
            <p:cNvPr id="144" name="Google Shape;144;p12"/>
            <p:cNvSpPr/>
            <p:nvPr/>
          </p:nvSpPr>
          <p:spPr>
            <a:xfrm>
              <a:off x="0" y="0"/>
              <a:ext cx="5012700" cy="5012700"/>
            </a:xfrm>
            <a:prstGeom prst="ellipse">
              <a:avLst/>
            </a:prstGeom>
            <a:solidFill>
              <a:srgbClr val="F46262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2"/>
            <p:cNvSpPr/>
            <p:nvPr/>
          </p:nvSpPr>
          <p:spPr>
            <a:xfrm>
              <a:off x="397257" y="751919"/>
              <a:ext cx="4260900" cy="4260900"/>
            </a:xfrm>
            <a:prstGeom prst="ellipse">
              <a:avLst/>
            </a:prstGeom>
            <a:solidFill>
              <a:srgbClr val="3049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2"/>
            <p:cNvSpPr/>
            <p:nvPr/>
          </p:nvSpPr>
          <p:spPr>
            <a:xfrm>
              <a:off x="773217" y="1503838"/>
              <a:ext cx="3509100" cy="3509100"/>
            </a:xfrm>
            <a:prstGeom prst="ellipse">
              <a:avLst/>
            </a:prstGeom>
            <a:solidFill>
              <a:srgbClr val="874D83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2"/>
            <p:cNvSpPr/>
            <p:nvPr/>
          </p:nvSpPr>
          <p:spPr>
            <a:xfrm>
              <a:off x="1149176" y="2255757"/>
              <a:ext cx="2757000" cy="2757000"/>
            </a:xfrm>
            <a:prstGeom prst="ellipse">
              <a:avLst/>
            </a:prstGeom>
            <a:solidFill>
              <a:srgbClr val="FEED7D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2"/>
            <p:cNvSpPr/>
            <p:nvPr/>
          </p:nvSpPr>
          <p:spPr>
            <a:xfrm>
              <a:off x="1525136" y="3007677"/>
              <a:ext cx="2005200" cy="2005200"/>
            </a:xfrm>
            <a:prstGeom prst="ellipse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" name="Google Shape;149;p12"/>
          <p:cNvSpPr txBox="1"/>
          <p:nvPr>
            <p:ph idx="1" type="subTitle"/>
          </p:nvPr>
        </p:nvSpPr>
        <p:spPr>
          <a:xfrm>
            <a:off x="657225" y="1067075"/>
            <a:ext cx="35424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0" name="Google Shape;150;p12"/>
          <p:cNvSpPr txBox="1"/>
          <p:nvPr>
            <p:ph idx="2" type="title"/>
          </p:nvPr>
        </p:nvSpPr>
        <p:spPr>
          <a:xfrm>
            <a:off x="5505850" y="1005300"/>
            <a:ext cx="16935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 b="1" sz="1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1" name="Google Shape;151;p12"/>
          <p:cNvSpPr txBox="1"/>
          <p:nvPr>
            <p:ph idx="3" type="title"/>
          </p:nvPr>
        </p:nvSpPr>
        <p:spPr>
          <a:xfrm>
            <a:off x="5505850" y="1563925"/>
            <a:ext cx="16935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 b="1" sz="1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2" name="Google Shape;152;p12"/>
          <p:cNvSpPr txBox="1"/>
          <p:nvPr>
            <p:ph idx="4" type="title"/>
          </p:nvPr>
        </p:nvSpPr>
        <p:spPr>
          <a:xfrm>
            <a:off x="5505850" y="2122550"/>
            <a:ext cx="16935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 b="1" sz="1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" name="Google Shape;153;p12"/>
          <p:cNvSpPr txBox="1"/>
          <p:nvPr>
            <p:ph idx="5" type="title"/>
          </p:nvPr>
        </p:nvSpPr>
        <p:spPr>
          <a:xfrm>
            <a:off x="5505850" y="2726200"/>
            <a:ext cx="16935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None/>
              <a:defRPr b="1" sz="140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4" name="Google Shape;154;p12"/>
          <p:cNvSpPr txBox="1"/>
          <p:nvPr>
            <p:ph idx="6" type="title"/>
          </p:nvPr>
        </p:nvSpPr>
        <p:spPr>
          <a:xfrm>
            <a:off x="5505850" y="3655725"/>
            <a:ext cx="16935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None/>
              <a:defRPr b="1" sz="140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content 2">
  <p:cSld name="TITLE_1_1_1_2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/>
          <p:nvPr/>
        </p:nvSpPr>
        <p:spPr>
          <a:xfrm>
            <a:off x="0" y="9525"/>
            <a:ext cx="4572000" cy="51435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"/>
          <p:cNvSpPr txBox="1"/>
          <p:nvPr>
            <p:ph type="ctrTitle"/>
          </p:nvPr>
        </p:nvSpPr>
        <p:spPr>
          <a:xfrm>
            <a:off x="311705" y="1545450"/>
            <a:ext cx="3410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Plus Jakarta Sans"/>
              <a:buNone/>
              <a:defRPr b="1" sz="4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8" name="Google Shape;158;p13"/>
          <p:cNvSpPr txBox="1"/>
          <p:nvPr>
            <p:ph idx="1" type="subTitle"/>
          </p:nvPr>
        </p:nvSpPr>
        <p:spPr>
          <a:xfrm>
            <a:off x="4801975" y="5690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9" name="Google Shape;1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" name="Google Shape;160;p13"/>
          <p:cNvSpPr txBox="1"/>
          <p:nvPr>
            <p:ph idx="2" type="subTitle"/>
          </p:nvPr>
        </p:nvSpPr>
        <p:spPr>
          <a:xfrm>
            <a:off x="4801975" y="105940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1" name="Google Shape;161;p13"/>
          <p:cNvSpPr txBox="1"/>
          <p:nvPr>
            <p:ph idx="3" type="subTitle"/>
          </p:nvPr>
        </p:nvSpPr>
        <p:spPr>
          <a:xfrm>
            <a:off x="4801975" y="15454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2" name="Google Shape;162;p13"/>
          <p:cNvSpPr txBox="1"/>
          <p:nvPr>
            <p:ph idx="4" type="subTitle"/>
          </p:nvPr>
        </p:nvSpPr>
        <p:spPr>
          <a:xfrm>
            <a:off x="4801975" y="20288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3" name="Google Shape;163;p13"/>
          <p:cNvSpPr txBox="1"/>
          <p:nvPr>
            <p:ph idx="5" type="subTitle"/>
          </p:nvPr>
        </p:nvSpPr>
        <p:spPr>
          <a:xfrm>
            <a:off x="4801975" y="25218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4" name="Google Shape;164;p13"/>
          <p:cNvSpPr txBox="1"/>
          <p:nvPr>
            <p:ph idx="6" type="subTitle"/>
          </p:nvPr>
        </p:nvSpPr>
        <p:spPr>
          <a:xfrm>
            <a:off x="6823075" y="5690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65" name="Google Shape;165;p13"/>
          <p:cNvSpPr txBox="1"/>
          <p:nvPr>
            <p:ph idx="7" type="subTitle"/>
          </p:nvPr>
        </p:nvSpPr>
        <p:spPr>
          <a:xfrm>
            <a:off x="6823075" y="105940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66" name="Google Shape;166;p13"/>
          <p:cNvSpPr txBox="1"/>
          <p:nvPr>
            <p:ph idx="8" type="subTitle"/>
          </p:nvPr>
        </p:nvSpPr>
        <p:spPr>
          <a:xfrm>
            <a:off x="6823075" y="15454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67" name="Google Shape;167;p13"/>
          <p:cNvSpPr txBox="1"/>
          <p:nvPr>
            <p:ph idx="9" type="subTitle"/>
          </p:nvPr>
        </p:nvSpPr>
        <p:spPr>
          <a:xfrm>
            <a:off x="6823075" y="20288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68" name="Google Shape;168;p13"/>
          <p:cNvSpPr txBox="1"/>
          <p:nvPr>
            <p:ph idx="13" type="subTitle"/>
          </p:nvPr>
        </p:nvSpPr>
        <p:spPr>
          <a:xfrm>
            <a:off x="6823075" y="25218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4">
  <p:cSld name="TITLE_1_1_1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" name="Google Shape;172;p14"/>
          <p:cNvGrpSpPr/>
          <p:nvPr/>
        </p:nvGrpSpPr>
        <p:grpSpPr>
          <a:xfrm>
            <a:off x="4893500" y="3348599"/>
            <a:ext cx="4326399" cy="1683326"/>
            <a:chOff x="4893500" y="3348599"/>
            <a:chExt cx="4326399" cy="1683326"/>
          </a:xfrm>
        </p:grpSpPr>
        <p:pic>
          <p:nvPicPr>
            <p:cNvPr id="173" name="Google Shape;173;p14"/>
            <p:cNvPicPr preferRelativeResize="0"/>
            <p:nvPr/>
          </p:nvPicPr>
          <p:blipFill rotWithShape="1">
            <a:blip r:embed="rId2">
              <a:alphaModFix amt="10000"/>
            </a:blip>
            <a:srcRect b="0" l="0" r="0" t="0"/>
            <a:stretch/>
          </p:blipFill>
          <p:spPr>
            <a:xfrm rot="-5400000">
              <a:off x="5006106" y="3235993"/>
              <a:ext cx="1683326" cy="19085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14"/>
            <p:cNvPicPr preferRelativeResize="0"/>
            <p:nvPr/>
          </p:nvPicPr>
          <p:blipFill rotWithShape="1">
            <a:blip r:embed="rId2">
              <a:alphaModFix amt="34000"/>
            </a:blip>
            <a:srcRect b="0" l="0" r="0" t="0"/>
            <a:stretch/>
          </p:blipFill>
          <p:spPr>
            <a:xfrm rot="-5400000">
              <a:off x="5739658" y="3235993"/>
              <a:ext cx="1683326" cy="19085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14"/>
            <p:cNvPicPr preferRelativeResize="0"/>
            <p:nvPr/>
          </p:nvPicPr>
          <p:blipFill rotWithShape="1">
            <a:blip r:embed="rId2">
              <a:alphaModFix amt="54000"/>
            </a:blip>
            <a:srcRect b="0" l="0" r="0" t="0"/>
            <a:stretch/>
          </p:blipFill>
          <p:spPr>
            <a:xfrm rot="-5400000">
              <a:off x="6581835" y="3235993"/>
              <a:ext cx="1683326" cy="19085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1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7423967" y="3235993"/>
              <a:ext cx="1683326" cy="190853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7" name="Google Shape;177;p14"/>
          <p:cNvPicPr preferRelativeResize="0"/>
          <p:nvPr/>
        </p:nvPicPr>
        <p:blipFill rotWithShape="1">
          <a:blip r:embed="rId3">
            <a:alphaModFix/>
          </a:blip>
          <a:srcRect b="26931" l="0" r="0" t="25218"/>
          <a:stretch/>
        </p:blipFill>
        <p:spPr>
          <a:xfrm>
            <a:off x="688916" y="664684"/>
            <a:ext cx="1054199" cy="50444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4"/>
          <p:cNvSpPr txBox="1"/>
          <p:nvPr>
            <p:ph type="ctrTitle"/>
          </p:nvPr>
        </p:nvSpPr>
        <p:spPr>
          <a:xfrm>
            <a:off x="612253" y="1296000"/>
            <a:ext cx="50514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Plus Jakarta Sans ExtraBold"/>
              <a:buNone/>
              <a:defRPr sz="48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9" name="Google Shape;179;p14"/>
          <p:cNvSpPr txBox="1"/>
          <p:nvPr>
            <p:ph idx="1" type="subTitle"/>
          </p:nvPr>
        </p:nvSpPr>
        <p:spPr>
          <a:xfrm>
            <a:off x="612250" y="4435000"/>
            <a:ext cx="2872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None/>
              <a:defRPr b="1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 1 1">
  <p:cSld name="TITLE_1_1_1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 txBox="1"/>
          <p:nvPr>
            <p:ph type="ctrTitle"/>
          </p:nvPr>
        </p:nvSpPr>
        <p:spPr>
          <a:xfrm>
            <a:off x="236201" y="1647038"/>
            <a:ext cx="3889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Plus Jakarta Sans ExtraBold"/>
              <a:buNone/>
              <a:defRPr sz="48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2" name="Google Shape;182;p15"/>
          <p:cNvSpPr txBox="1"/>
          <p:nvPr>
            <p:ph idx="1" type="subTitle"/>
          </p:nvPr>
        </p:nvSpPr>
        <p:spPr>
          <a:xfrm>
            <a:off x="236200" y="3905350"/>
            <a:ext cx="3889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None/>
              <a:defRPr b="1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83" name="Google Shape;183;p15"/>
          <p:cNvSpPr/>
          <p:nvPr>
            <p:ph idx="2" type="pic"/>
          </p:nvPr>
        </p:nvSpPr>
        <p:spPr>
          <a:xfrm>
            <a:off x="4667950" y="0"/>
            <a:ext cx="44760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84" name="Google Shape;18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025" y="235675"/>
            <a:ext cx="873148" cy="8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5"/>
          <p:cNvSpPr/>
          <p:nvPr/>
        </p:nvSpPr>
        <p:spPr>
          <a:xfrm>
            <a:off x="1319928" y="461366"/>
            <a:ext cx="12300" cy="4503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3000" y="578188"/>
            <a:ext cx="1607649" cy="28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Plus Jakarta Sans"/>
              <a:buNone/>
              <a:defRPr sz="36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9" name="Google Shape;1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 txBox="1"/>
          <p:nvPr>
            <p:ph type="title"/>
          </p:nvPr>
        </p:nvSpPr>
        <p:spPr>
          <a:xfrm>
            <a:off x="314325" y="2057800"/>
            <a:ext cx="4124400" cy="19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2" name="Google Shape;192;p17"/>
          <p:cNvSpPr/>
          <p:nvPr>
            <p:ph idx="2" type="pic"/>
          </p:nvPr>
        </p:nvSpPr>
        <p:spPr>
          <a:xfrm>
            <a:off x="4668000" y="0"/>
            <a:ext cx="4472700" cy="51507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7"/>
          <p:cNvSpPr/>
          <p:nvPr/>
        </p:nvSpPr>
        <p:spPr>
          <a:xfrm>
            <a:off x="0" y="4111800"/>
            <a:ext cx="4668000" cy="10317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95" name="Google Shape;19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025" y="235675"/>
            <a:ext cx="873148" cy="87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7"/>
          <p:cNvPicPr preferRelativeResize="0"/>
          <p:nvPr/>
        </p:nvPicPr>
        <p:blipFill rotWithShape="1">
          <a:blip r:embed="rId3">
            <a:alphaModFix/>
          </a:blip>
          <a:srcRect b="9050" l="15607" r="5046" t="7156"/>
          <a:stretch/>
        </p:blipFill>
        <p:spPr>
          <a:xfrm rot="-409438">
            <a:off x="7408292" y="3485661"/>
            <a:ext cx="1405816" cy="1484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488062">
            <a:off x="1716112" y="1264039"/>
            <a:ext cx="148973" cy="148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93979">
            <a:off x="3418975" y="3615110"/>
            <a:ext cx="460525" cy="460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411395">
            <a:off x="3190710" y="-25526"/>
            <a:ext cx="917055" cy="917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7"/>
          <p:cNvSpPr/>
          <p:nvPr/>
        </p:nvSpPr>
        <p:spPr>
          <a:xfrm rot="1842330">
            <a:off x="7752698" y="363896"/>
            <a:ext cx="159804" cy="138144"/>
          </a:xfrm>
          <a:prstGeom prst="triangle">
            <a:avLst>
              <a:gd fmla="val 50000" name="adj"/>
            </a:avLst>
          </a:prstGeom>
          <a:solidFill>
            <a:srgbClr val="874D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1" name="Google Shape;201;p17"/>
          <p:cNvSpPr/>
          <p:nvPr/>
        </p:nvSpPr>
        <p:spPr>
          <a:xfrm rot="-2480867">
            <a:off x="5300493" y="3931293"/>
            <a:ext cx="159848" cy="138173"/>
          </a:xfrm>
          <a:prstGeom prst="triangle">
            <a:avLst>
              <a:gd fmla="val 50000" name="adj"/>
            </a:avLst>
          </a:prstGeom>
          <a:solidFill>
            <a:srgbClr val="FEED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2" name="Google Shape;202;p17"/>
          <p:cNvSpPr txBox="1"/>
          <p:nvPr>
            <p:ph idx="1" type="subTitle"/>
          </p:nvPr>
        </p:nvSpPr>
        <p:spPr>
          <a:xfrm>
            <a:off x="314325" y="4213600"/>
            <a:ext cx="3872100" cy="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" name="Google Shape;20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7" name="Google Shape;20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 3.1">
  <p:cSld name="CUSTOM_16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"/>
          <p:cNvSpPr/>
          <p:nvPr/>
        </p:nvSpPr>
        <p:spPr>
          <a:xfrm>
            <a:off x="4900759" y="171400"/>
            <a:ext cx="3930000" cy="4477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71463" rotWithShape="0" algn="bl" dir="4200000" dist="571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313250" y="2823350"/>
            <a:ext cx="2181900" cy="1826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2525151" y="2823358"/>
            <a:ext cx="2210100" cy="1826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5175800" y="2454250"/>
            <a:ext cx="1652700" cy="14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5175800" y="3057413"/>
            <a:ext cx="1652700" cy="14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5175800" y="3690250"/>
            <a:ext cx="1652700" cy="14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"/>
          <p:cNvSpPr/>
          <p:nvPr>
            <p:ph idx="2" type="pic"/>
          </p:nvPr>
        </p:nvSpPr>
        <p:spPr>
          <a:xfrm>
            <a:off x="6975550" y="176550"/>
            <a:ext cx="1855200" cy="44727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19"/>
          <p:cNvSpPr/>
          <p:nvPr/>
        </p:nvSpPr>
        <p:spPr>
          <a:xfrm>
            <a:off x="4965850" y="316350"/>
            <a:ext cx="2350500" cy="134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"/>
          <p:cNvSpPr/>
          <p:nvPr>
            <p:ph idx="3" type="pic"/>
          </p:nvPr>
        </p:nvSpPr>
        <p:spPr>
          <a:xfrm>
            <a:off x="2533025" y="176550"/>
            <a:ext cx="2210100" cy="26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9"/>
          <p:cNvSpPr/>
          <p:nvPr/>
        </p:nvSpPr>
        <p:spPr>
          <a:xfrm>
            <a:off x="313250" y="940275"/>
            <a:ext cx="2519700" cy="163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>
            <p:ph type="title"/>
          </p:nvPr>
        </p:nvSpPr>
        <p:spPr>
          <a:xfrm>
            <a:off x="295230" y="287675"/>
            <a:ext cx="373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Plus Jakarta Sans"/>
              <a:buNone/>
              <a:defRPr b="1" sz="2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1" name="Google Shape;221;p19"/>
          <p:cNvSpPr txBox="1"/>
          <p:nvPr>
            <p:ph idx="1" type="subTitle"/>
          </p:nvPr>
        </p:nvSpPr>
        <p:spPr>
          <a:xfrm>
            <a:off x="429350" y="1053750"/>
            <a:ext cx="2285100" cy="14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22" name="Google Shape;222;p19"/>
          <p:cNvSpPr txBox="1"/>
          <p:nvPr>
            <p:ph idx="4" type="subTitle"/>
          </p:nvPr>
        </p:nvSpPr>
        <p:spPr>
          <a:xfrm>
            <a:off x="465021" y="2956611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23" name="Google Shape;223;p19"/>
          <p:cNvSpPr txBox="1"/>
          <p:nvPr>
            <p:ph idx="5" type="subTitle"/>
          </p:nvPr>
        </p:nvSpPr>
        <p:spPr>
          <a:xfrm>
            <a:off x="471650" y="3436350"/>
            <a:ext cx="18189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24" name="Google Shape;224;p19"/>
          <p:cNvSpPr txBox="1"/>
          <p:nvPr>
            <p:ph idx="6" type="subTitle"/>
          </p:nvPr>
        </p:nvSpPr>
        <p:spPr>
          <a:xfrm>
            <a:off x="2682884" y="2956611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25" name="Google Shape;225;p19"/>
          <p:cNvSpPr txBox="1"/>
          <p:nvPr>
            <p:ph idx="7" type="subTitle"/>
          </p:nvPr>
        </p:nvSpPr>
        <p:spPr>
          <a:xfrm>
            <a:off x="2689513" y="3436350"/>
            <a:ext cx="18189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26" name="Google Shape;226;p19"/>
          <p:cNvSpPr txBox="1"/>
          <p:nvPr>
            <p:ph idx="8" type="subTitle"/>
          </p:nvPr>
        </p:nvSpPr>
        <p:spPr>
          <a:xfrm>
            <a:off x="5074550" y="300825"/>
            <a:ext cx="2181900" cy="2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27" name="Google Shape;227;p19"/>
          <p:cNvSpPr txBox="1"/>
          <p:nvPr>
            <p:ph idx="9" type="subTitle"/>
          </p:nvPr>
        </p:nvSpPr>
        <p:spPr>
          <a:xfrm>
            <a:off x="5092700" y="559650"/>
            <a:ext cx="2052300" cy="10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28" name="Google Shape;228;p19"/>
          <p:cNvSpPr txBox="1"/>
          <p:nvPr>
            <p:ph idx="13" type="subTitle"/>
          </p:nvPr>
        </p:nvSpPr>
        <p:spPr>
          <a:xfrm>
            <a:off x="5062125" y="1683186"/>
            <a:ext cx="1855200" cy="2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29" name="Google Shape;229;p19"/>
          <p:cNvSpPr txBox="1"/>
          <p:nvPr>
            <p:ph idx="14" type="subTitle"/>
          </p:nvPr>
        </p:nvSpPr>
        <p:spPr>
          <a:xfrm>
            <a:off x="5080275" y="2059121"/>
            <a:ext cx="1855200" cy="3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30" name="Google Shape;230;p19"/>
          <p:cNvSpPr txBox="1"/>
          <p:nvPr>
            <p:ph idx="15" type="subTitle"/>
          </p:nvPr>
        </p:nvSpPr>
        <p:spPr>
          <a:xfrm>
            <a:off x="5080275" y="2517725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31" name="Google Shape;231;p19"/>
          <p:cNvSpPr txBox="1"/>
          <p:nvPr>
            <p:ph idx="16" type="subTitle"/>
          </p:nvPr>
        </p:nvSpPr>
        <p:spPr>
          <a:xfrm>
            <a:off x="5083692" y="3142940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32" name="Google Shape;232;p19"/>
          <p:cNvSpPr txBox="1"/>
          <p:nvPr>
            <p:ph idx="17" type="subTitle"/>
          </p:nvPr>
        </p:nvSpPr>
        <p:spPr>
          <a:xfrm>
            <a:off x="5080275" y="3827125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 3.2">
  <p:cSld name="CUSTOM_16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"/>
          <p:cNvSpPr/>
          <p:nvPr/>
        </p:nvSpPr>
        <p:spPr>
          <a:xfrm>
            <a:off x="4900759" y="171400"/>
            <a:ext cx="3930000" cy="4477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71463" rotWithShape="0" algn="bl" dir="4200000" dist="571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0"/>
          <p:cNvSpPr/>
          <p:nvPr>
            <p:ph idx="2" type="pic"/>
          </p:nvPr>
        </p:nvSpPr>
        <p:spPr>
          <a:xfrm>
            <a:off x="6975550" y="176550"/>
            <a:ext cx="1855200" cy="44727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0"/>
          <p:cNvSpPr/>
          <p:nvPr/>
        </p:nvSpPr>
        <p:spPr>
          <a:xfrm>
            <a:off x="5001500" y="1716475"/>
            <a:ext cx="2314800" cy="279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313250" y="2823350"/>
            <a:ext cx="2181900" cy="1826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2525151" y="2823358"/>
            <a:ext cx="2210100" cy="1826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5175800" y="2454250"/>
            <a:ext cx="1652700" cy="14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0"/>
          <p:cNvSpPr/>
          <p:nvPr/>
        </p:nvSpPr>
        <p:spPr>
          <a:xfrm>
            <a:off x="5175800" y="3057413"/>
            <a:ext cx="1652700" cy="14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5175800" y="3690250"/>
            <a:ext cx="1652700" cy="14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"/>
          <p:cNvSpPr/>
          <p:nvPr>
            <p:ph idx="3" type="pic"/>
          </p:nvPr>
        </p:nvSpPr>
        <p:spPr>
          <a:xfrm>
            <a:off x="2533025" y="176550"/>
            <a:ext cx="2210100" cy="26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0"/>
          <p:cNvSpPr/>
          <p:nvPr/>
        </p:nvSpPr>
        <p:spPr>
          <a:xfrm>
            <a:off x="313250" y="940275"/>
            <a:ext cx="2519700" cy="163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4" name="Google Shape;244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0"/>
          <p:cNvSpPr txBox="1"/>
          <p:nvPr>
            <p:ph type="title"/>
          </p:nvPr>
        </p:nvSpPr>
        <p:spPr>
          <a:xfrm>
            <a:off x="295230" y="287675"/>
            <a:ext cx="373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Plus Jakarta Sans"/>
              <a:buNone/>
              <a:defRPr b="1" sz="2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6" name="Google Shape;246;p20"/>
          <p:cNvSpPr txBox="1"/>
          <p:nvPr>
            <p:ph idx="1" type="subTitle"/>
          </p:nvPr>
        </p:nvSpPr>
        <p:spPr>
          <a:xfrm>
            <a:off x="429350" y="1053750"/>
            <a:ext cx="2285100" cy="14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7" name="Google Shape;247;p20"/>
          <p:cNvSpPr txBox="1"/>
          <p:nvPr>
            <p:ph idx="4" type="subTitle"/>
          </p:nvPr>
        </p:nvSpPr>
        <p:spPr>
          <a:xfrm>
            <a:off x="465021" y="2956611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8" name="Google Shape;248;p20"/>
          <p:cNvSpPr txBox="1"/>
          <p:nvPr>
            <p:ph idx="5" type="subTitle"/>
          </p:nvPr>
        </p:nvSpPr>
        <p:spPr>
          <a:xfrm>
            <a:off x="471650" y="3436350"/>
            <a:ext cx="18189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9" name="Google Shape;249;p20"/>
          <p:cNvSpPr txBox="1"/>
          <p:nvPr>
            <p:ph idx="6" type="subTitle"/>
          </p:nvPr>
        </p:nvSpPr>
        <p:spPr>
          <a:xfrm>
            <a:off x="2682884" y="2956611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0" name="Google Shape;250;p20"/>
          <p:cNvSpPr txBox="1"/>
          <p:nvPr>
            <p:ph idx="7" type="subTitle"/>
          </p:nvPr>
        </p:nvSpPr>
        <p:spPr>
          <a:xfrm>
            <a:off x="2689513" y="3436350"/>
            <a:ext cx="18189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1" name="Google Shape;251;p20"/>
          <p:cNvSpPr txBox="1"/>
          <p:nvPr>
            <p:ph idx="8" type="subTitle"/>
          </p:nvPr>
        </p:nvSpPr>
        <p:spPr>
          <a:xfrm>
            <a:off x="5074550" y="183723"/>
            <a:ext cx="1818900" cy="2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2" name="Google Shape;252;p20"/>
          <p:cNvSpPr txBox="1"/>
          <p:nvPr>
            <p:ph idx="9" type="subTitle"/>
          </p:nvPr>
        </p:nvSpPr>
        <p:spPr>
          <a:xfrm>
            <a:off x="5092700" y="559650"/>
            <a:ext cx="1818900" cy="10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3" name="Google Shape;253;p20"/>
          <p:cNvSpPr txBox="1"/>
          <p:nvPr>
            <p:ph idx="13" type="subTitle"/>
          </p:nvPr>
        </p:nvSpPr>
        <p:spPr>
          <a:xfrm>
            <a:off x="5062125" y="1683186"/>
            <a:ext cx="1855200" cy="2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4" name="Google Shape;254;p20"/>
          <p:cNvSpPr txBox="1"/>
          <p:nvPr>
            <p:ph idx="14" type="subTitle"/>
          </p:nvPr>
        </p:nvSpPr>
        <p:spPr>
          <a:xfrm>
            <a:off x="5080275" y="2059121"/>
            <a:ext cx="1855200" cy="3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5" name="Google Shape;255;p20"/>
          <p:cNvSpPr txBox="1"/>
          <p:nvPr>
            <p:ph idx="15" type="subTitle"/>
          </p:nvPr>
        </p:nvSpPr>
        <p:spPr>
          <a:xfrm>
            <a:off x="5080275" y="2517725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6" name="Google Shape;256;p20"/>
          <p:cNvSpPr txBox="1"/>
          <p:nvPr>
            <p:ph idx="16" type="subTitle"/>
          </p:nvPr>
        </p:nvSpPr>
        <p:spPr>
          <a:xfrm>
            <a:off x="5083692" y="3142940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7" name="Google Shape;257;p20"/>
          <p:cNvSpPr txBox="1"/>
          <p:nvPr>
            <p:ph idx="17" type="subTitle"/>
          </p:nvPr>
        </p:nvSpPr>
        <p:spPr>
          <a:xfrm>
            <a:off x="5080275" y="3827125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 content 1">
  <p:cSld name="CUSTOM_13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"/>
          <p:cNvSpPr txBox="1"/>
          <p:nvPr>
            <p:ph type="title"/>
          </p:nvPr>
        </p:nvSpPr>
        <p:spPr>
          <a:xfrm>
            <a:off x="375300" y="551475"/>
            <a:ext cx="845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0" name="Google Shape;260;p21"/>
          <p:cNvSpPr txBox="1"/>
          <p:nvPr>
            <p:ph idx="1" type="subTitle"/>
          </p:nvPr>
        </p:nvSpPr>
        <p:spPr>
          <a:xfrm>
            <a:off x="375300" y="1065724"/>
            <a:ext cx="8076000" cy="7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1" name="Google Shape;261;p21"/>
          <p:cNvSpPr/>
          <p:nvPr/>
        </p:nvSpPr>
        <p:spPr>
          <a:xfrm>
            <a:off x="2273900" y="2255175"/>
            <a:ext cx="1703400" cy="329400"/>
          </a:xfrm>
          <a:prstGeom prst="chevron">
            <a:avLst>
              <a:gd fmla="val 50000" name="adj"/>
            </a:avLst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2233300" y="2696050"/>
            <a:ext cx="1757100" cy="15438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4036175" y="2259200"/>
            <a:ext cx="1757100" cy="329400"/>
          </a:xfrm>
          <a:prstGeom prst="chevron">
            <a:avLst>
              <a:gd fmla="val 50000" name="adj"/>
            </a:avLst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4063024" y="2696050"/>
            <a:ext cx="1703400" cy="15438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5857575" y="2259203"/>
            <a:ext cx="1703400" cy="329400"/>
          </a:xfrm>
          <a:prstGeom prst="chevron">
            <a:avLst>
              <a:gd fmla="val 50000" name="adj"/>
            </a:avLst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5857575" y="2696050"/>
            <a:ext cx="1730400" cy="15438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494150" y="2259125"/>
            <a:ext cx="1703400" cy="329400"/>
          </a:xfrm>
          <a:prstGeom prst="chevron">
            <a:avLst>
              <a:gd fmla="val 50000" name="adj"/>
            </a:avLst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494150" y="2696050"/>
            <a:ext cx="1666500" cy="15438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9" name="Google Shape;269;p21"/>
          <p:cNvSpPr txBox="1"/>
          <p:nvPr>
            <p:ph idx="2" type="subTitle"/>
          </p:nvPr>
        </p:nvSpPr>
        <p:spPr>
          <a:xfrm>
            <a:off x="593237" y="2219032"/>
            <a:ext cx="1543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70" name="Google Shape;270;p21"/>
          <p:cNvSpPr txBox="1"/>
          <p:nvPr>
            <p:ph idx="3" type="subTitle"/>
          </p:nvPr>
        </p:nvSpPr>
        <p:spPr>
          <a:xfrm>
            <a:off x="555650" y="2740450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1" name="Google Shape;271;p21"/>
          <p:cNvSpPr txBox="1"/>
          <p:nvPr>
            <p:ph idx="4" type="subTitle"/>
          </p:nvPr>
        </p:nvSpPr>
        <p:spPr>
          <a:xfrm>
            <a:off x="2363912" y="2219032"/>
            <a:ext cx="1543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72" name="Google Shape;272;p21"/>
          <p:cNvSpPr txBox="1"/>
          <p:nvPr>
            <p:ph idx="5" type="subTitle"/>
          </p:nvPr>
        </p:nvSpPr>
        <p:spPr>
          <a:xfrm>
            <a:off x="2326325" y="2740450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3" name="Google Shape;273;p21"/>
          <p:cNvSpPr txBox="1"/>
          <p:nvPr>
            <p:ph idx="6" type="subTitle"/>
          </p:nvPr>
        </p:nvSpPr>
        <p:spPr>
          <a:xfrm>
            <a:off x="4171031" y="2219032"/>
            <a:ext cx="1543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74" name="Google Shape;274;p21"/>
          <p:cNvSpPr txBox="1"/>
          <p:nvPr>
            <p:ph idx="7" type="subTitle"/>
          </p:nvPr>
        </p:nvSpPr>
        <p:spPr>
          <a:xfrm>
            <a:off x="4133444" y="2740450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5" name="Google Shape;275;p21"/>
          <p:cNvSpPr txBox="1"/>
          <p:nvPr>
            <p:ph idx="8" type="subTitle"/>
          </p:nvPr>
        </p:nvSpPr>
        <p:spPr>
          <a:xfrm>
            <a:off x="5959631" y="2219032"/>
            <a:ext cx="1543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76" name="Google Shape;276;p21"/>
          <p:cNvSpPr txBox="1"/>
          <p:nvPr>
            <p:ph idx="9" type="subTitle"/>
          </p:nvPr>
        </p:nvSpPr>
        <p:spPr>
          <a:xfrm>
            <a:off x="5922044" y="2740450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id="277" name="Google Shape;27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 content 2">
  <p:cSld name="CUSTOM_13_1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"/>
          <p:cNvSpPr txBox="1"/>
          <p:nvPr>
            <p:ph type="title"/>
          </p:nvPr>
        </p:nvSpPr>
        <p:spPr>
          <a:xfrm>
            <a:off x="375300" y="551475"/>
            <a:ext cx="845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0" name="Google Shape;280;p22"/>
          <p:cNvSpPr txBox="1"/>
          <p:nvPr>
            <p:ph idx="1" type="subTitle"/>
          </p:nvPr>
        </p:nvSpPr>
        <p:spPr>
          <a:xfrm>
            <a:off x="375300" y="1065724"/>
            <a:ext cx="8076000" cy="7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1" name="Google Shape;281;p22"/>
          <p:cNvSpPr/>
          <p:nvPr/>
        </p:nvSpPr>
        <p:spPr>
          <a:xfrm>
            <a:off x="3134874" y="2008700"/>
            <a:ext cx="2178000" cy="343800"/>
          </a:xfrm>
          <a:prstGeom prst="roundRect">
            <a:avLst>
              <a:gd fmla="val 0" name="adj"/>
            </a:avLst>
          </a:prstGeom>
          <a:solidFill>
            <a:srgbClr val="30496D"/>
          </a:solidFill>
          <a:ln cap="flat" cmpd="sng" w="9525">
            <a:solidFill>
              <a:srgbClr val="3049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475275" y="2008700"/>
            <a:ext cx="2178000" cy="343800"/>
          </a:xfrm>
          <a:prstGeom prst="roundRect">
            <a:avLst>
              <a:gd fmla="val 0" name="adj"/>
            </a:avLst>
          </a:prstGeom>
          <a:solidFill>
            <a:srgbClr val="F4626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5794450" y="2008700"/>
            <a:ext cx="2178000" cy="343800"/>
          </a:xfrm>
          <a:prstGeom prst="roundRect">
            <a:avLst>
              <a:gd fmla="val 0" name="adj"/>
            </a:avLst>
          </a:prstGeom>
          <a:solidFill>
            <a:srgbClr val="F4626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475275" y="2413275"/>
            <a:ext cx="2178000" cy="15903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3140275" y="2413275"/>
            <a:ext cx="2178000" cy="15903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5805275" y="2413275"/>
            <a:ext cx="2178000" cy="15903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7" name="Google Shape;287;p22"/>
          <p:cNvSpPr txBox="1"/>
          <p:nvPr>
            <p:ph idx="2" type="subTitle"/>
          </p:nvPr>
        </p:nvSpPr>
        <p:spPr>
          <a:xfrm>
            <a:off x="537675" y="1983788"/>
            <a:ext cx="205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88" name="Google Shape;288;p22"/>
          <p:cNvSpPr txBox="1"/>
          <p:nvPr>
            <p:ph idx="3" type="subTitle"/>
          </p:nvPr>
        </p:nvSpPr>
        <p:spPr>
          <a:xfrm>
            <a:off x="537663" y="2496525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9" name="Google Shape;289;p22"/>
          <p:cNvSpPr txBox="1"/>
          <p:nvPr>
            <p:ph idx="4" type="subTitle"/>
          </p:nvPr>
        </p:nvSpPr>
        <p:spPr>
          <a:xfrm>
            <a:off x="3197262" y="1983788"/>
            <a:ext cx="205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90" name="Google Shape;290;p22"/>
          <p:cNvSpPr txBox="1"/>
          <p:nvPr>
            <p:ph idx="5" type="subTitle"/>
          </p:nvPr>
        </p:nvSpPr>
        <p:spPr>
          <a:xfrm>
            <a:off x="3197250" y="2496525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1" name="Google Shape;291;p22"/>
          <p:cNvSpPr txBox="1"/>
          <p:nvPr>
            <p:ph idx="6" type="subTitle"/>
          </p:nvPr>
        </p:nvSpPr>
        <p:spPr>
          <a:xfrm>
            <a:off x="5856887" y="1983788"/>
            <a:ext cx="205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92" name="Google Shape;292;p22"/>
          <p:cNvSpPr txBox="1"/>
          <p:nvPr>
            <p:ph idx="7" type="subTitle"/>
          </p:nvPr>
        </p:nvSpPr>
        <p:spPr>
          <a:xfrm>
            <a:off x="5856875" y="2496525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id="293" name="Google Shape;29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s 1 ">
  <p:cSld name="CUSTOM_12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"/>
          <p:cNvSpPr/>
          <p:nvPr/>
        </p:nvSpPr>
        <p:spPr>
          <a:xfrm>
            <a:off x="0" y="3300"/>
            <a:ext cx="9144000" cy="5136900"/>
          </a:xfrm>
          <a:prstGeom prst="rect">
            <a:avLst/>
          </a:prstGeom>
          <a:solidFill>
            <a:srgbClr val="3049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23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-1" y="-412975"/>
            <a:ext cx="9143997" cy="6103436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3"/>
          <p:cNvSpPr/>
          <p:nvPr/>
        </p:nvSpPr>
        <p:spPr>
          <a:xfrm>
            <a:off x="2172025" y="1455675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 txBox="1"/>
          <p:nvPr/>
        </p:nvSpPr>
        <p:spPr>
          <a:xfrm>
            <a:off x="4399600" y="3518550"/>
            <a:ext cx="45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lus Jakarta Sans SemiBold"/>
              <a:buChar char="-"/>
            </a:pPr>
            <a:r>
              <a:t/>
            </a:r>
            <a:endParaRPr b="0" i="0" sz="900" u="none" cap="none" strike="noStrike">
              <a:solidFill>
                <a:srgbClr val="FFFFFF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99" name="Google Shape;299;p23"/>
          <p:cNvSpPr txBox="1"/>
          <p:nvPr>
            <p:ph idx="1" type="subTitle"/>
          </p:nvPr>
        </p:nvSpPr>
        <p:spPr>
          <a:xfrm>
            <a:off x="2046600" y="1916988"/>
            <a:ext cx="5034000" cy="13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00" name="Google Shape;300;p23"/>
          <p:cNvSpPr txBox="1"/>
          <p:nvPr>
            <p:ph idx="2" type="subTitle"/>
          </p:nvPr>
        </p:nvSpPr>
        <p:spPr>
          <a:xfrm>
            <a:off x="4839320" y="3366807"/>
            <a:ext cx="23382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SemiBold"/>
              <a:buNone/>
              <a:defRPr sz="10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s 2 ">
  <p:cSld name="CUSTOM_11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4"/>
          <p:cNvSpPr/>
          <p:nvPr/>
        </p:nvSpPr>
        <p:spPr>
          <a:xfrm>
            <a:off x="0" y="3300"/>
            <a:ext cx="9144000" cy="51369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24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1" y="-471037"/>
            <a:ext cx="9143997" cy="6085587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4"/>
          <p:cNvSpPr txBox="1"/>
          <p:nvPr/>
        </p:nvSpPr>
        <p:spPr>
          <a:xfrm>
            <a:off x="4572000" y="3262325"/>
            <a:ext cx="45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lus Jakarta Sans SemiBold"/>
              <a:buChar char="-"/>
            </a:pPr>
            <a:r>
              <a:t/>
            </a:r>
            <a:endParaRPr b="0" i="0" sz="900" u="none" cap="none" strike="noStrike">
              <a:solidFill>
                <a:srgbClr val="FFFFFF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1785000" y="1281925"/>
            <a:ext cx="2412900" cy="2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4946100" y="1281925"/>
            <a:ext cx="2412900" cy="2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4"/>
          <p:cNvSpPr/>
          <p:nvPr/>
        </p:nvSpPr>
        <p:spPr>
          <a:xfrm>
            <a:off x="4347075" y="1104013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1785000" y="3840275"/>
            <a:ext cx="2412900" cy="2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4"/>
          <p:cNvSpPr/>
          <p:nvPr/>
        </p:nvSpPr>
        <p:spPr>
          <a:xfrm>
            <a:off x="4946100" y="3840275"/>
            <a:ext cx="2412900" cy="2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4"/>
          <p:cNvSpPr/>
          <p:nvPr/>
        </p:nvSpPr>
        <p:spPr>
          <a:xfrm rot="10800000">
            <a:off x="4347075" y="3662363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4"/>
          <p:cNvSpPr txBox="1"/>
          <p:nvPr>
            <p:ph idx="1" type="subTitle"/>
          </p:nvPr>
        </p:nvSpPr>
        <p:spPr>
          <a:xfrm>
            <a:off x="2081400" y="1729950"/>
            <a:ext cx="4981200" cy="12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2" type="subTitle"/>
          </p:nvPr>
        </p:nvSpPr>
        <p:spPr>
          <a:xfrm>
            <a:off x="4983450" y="3205763"/>
            <a:ext cx="23382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SemiBold"/>
              <a:buNone/>
              <a:defRPr sz="10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stimonial 01">
  <p:cSld name="CUSTOM_10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5"/>
          <p:cNvSpPr txBox="1"/>
          <p:nvPr>
            <p:ph type="title"/>
          </p:nvPr>
        </p:nvSpPr>
        <p:spPr>
          <a:xfrm>
            <a:off x="657225" y="445025"/>
            <a:ext cx="817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5" name="Google Shape;315;p25"/>
          <p:cNvSpPr/>
          <p:nvPr/>
        </p:nvSpPr>
        <p:spPr>
          <a:xfrm>
            <a:off x="733425" y="1641550"/>
            <a:ext cx="3624300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733450" y="3089323"/>
            <a:ext cx="1444800" cy="377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4884925" y="1641550"/>
            <a:ext cx="3624300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8" name="Google Shape;318;p25"/>
          <p:cNvSpPr/>
          <p:nvPr>
            <p:ph idx="2" type="pic"/>
          </p:nvPr>
        </p:nvSpPr>
        <p:spPr>
          <a:xfrm>
            <a:off x="733450" y="1643050"/>
            <a:ext cx="1447800" cy="14478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25"/>
          <p:cNvSpPr/>
          <p:nvPr/>
        </p:nvSpPr>
        <p:spPr>
          <a:xfrm>
            <a:off x="503400" y="1373263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>
            <p:ph idx="3" type="pic"/>
          </p:nvPr>
        </p:nvSpPr>
        <p:spPr>
          <a:xfrm>
            <a:off x="4883475" y="1643050"/>
            <a:ext cx="1447800" cy="14478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25"/>
          <p:cNvSpPr/>
          <p:nvPr/>
        </p:nvSpPr>
        <p:spPr>
          <a:xfrm>
            <a:off x="4654900" y="1373263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5"/>
          <p:cNvSpPr txBox="1"/>
          <p:nvPr>
            <p:ph idx="4" type="ctrTitle"/>
          </p:nvPr>
        </p:nvSpPr>
        <p:spPr>
          <a:xfrm>
            <a:off x="747550" y="3158625"/>
            <a:ext cx="1416600" cy="2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Medium"/>
              <a:buNone/>
              <a:defRPr sz="9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1" type="subTitle"/>
          </p:nvPr>
        </p:nvSpPr>
        <p:spPr>
          <a:xfrm>
            <a:off x="2481525" y="1563775"/>
            <a:ext cx="1996200" cy="18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Plus Jakarta Sans"/>
              <a:buNone/>
              <a:defRPr sz="800">
                <a:solidFill>
                  <a:srgbClr val="7F7F7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24" name="Google Shape;324;p25"/>
          <p:cNvSpPr/>
          <p:nvPr/>
        </p:nvSpPr>
        <p:spPr>
          <a:xfrm>
            <a:off x="4883475" y="3089325"/>
            <a:ext cx="1447800" cy="377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25" name="Google Shape;325;p25"/>
          <p:cNvSpPr txBox="1"/>
          <p:nvPr>
            <p:ph idx="5" type="ctrTitle"/>
          </p:nvPr>
        </p:nvSpPr>
        <p:spPr>
          <a:xfrm>
            <a:off x="4900575" y="3158625"/>
            <a:ext cx="1416600" cy="2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Medium"/>
              <a:buNone/>
              <a:defRPr sz="9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25"/>
          <p:cNvSpPr txBox="1"/>
          <p:nvPr>
            <p:ph idx="6" type="subTitle"/>
          </p:nvPr>
        </p:nvSpPr>
        <p:spPr>
          <a:xfrm>
            <a:off x="6563400" y="1572000"/>
            <a:ext cx="1996200" cy="18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Plus Jakarta Sans"/>
              <a:buNone/>
              <a:defRPr sz="800">
                <a:solidFill>
                  <a:srgbClr val="7F7F7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pic>
        <p:nvPicPr>
          <p:cNvPr id="327" name="Google Shape;327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stimonial 2">
  <p:cSld name="CUSTOM_10_1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6"/>
          <p:cNvSpPr txBox="1"/>
          <p:nvPr>
            <p:ph type="title"/>
          </p:nvPr>
        </p:nvSpPr>
        <p:spPr>
          <a:xfrm>
            <a:off x="657225" y="445025"/>
            <a:ext cx="817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0" name="Google Shape;330;p26"/>
          <p:cNvSpPr/>
          <p:nvPr/>
        </p:nvSpPr>
        <p:spPr>
          <a:xfrm>
            <a:off x="4884925" y="1641550"/>
            <a:ext cx="3624300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1" name="Google Shape;331;p26"/>
          <p:cNvSpPr/>
          <p:nvPr/>
        </p:nvSpPr>
        <p:spPr>
          <a:xfrm>
            <a:off x="2572125" y="1373263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6"/>
          <p:cNvSpPr/>
          <p:nvPr>
            <p:ph idx="2" type="pic"/>
          </p:nvPr>
        </p:nvSpPr>
        <p:spPr>
          <a:xfrm>
            <a:off x="4707138" y="1643050"/>
            <a:ext cx="1624200" cy="18906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26"/>
          <p:cNvSpPr/>
          <p:nvPr/>
        </p:nvSpPr>
        <p:spPr>
          <a:xfrm>
            <a:off x="6647050" y="1373263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6"/>
          <p:cNvSpPr txBox="1"/>
          <p:nvPr>
            <p:ph idx="1" type="subTitle"/>
          </p:nvPr>
        </p:nvSpPr>
        <p:spPr>
          <a:xfrm>
            <a:off x="2481525" y="1889850"/>
            <a:ext cx="1996200" cy="18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Plus Jakarta Sans"/>
              <a:buNone/>
              <a:defRPr sz="800">
                <a:solidFill>
                  <a:srgbClr val="7F7F7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35" name="Google Shape;335;p26"/>
          <p:cNvSpPr txBox="1"/>
          <p:nvPr>
            <p:ph idx="3" type="subTitle"/>
          </p:nvPr>
        </p:nvSpPr>
        <p:spPr>
          <a:xfrm>
            <a:off x="6563400" y="1898075"/>
            <a:ext cx="1996200" cy="18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Plus Jakarta Sans"/>
              <a:buNone/>
              <a:defRPr sz="800">
                <a:solidFill>
                  <a:srgbClr val="7F7F7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36" name="Google Shape;336;p26"/>
          <p:cNvSpPr/>
          <p:nvPr>
            <p:ph idx="4" type="pic"/>
          </p:nvPr>
        </p:nvSpPr>
        <p:spPr>
          <a:xfrm>
            <a:off x="627888" y="1643050"/>
            <a:ext cx="1624200" cy="1890600"/>
          </a:xfrm>
          <a:prstGeom prst="rect">
            <a:avLst/>
          </a:prstGeom>
          <a:noFill/>
          <a:ln>
            <a:noFill/>
          </a:ln>
        </p:spPr>
      </p:sp>
      <p:pic>
        <p:nvPicPr>
          <p:cNvPr id="337" name="Google Shape;337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">
  <p:cSld name="CUSTOM_9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/>
          <p:cNvSpPr txBox="1"/>
          <p:nvPr>
            <p:ph type="title"/>
          </p:nvPr>
        </p:nvSpPr>
        <p:spPr>
          <a:xfrm>
            <a:off x="747900" y="521275"/>
            <a:ext cx="745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340" name="Google Shape;340;p27"/>
          <p:cNvGraphicFramePr/>
          <p:nvPr/>
        </p:nvGraphicFramePr>
        <p:xfrm>
          <a:off x="741075" y="161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{613A0997-6323-4278-BD82-C2A74B1DFADB}</a:tableStyleId>
              </a:tblPr>
              <a:tblGrid>
                <a:gridCol w="1626500"/>
                <a:gridCol w="971800"/>
                <a:gridCol w="971800"/>
                <a:gridCol w="971800"/>
                <a:gridCol w="971800"/>
                <a:gridCol w="971800"/>
                <a:gridCol w="964950"/>
              </a:tblGrid>
              <a:tr h="32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7425" marB="27425" marR="64000" marL="64000" anchor="ctr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</a:tr>
              <a:tr h="32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2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2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475">
                <a:tc gridSpan="6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595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5959"/>
                    </a:solidFill>
                  </a:tcPr>
                </a:tc>
              </a:tr>
            </a:tbl>
          </a:graphicData>
        </a:graphic>
      </p:graphicFrame>
      <p:pic>
        <p:nvPicPr>
          <p:cNvPr id="341" name="Google Shape;341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7">
  <p:cSld name="CUSTOM_7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/>
          <p:nvPr/>
        </p:nvSpPr>
        <p:spPr>
          <a:xfrm>
            <a:off x="0" y="0"/>
            <a:ext cx="9144000" cy="5153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8"/>
          <p:cNvSpPr txBox="1"/>
          <p:nvPr>
            <p:ph type="title"/>
          </p:nvPr>
        </p:nvSpPr>
        <p:spPr>
          <a:xfrm>
            <a:off x="311700" y="22902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5">
  <p:cSld name="CUSTOM_5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9"/>
          <p:cNvSpPr/>
          <p:nvPr/>
        </p:nvSpPr>
        <p:spPr>
          <a:xfrm>
            <a:off x="0" y="0"/>
            <a:ext cx="9144000" cy="5153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9"/>
          <p:cNvSpPr txBox="1"/>
          <p:nvPr>
            <p:ph type="title"/>
          </p:nvPr>
        </p:nvSpPr>
        <p:spPr>
          <a:xfrm>
            <a:off x="311700" y="22902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Plus Jakarta Sans"/>
              <a:buNone/>
              <a:defRPr b="1" sz="41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CUSTOM_6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"/>
          <p:cNvSpPr/>
          <p:nvPr/>
        </p:nvSpPr>
        <p:spPr>
          <a:xfrm>
            <a:off x="0" y="0"/>
            <a:ext cx="9144000" cy="5153100"/>
          </a:xfrm>
          <a:prstGeom prst="rect">
            <a:avLst/>
          </a:prstGeom>
          <a:solidFill>
            <a:srgbClr val="F359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0"/>
          <p:cNvSpPr txBox="1"/>
          <p:nvPr>
            <p:ph type="title"/>
          </p:nvPr>
        </p:nvSpPr>
        <p:spPr>
          <a:xfrm>
            <a:off x="311700" y="22902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Plus Jakarta Sans"/>
              <a:buNone/>
              <a:defRPr b="1" sz="41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3" name="Google Shape;353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 sz="1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54" name="Google Shape;354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 sz="1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55" name="Google Shape;35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58" name="Google Shape;358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59" name="Google Shape;35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Plus Jakarta Sans"/>
              <a:buNone/>
              <a:defRPr b="1" sz="36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us Jakarta Sans"/>
              <a:buNone/>
              <a:defRPr sz="21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4" name="Google Shape;364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365" name="Google Shape;36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6" name="Google Shape;366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69" name="Google Shape;36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2" name="Google Shape;372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3" name="Google Shape;37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6" name="Google Shape;37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Color Grey - Blank">
  <p:cSld name="Blank_3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7"/>
          <p:cNvSpPr/>
          <p:nvPr/>
        </p:nvSpPr>
        <p:spPr>
          <a:xfrm>
            <a:off x="4554300" y="0"/>
            <a:ext cx="4589700" cy="51435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9" name="Google Shape;379;p37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380" name="Google Shape;380;p37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37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37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37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37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86" name="Google Shape;386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ix + Google Content slide with Image">
  <p:cSld name="CUSTOM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8"/>
          <p:cNvSpPr/>
          <p:nvPr>
            <p:ph idx="2" type="pic"/>
          </p:nvPr>
        </p:nvSpPr>
        <p:spPr>
          <a:xfrm>
            <a:off x="4580025" y="0"/>
            <a:ext cx="4563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38"/>
          <p:cNvSpPr txBox="1"/>
          <p:nvPr>
            <p:ph type="ctrTitle"/>
          </p:nvPr>
        </p:nvSpPr>
        <p:spPr>
          <a:xfrm>
            <a:off x="285025" y="1575125"/>
            <a:ext cx="3541500" cy="19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Plus Jakarta Sans ExtraBold"/>
              <a:buNone/>
              <a:defRPr sz="4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390" name="Google Shape;390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025" y="235675"/>
            <a:ext cx="873148" cy="8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8"/>
          <p:cNvSpPr/>
          <p:nvPr/>
        </p:nvSpPr>
        <p:spPr>
          <a:xfrm>
            <a:off x="1319928" y="461366"/>
            <a:ext cx="12300" cy="4503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2" name="Google Shape;39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3000" y="578188"/>
            <a:ext cx="1607649" cy="28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ix + Azure Content slide with Image 2">
  <p:cSld name="CUSTOM_17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9"/>
          <p:cNvSpPr/>
          <p:nvPr>
            <p:ph idx="2" type="pic"/>
          </p:nvPr>
        </p:nvSpPr>
        <p:spPr>
          <a:xfrm>
            <a:off x="4580025" y="0"/>
            <a:ext cx="4563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39"/>
          <p:cNvSpPr txBox="1"/>
          <p:nvPr>
            <p:ph type="ctrTitle"/>
          </p:nvPr>
        </p:nvSpPr>
        <p:spPr>
          <a:xfrm>
            <a:off x="285025" y="1575125"/>
            <a:ext cx="3541500" cy="19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Plus Jakarta Sans ExtraBold"/>
              <a:buNone/>
              <a:defRPr sz="4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396" name="Google Shape;396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025" y="235675"/>
            <a:ext cx="873148" cy="8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9"/>
          <p:cNvSpPr/>
          <p:nvPr/>
        </p:nvSpPr>
        <p:spPr>
          <a:xfrm>
            <a:off x="1319928" y="461366"/>
            <a:ext cx="12300" cy="4503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8" name="Google Shape;39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3000" y="452418"/>
            <a:ext cx="1396951" cy="40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ix + AWS Content slide with Image 2">
  <p:cSld name="CUSTOM_17_1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0"/>
          <p:cNvSpPr/>
          <p:nvPr>
            <p:ph idx="2" type="pic"/>
          </p:nvPr>
        </p:nvSpPr>
        <p:spPr>
          <a:xfrm>
            <a:off x="4580025" y="0"/>
            <a:ext cx="4563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40"/>
          <p:cNvSpPr txBox="1"/>
          <p:nvPr>
            <p:ph type="ctrTitle"/>
          </p:nvPr>
        </p:nvSpPr>
        <p:spPr>
          <a:xfrm>
            <a:off x="285025" y="1575125"/>
            <a:ext cx="3541500" cy="19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Plus Jakarta Sans ExtraBold"/>
              <a:buNone/>
              <a:defRPr sz="4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402" name="Google Shape;402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025" y="235675"/>
            <a:ext cx="873148" cy="8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0"/>
          <p:cNvSpPr/>
          <p:nvPr/>
        </p:nvSpPr>
        <p:spPr>
          <a:xfrm>
            <a:off x="1345216" y="461366"/>
            <a:ext cx="12300" cy="4503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1746" y="484610"/>
            <a:ext cx="674800" cy="403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ix + Google Content slide with Image 1">
  <p:cSld name="CUSTOM_15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1"/>
          <p:cNvSpPr txBox="1"/>
          <p:nvPr>
            <p:ph type="ctrTitle"/>
          </p:nvPr>
        </p:nvSpPr>
        <p:spPr>
          <a:xfrm>
            <a:off x="285025" y="1575125"/>
            <a:ext cx="3541500" cy="19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Plus Jakarta Sans ExtraBold"/>
              <a:buNone/>
              <a:defRPr sz="4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407" name="Google Shape;407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025" y="235675"/>
            <a:ext cx="873148" cy="8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41"/>
          <p:cNvSpPr/>
          <p:nvPr/>
        </p:nvSpPr>
        <p:spPr>
          <a:xfrm>
            <a:off x="1319928" y="461366"/>
            <a:ext cx="12300" cy="4503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" name="Google Shape;40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3000" y="578188"/>
            <a:ext cx="1607649" cy="28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with Image 1">
  <p:cSld name="CUSTOM_14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2"/>
          <p:cNvSpPr/>
          <p:nvPr>
            <p:ph idx="2" type="pic"/>
          </p:nvPr>
        </p:nvSpPr>
        <p:spPr>
          <a:xfrm>
            <a:off x="4580025" y="0"/>
            <a:ext cx="4563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42"/>
          <p:cNvSpPr txBox="1"/>
          <p:nvPr>
            <p:ph type="ctrTitle"/>
          </p:nvPr>
        </p:nvSpPr>
        <p:spPr>
          <a:xfrm>
            <a:off x="432650" y="885125"/>
            <a:ext cx="26904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3" name="Google Shape;413;p42"/>
          <p:cNvSpPr txBox="1"/>
          <p:nvPr>
            <p:ph idx="3" type="ctrTitle"/>
          </p:nvPr>
        </p:nvSpPr>
        <p:spPr>
          <a:xfrm>
            <a:off x="432650" y="13816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414" name="Google Shape;414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ert layout">
  <p:cSld name="CUSTOM_13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3"/>
          <p:cNvSpPr/>
          <p:nvPr/>
        </p:nvSpPr>
        <p:spPr>
          <a:xfrm>
            <a:off x="766464" y="1501439"/>
            <a:ext cx="7644300" cy="305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7" name="Google Shape;417;p43"/>
          <p:cNvSpPr txBox="1"/>
          <p:nvPr>
            <p:ph type="ctrTitle"/>
          </p:nvPr>
        </p:nvSpPr>
        <p:spPr>
          <a:xfrm>
            <a:off x="661950" y="370775"/>
            <a:ext cx="3541500" cy="8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8" name="Google Shape;418;p43"/>
          <p:cNvSpPr txBox="1"/>
          <p:nvPr>
            <p:ph idx="2" type="ctrTitle"/>
          </p:nvPr>
        </p:nvSpPr>
        <p:spPr>
          <a:xfrm>
            <a:off x="4431500" y="22459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419" name="Google Shape;419;p43"/>
          <p:cNvSpPr/>
          <p:nvPr>
            <p:ph idx="3" type="pic"/>
          </p:nvPr>
        </p:nvSpPr>
        <p:spPr>
          <a:xfrm>
            <a:off x="766475" y="1501400"/>
            <a:ext cx="30540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43"/>
          <p:cNvSpPr txBox="1"/>
          <p:nvPr>
            <p:ph idx="4" type="ctrTitle"/>
          </p:nvPr>
        </p:nvSpPr>
        <p:spPr>
          <a:xfrm>
            <a:off x="4431500" y="19452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421" name="Google Shape;421;p43"/>
          <p:cNvSpPr txBox="1"/>
          <p:nvPr>
            <p:ph idx="5" type="ctrTitle"/>
          </p:nvPr>
        </p:nvSpPr>
        <p:spPr>
          <a:xfrm>
            <a:off x="4431500" y="164466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"/>
              <a:buNone/>
              <a:defRPr b="1" sz="1200">
                <a:solidFill>
                  <a:srgbClr val="F4626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422" name="Google Shape;422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Expert layout">
  <p:cSld name="CUSTOM_13_2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/>
          <p:cNvSpPr txBox="1"/>
          <p:nvPr>
            <p:ph type="ctrTitle"/>
          </p:nvPr>
        </p:nvSpPr>
        <p:spPr>
          <a:xfrm>
            <a:off x="620150" y="529675"/>
            <a:ext cx="60357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25" name="Google Shape;425;p44"/>
          <p:cNvSpPr/>
          <p:nvPr>
            <p:ph idx="2" type="pic"/>
          </p:nvPr>
        </p:nvSpPr>
        <p:spPr>
          <a:xfrm>
            <a:off x="733425" y="1366325"/>
            <a:ext cx="1444800" cy="144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4"/>
          <p:cNvSpPr/>
          <p:nvPr>
            <p:ph idx="3" type="pic"/>
          </p:nvPr>
        </p:nvSpPr>
        <p:spPr>
          <a:xfrm>
            <a:off x="733425" y="3116900"/>
            <a:ext cx="1444800" cy="144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4"/>
          <p:cNvSpPr/>
          <p:nvPr>
            <p:ph idx="4" type="pic"/>
          </p:nvPr>
        </p:nvSpPr>
        <p:spPr>
          <a:xfrm>
            <a:off x="4788050" y="1366325"/>
            <a:ext cx="1444800" cy="144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4"/>
          <p:cNvSpPr/>
          <p:nvPr>
            <p:ph idx="5" type="pic"/>
          </p:nvPr>
        </p:nvSpPr>
        <p:spPr>
          <a:xfrm>
            <a:off x="4788050" y="3116900"/>
            <a:ext cx="1444800" cy="144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4"/>
          <p:cNvSpPr/>
          <p:nvPr/>
        </p:nvSpPr>
        <p:spPr>
          <a:xfrm>
            <a:off x="1334318" y="2512334"/>
            <a:ext cx="1511700" cy="3018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430" name="Google Shape;430;p44"/>
          <p:cNvSpPr/>
          <p:nvPr/>
        </p:nvSpPr>
        <p:spPr>
          <a:xfrm>
            <a:off x="1334318" y="4253375"/>
            <a:ext cx="1511700" cy="3018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431" name="Google Shape;431;p44"/>
          <p:cNvSpPr/>
          <p:nvPr/>
        </p:nvSpPr>
        <p:spPr>
          <a:xfrm>
            <a:off x="5387205" y="2512334"/>
            <a:ext cx="1511700" cy="3018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432" name="Google Shape;432;p44"/>
          <p:cNvSpPr/>
          <p:nvPr/>
        </p:nvSpPr>
        <p:spPr>
          <a:xfrm>
            <a:off x="5387205" y="4253375"/>
            <a:ext cx="1511700" cy="3018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433" name="Google Shape;433;p44"/>
          <p:cNvSpPr txBox="1"/>
          <p:nvPr>
            <p:ph idx="6" type="ctrTitle"/>
          </p:nvPr>
        </p:nvSpPr>
        <p:spPr>
          <a:xfrm>
            <a:off x="2291850" y="19671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434" name="Google Shape;434;p44"/>
          <p:cNvSpPr txBox="1"/>
          <p:nvPr>
            <p:ph idx="7" type="ctrTitle"/>
          </p:nvPr>
        </p:nvSpPr>
        <p:spPr>
          <a:xfrm>
            <a:off x="2291850" y="16665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435" name="Google Shape;435;p44"/>
          <p:cNvSpPr txBox="1"/>
          <p:nvPr>
            <p:ph idx="8" type="ctrTitle"/>
          </p:nvPr>
        </p:nvSpPr>
        <p:spPr>
          <a:xfrm>
            <a:off x="6347175" y="19671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436" name="Google Shape;436;p44"/>
          <p:cNvSpPr txBox="1"/>
          <p:nvPr>
            <p:ph idx="9" type="ctrTitle"/>
          </p:nvPr>
        </p:nvSpPr>
        <p:spPr>
          <a:xfrm>
            <a:off x="6347175" y="16665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437" name="Google Shape;437;p44"/>
          <p:cNvSpPr txBox="1"/>
          <p:nvPr>
            <p:ph idx="13" type="ctrTitle"/>
          </p:nvPr>
        </p:nvSpPr>
        <p:spPr>
          <a:xfrm>
            <a:off x="6347175" y="367587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438" name="Google Shape;438;p44"/>
          <p:cNvSpPr txBox="1"/>
          <p:nvPr>
            <p:ph idx="14" type="ctrTitle"/>
          </p:nvPr>
        </p:nvSpPr>
        <p:spPr>
          <a:xfrm>
            <a:off x="6347175" y="33752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439" name="Google Shape;439;p44"/>
          <p:cNvSpPr txBox="1"/>
          <p:nvPr>
            <p:ph idx="15" type="ctrTitle"/>
          </p:nvPr>
        </p:nvSpPr>
        <p:spPr>
          <a:xfrm>
            <a:off x="2291850" y="367587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440" name="Google Shape;440;p44"/>
          <p:cNvSpPr txBox="1"/>
          <p:nvPr>
            <p:ph idx="16" type="ctrTitle"/>
          </p:nvPr>
        </p:nvSpPr>
        <p:spPr>
          <a:xfrm>
            <a:off x="2291850" y="33752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441" name="Google Shape;441;p44"/>
          <p:cNvSpPr txBox="1"/>
          <p:nvPr>
            <p:ph idx="17" type="ctrTitle"/>
          </p:nvPr>
        </p:nvSpPr>
        <p:spPr>
          <a:xfrm>
            <a:off x="1452375" y="2437275"/>
            <a:ext cx="1275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442" name="Google Shape;442;p44"/>
          <p:cNvSpPr txBox="1"/>
          <p:nvPr>
            <p:ph idx="18" type="ctrTitle"/>
          </p:nvPr>
        </p:nvSpPr>
        <p:spPr>
          <a:xfrm>
            <a:off x="5505250" y="2437275"/>
            <a:ext cx="1275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443" name="Google Shape;443;p44"/>
          <p:cNvSpPr txBox="1"/>
          <p:nvPr>
            <p:ph idx="19" type="ctrTitle"/>
          </p:nvPr>
        </p:nvSpPr>
        <p:spPr>
          <a:xfrm>
            <a:off x="1452375" y="4154325"/>
            <a:ext cx="1275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444" name="Google Shape;444;p44"/>
          <p:cNvSpPr txBox="1"/>
          <p:nvPr>
            <p:ph idx="20" type="ctrTitle"/>
          </p:nvPr>
        </p:nvSpPr>
        <p:spPr>
          <a:xfrm>
            <a:off x="5505250" y="4154325"/>
            <a:ext cx="1275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445" name="Google Shape;445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product 1">
  <p:cSld name="CUSTOM_13_2_1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5"/>
          <p:cNvSpPr txBox="1"/>
          <p:nvPr>
            <p:ph type="ctrTitle"/>
          </p:nvPr>
        </p:nvSpPr>
        <p:spPr>
          <a:xfrm>
            <a:off x="432650" y="885125"/>
            <a:ext cx="26904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448" name="Google Shape;448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48500" y="1120675"/>
            <a:ext cx="5724976" cy="326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45"/>
          <p:cNvSpPr/>
          <p:nvPr/>
        </p:nvSpPr>
        <p:spPr>
          <a:xfrm>
            <a:off x="3911050" y="1340450"/>
            <a:ext cx="4362900" cy="2755800"/>
          </a:xfrm>
          <a:prstGeom prst="rect">
            <a:avLst/>
          </a:prstGeom>
          <a:solidFill>
            <a:srgbClr val="3049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45"/>
          <p:cNvSpPr txBox="1"/>
          <p:nvPr>
            <p:ph idx="2" type="ctrTitle"/>
          </p:nvPr>
        </p:nvSpPr>
        <p:spPr>
          <a:xfrm>
            <a:off x="432650" y="24013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451" name="Google Shape;451;p45"/>
          <p:cNvSpPr/>
          <p:nvPr>
            <p:ph idx="3" type="pic"/>
          </p:nvPr>
        </p:nvSpPr>
        <p:spPr>
          <a:xfrm>
            <a:off x="3911050" y="1340450"/>
            <a:ext cx="4362900" cy="2755800"/>
          </a:xfrm>
          <a:prstGeom prst="rect">
            <a:avLst/>
          </a:prstGeom>
          <a:noFill/>
          <a:ln>
            <a:noFill/>
          </a:ln>
        </p:spPr>
      </p:sp>
      <p:pic>
        <p:nvPicPr>
          <p:cNvPr id="452" name="Google Shape;45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4552" y="2397059"/>
            <a:ext cx="715900" cy="71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product 2">
  <p:cSld name="CUSTOM_13_2_1_1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6"/>
          <p:cNvSpPr txBox="1"/>
          <p:nvPr>
            <p:ph type="ctrTitle"/>
          </p:nvPr>
        </p:nvSpPr>
        <p:spPr>
          <a:xfrm>
            <a:off x="432650" y="885125"/>
            <a:ext cx="26904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56" name="Google Shape;456;p46"/>
          <p:cNvSpPr txBox="1"/>
          <p:nvPr>
            <p:ph idx="2" type="ctrTitle"/>
          </p:nvPr>
        </p:nvSpPr>
        <p:spPr>
          <a:xfrm>
            <a:off x="432650" y="24013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grpSp>
        <p:nvGrpSpPr>
          <p:cNvPr id="457" name="Google Shape;457;p46"/>
          <p:cNvGrpSpPr/>
          <p:nvPr/>
        </p:nvGrpSpPr>
        <p:grpSpPr>
          <a:xfrm rot="-5400000">
            <a:off x="4626657" y="367340"/>
            <a:ext cx="3214002" cy="4533167"/>
            <a:chOff x="0" y="0"/>
            <a:chExt cx="2701296" cy="3810024"/>
          </a:xfrm>
        </p:grpSpPr>
        <p:sp>
          <p:nvSpPr>
            <p:cNvPr id="458" name="Google Shape;458;p46"/>
            <p:cNvSpPr/>
            <p:nvPr/>
          </p:nvSpPr>
          <p:spPr>
            <a:xfrm>
              <a:off x="0" y="0"/>
              <a:ext cx="2701296" cy="3810024"/>
            </a:xfrm>
            <a:custGeom>
              <a:rect b="b" l="l" r="r" t="t"/>
              <a:pathLst>
                <a:path extrusionOk="0" h="21600" w="21600">
                  <a:moveTo>
                    <a:pt x="20422" y="21600"/>
                  </a:moveTo>
                  <a:lnTo>
                    <a:pt x="1178" y="21600"/>
                  </a:lnTo>
                  <a:cubicBezTo>
                    <a:pt x="525" y="21600"/>
                    <a:pt x="0" y="21228"/>
                    <a:pt x="0" y="20767"/>
                  </a:cubicBezTo>
                  <a:lnTo>
                    <a:pt x="0" y="835"/>
                  </a:lnTo>
                  <a:cubicBezTo>
                    <a:pt x="0" y="372"/>
                    <a:pt x="525" y="0"/>
                    <a:pt x="1178" y="0"/>
                  </a:cubicBezTo>
                  <a:lnTo>
                    <a:pt x="20422" y="0"/>
                  </a:lnTo>
                  <a:cubicBezTo>
                    <a:pt x="21075" y="0"/>
                    <a:pt x="21600" y="372"/>
                    <a:pt x="21600" y="835"/>
                  </a:cubicBezTo>
                  <a:lnTo>
                    <a:pt x="21600" y="20767"/>
                  </a:lnTo>
                  <a:cubicBezTo>
                    <a:pt x="21600" y="21228"/>
                    <a:pt x="21075" y="21600"/>
                    <a:pt x="20422" y="21600"/>
                  </a:cubicBezTo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459" name="Google Shape;459;p46"/>
            <p:cNvSpPr/>
            <p:nvPr/>
          </p:nvSpPr>
          <p:spPr>
            <a:xfrm>
              <a:off x="16384" y="16384"/>
              <a:ext cx="2666682" cy="3775410"/>
            </a:xfrm>
            <a:custGeom>
              <a:rect b="b" l="l" r="r" t="t"/>
              <a:pathLst>
                <a:path extrusionOk="0" h="21600" w="21600">
                  <a:moveTo>
                    <a:pt x="20547" y="21600"/>
                  </a:moveTo>
                  <a:lnTo>
                    <a:pt x="1053" y="21600"/>
                  </a:lnTo>
                  <a:cubicBezTo>
                    <a:pt x="468" y="21600"/>
                    <a:pt x="0" y="21269"/>
                    <a:pt x="0" y="20858"/>
                  </a:cubicBezTo>
                  <a:lnTo>
                    <a:pt x="0" y="744"/>
                  </a:lnTo>
                  <a:cubicBezTo>
                    <a:pt x="0" y="331"/>
                    <a:pt x="468" y="0"/>
                    <a:pt x="1053" y="0"/>
                  </a:cubicBezTo>
                  <a:lnTo>
                    <a:pt x="20547" y="0"/>
                  </a:lnTo>
                  <a:cubicBezTo>
                    <a:pt x="21132" y="0"/>
                    <a:pt x="21600" y="331"/>
                    <a:pt x="21600" y="744"/>
                  </a:cubicBezTo>
                  <a:lnTo>
                    <a:pt x="21600" y="20858"/>
                  </a:lnTo>
                  <a:cubicBezTo>
                    <a:pt x="21600" y="21269"/>
                    <a:pt x="21132" y="21600"/>
                    <a:pt x="20547" y="21600"/>
                  </a:cubicBezTo>
                </a:path>
              </a:pathLst>
            </a:custGeom>
            <a:solidFill>
              <a:srgbClr val="080808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460" name="Google Shape;460;p46"/>
            <p:cNvSpPr/>
            <p:nvPr/>
          </p:nvSpPr>
          <p:spPr>
            <a:xfrm>
              <a:off x="154746" y="320416"/>
              <a:ext cx="2389986" cy="3169152"/>
            </a:xfrm>
            <a:custGeom>
              <a:rect b="b" l="l" r="r" t="t"/>
              <a:pathLst>
                <a:path extrusionOk="0" h="21600" w="21600">
                  <a:moveTo>
                    <a:pt x="21443" y="21600"/>
                  </a:moveTo>
                  <a:lnTo>
                    <a:pt x="157" y="21600"/>
                  </a:lnTo>
                  <a:cubicBezTo>
                    <a:pt x="71" y="21600"/>
                    <a:pt x="0" y="21547"/>
                    <a:pt x="0" y="21482"/>
                  </a:cubicBezTo>
                  <a:lnTo>
                    <a:pt x="0" y="118"/>
                  </a:lnTo>
                  <a:cubicBezTo>
                    <a:pt x="0" y="53"/>
                    <a:pt x="71" y="0"/>
                    <a:pt x="157" y="0"/>
                  </a:cubicBezTo>
                  <a:lnTo>
                    <a:pt x="21443" y="0"/>
                  </a:lnTo>
                  <a:cubicBezTo>
                    <a:pt x="21533" y="0"/>
                    <a:pt x="21600" y="53"/>
                    <a:pt x="21600" y="118"/>
                  </a:cubicBezTo>
                  <a:lnTo>
                    <a:pt x="21600" y="21482"/>
                  </a:lnTo>
                  <a:cubicBezTo>
                    <a:pt x="21600" y="21547"/>
                    <a:pt x="21533" y="21600"/>
                    <a:pt x="21443" y="21600"/>
                  </a:cubicBezTo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461" name="Google Shape;461;p46"/>
            <p:cNvSpPr/>
            <p:nvPr/>
          </p:nvSpPr>
          <p:spPr>
            <a:xfrm>
              <a:off x="163849" y="327699"/>
              <a:ext cx="2373570" cy="3152790"/>
            </a:xfrm>
            <a:custGeom>
              <a:rect b="b" l="l" r="r" t="t"/>
              <a:pathLst>
                <a:path extrusionOk="0" h="21600" w="21600">
                  <a:moveTo>
                    <a:pt x="21442" y="21600"/>
                  </a:moveTo>
                  <a:lnTo>
                    <a:pt x="158" y="21600"/>
                  </a:lnTo>
                  <a:cubicBezTo>
                    <a:pt x="71" y="21600"/>
                    <a:pt x="0" y="21546"/>
                    <a:pt x="0" y="21481"/>
                  </a:cubicBezTo>
                  <a:lnTo>
                    <a:pt x="0" y="119"/>
                  </a:lnTo>
                  <a:cubicBezTo>
                    <a:pt x="0" y="54"/>
                    <a:pt x="71" y="0"/>
                    <a:pt x="158" y="0"/>
                  </a:cubicBezTo>
                  <a:lnTo>
                    <a:pt x="21442" y="0"/>
                  </a:lnTo>
                  <a:cubicBezTo>
                    <a:pt x="21532" y="0"/>
                    <a:pt x="21600" y="54"/>
                    <a:pt x="21600" y="119"/>
                  </a:cubicBezTo>
                  <a:lnTo>
                    <a:pt x="21600" y="21481"/>
                  </a:lnTo>
                  <a:cubicBezTo>
                    <a:pt x="21600" y="21546"/>
                    <a:pt x="21532" y="21600"/>
                    <a:pt x="21442" y="21600"/>
                  </a:cubicBezTo>
                </a:path>
              </a:pathLst>
            </a:custGeom>
            <a:solidFill>
              <a:srgbClr val="3D3D3F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462" name="Google Shape;462;p46"/>
            <p:cNvSpPr/>
            <p:nvPr/>
          </p:nvSpPr>
          <p:spPr>
            <a:xfrm>
              <a:off x="1329305" y="149589"/>
              <a:ext cx="43003" cy="42698"/>
            </a:xfrm>
            <a:custGeom>
              <a:rect b="b" l="l" r="r" t="t"/>
              <a:pathLst>
                <a:path extrusionOk="0" h="21296" w="21448">
                  <a:moveTo>
                    <a:pt x="11463" y="52"/>
                  </a:moveTo>
                  <a:cubicBezTo>
                    <a:pt x="13501" y="52"/>
                    <a:pt x="15131" y="663"/>
                    <a:pt x="16761" y="1682"/>
                  </a:cubicBezTo>
                  <a:cubicBezTo>
                    <a:pt x="18391" y="2905"/>
                    <a:pt x="19206" y="4127"/>
                    <a:pt x="20225" y="5961"/>
                  </a:cubicBezTo>
                  <a:cubicBezTo>
                    <a:pt x="21040" y="7795"/>
                    <a:pt x="21448" y="9629"/>
                    <a:pt x="21448" y="11463"/>
                  </a:cubicBezTo>
                  <a:cubicBezTo>
                    <a:pt x="21244" y="13501"/>
                    <a:pt x="20633" y="14927"/>
                    <a:pt x="19614" y="16557"/>
                  </a:cubicBezTo>
                  <a:cubicBezTo>
                    <a:pt x="18391" y="18188"/>
                    <a:pt x="17169" y="19410"/>
                    <a:pt x="15335" y="20225"/>
                  </a:cubicBezTo>
                  <a:cubicBezTo>
                    <a:pt x="13501" y="21040"/>
                    <a:pt x="11667" y="21448"/>
                    <a:pt x="9833" y="21244"/>
                  </a:cubicBezTo>
                  <a:cubicBezTo>
                    <a:pt x="7795" y="21244"/>
                    <a:pt x="6369" y="20633"/>
                    <a:pt x="4739" y="19410"/>
                  </a:cubicBezTo>
                  <a:cubicBezTo>
                    <a:pt x="3108" y="18391"/>
                    <a:pt x="1886" y="17169"/>
                    <a:pt x="1071" y="15335"/>
                  </a:cubicBezTo>
                  <a:cubicBezTo>
                    <a:pt x="256" y="13501"/>
                    <a:pt x="-152" y="11871"/>
                    <a:pt x="52" y="9833"/>
                  </a:cubicBezTo>
                  <a:cubicBezTo>
                    <a:pt x="256" y="7999"/>
                    <a:pt x="663" y="6369"/>
                    <a:pt x="1886" y="4739"/>
                  </a:cubicBezTo>
                  <a:cubicBezTo>
                    <a:pt x="2905" y="3108"/>
                    <a:pt x="4127" y="1886"/>
                    <a:pt x="5961" y="1071"/>
                  </a:cubicBezTo>
                  <a:cubicBezTo>
                    <a:pt x="7591" y="256"/>
                    <a:pt x="9425" y="-152"/>
                    <a:pt x="11463" y="52"/>
                  </a:cubicBezTo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463" name="Google Shape;463;p46"/>
            <p:cNvSpPr/>
            <p:nvPr/>
          </p:nvSpPr>
          <p:spPr>
            <a:xfrm>
              <a:off x="1334463" y="156822"/>
              <a:ext cx="30564" cy="31828"/>
            </a:xfrm>
            <a:custGeom>
              <a:rect b="b" l="l" r="r" t="t"/>
              <a:pathLst>
                <a:path extrusionOk="0" h="21254" w="21600">
                  <a:moveTo>
                    <a:pt x="17568" y="2074"/>
                  </a:moveTo>
                  <a:cubicBezTo>
                    <a:pt x="19008" y="3196"/>
                    <a:pt x="20160" y="4879"/>
                    <a:pt x="21024" y="6562"/>
                  </a:cubicBezTo>
                  <a:cubicBezTo>
                    <a:pt x="21600" y="8526"/>
                    <a:pt x="21600" y="9929"/>
                    <a:pt x="21600" y="11892"/>
                  </a:cubicBezTo>
                  <a:cubicBezTo>
                    <a:pt x="21312" y="13856"/>
                    <a:pt x="20736" y="15539"/>
                    <a:pt x="19584" y="16942"/>
                  </a:cubicBezTo>
                  <a:cubicBezTo>
                    <a:pt x="18432" y="18625"/>
                    <a:pt x="16992" y="19466"/>
                    <a:pt x="15264" y="20308"/>
                  </a:cubicBezTo>
                  <a:cubicBezTo>
                    <a:pt x="13248" y="21149"/>
                    <a:pt x="11520" y="21430"/>
                    <a:pt x="9504" y="21149"/>
                  </a:cubicBezTo>
                  <a:cubicBezTo>
                    <a:pt x="7488" y="20869"/>
                    <a:pt x="5760" y="20308"/>
                    <a:pt x="4320" y="18905"/>
                  </a:cubicBezTo>
                  <a:cubicBezTo>
                    <a:pt x="2592" y="17783"/>
                    <a:pt x="1728" y="16381"/>
                    <a:pt x="864" y="14698"/>
                  </a:cubicBezTo>
                  <a:cubicBezTo>
                    <a:pt x="0" y="13014"/>
                    <a:pt x="0" y="11051"/>
                    <a:pt x="0" y="9368"/>
                  </a:cubicBezTo>
                  <a:cubicBezTo>
                    <a:pt x="288" y="7404"/>
                    <a:pt x="1152" y="5721"/>
                    <a:pt x="2304" y="4038"/>
                  </a:cubicBezTo>
                  <a:cubicBezTo>
                    <a:pt x="3456" y="2635"/>
                    <a:pt x="4608" y="1513"/>
                    <a:pt x="6624" y="672"/>
                  </a:cubicBezTo>
                  <a:cubicBezTo>
                    <a:pt x="8352" y="111"/>
                    <a:pt x="10368" y="-170"/>
                    <a:pt x="12384" y="111"/>
                  </a:cubicBezTo>
                  <a:cubicBezTo>
                    <a:pt x="14400" y="391"/>
                    <a:pt x="15840" y="952"/>
                    <a:pt x="17568" y="2074"/>
                  </a:cubicBezTo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464" name="Google Shape;464;p46"/>
            <p:cNvSpPr/>
            <p:nvPr/>
          </p:nvSpPr>
          <p:spPr>
            <a:xfrm>
              <a:off x="1341745" y="163849"/>
              <a:ext cx="17766" cy="17766"/>
            </a:xfrm>
            <a:custGeom>
              <a:rect b="b" l="l" r="r" t="t"/>
              <a:pathLst>
                <a:path extrusionOk="0" h="21600" w="21600">
                  <a:moveTo>
                    <a:pt x="19543" y="5143"/>
                  </a:moveTo>
                  <a:cubicBezTo>
                    <a:pt x="20571" y="6686"/>
                    <a:pt x="21086" y="8229"/>
                    <a:pt x="21600" y="10286"/>
                  </a:cubicBezTo>
                  <a:cubicBezTo>
                    <a:pt x="21600" y="12857"/>
                    <a:pt x="21086" y="14400"/>
                    <a:pt x="20057" y="15943"/>
                  </a:cubicBezTo>
                  <a:cubicBezTo>
                    <a:pt x="19029" y="18000"/>
                    <a:pt x="18000" y="19029"/>
                    <a:pt x="16457" y="20057"/>
                  </a:cubicBezTo>
                  <a:cubicBezTo>
                    <a:pt x="14914" y="21086"/>
                    <a:pt x="12857" y="21600"/>
                    <a:pt x="11314" y="21600"/>
                  </a:cubicBezTo>
                  <a:cubicBezTo>
                    <a:pt x="9257" y="21600"/>
                    <a:pt x="7200" y="21086"/>
                    <a:pt x="5657" y="20057"/>
                  </a:cubicBezTo>
                  <a:cubicBezTo>
                    <a:pt x="4114" y="19543"/>
                    <a:pt x="2571" y="18000"/>
                    <a:pt x="1543" y="16457"/>
                  </a:cubicBezTo>
                  <a:cubicBezTo>
                    <a:pt x="514" y="14914"/>
                    <a:pt x="0" y="13371"/>
                    <a:pt x="0" y="11314"/>
                  </a:cubicBezTo>
                  <a:cubicBezTo>
                    <a:pt x="0" y="9257"/>
                    <a:pt x="0" y="7714"/>
                    <a:pt x="1029" y="5657"/>
                  </a:cubicBezTo>
                  <a:cubicBezTo>
                    <a:pt x="2057" y="4114"/>
                    <a:pt x="2571" y="2571"/>
                    <a:pt x="4629" y="1543"/>
                  </a:cubicBezTo>
                  <a:cubicBezTo>
                    <a:pt x="6171" y="514"/>
                    <a:pt x="8229" y="0"/>
                    <a:pt x="10286" y="0"/>
                  </a:cubicBezTo>
                  <a:cubicBezTo>
                    <a:pt x="12343" y="0"/>
                    <a:pt x="13886" y="514"/>
                    <a:pt x="15429" y="1029"/>
                  </a:cubicBezTo>
                  <a:cubicBezTo>
                    <a:pt x="17486" y="2057"/>
                    <a:pt x="18514" y="3086"/>
                    <a:pt x="19543" y="5143"/>
                  </a:cubicBezTo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465" name="Google Shape;465;p46"/>
            <p:cNvSpPr/>
            <p:nvPr/>
          </p:nvSpPr>
          <p:spPr>
            <a:xfrm>
              <a:off x="1266470" y="3573105"/>
              <a:ext cx="166793" cy="166691"/>
            </a:xfrm>
            <a:custGeom>
              <a:rect b="b" l="l" r="r" t="t"/>
              <a:pathLst>
                <a:path extrusionOk="0" h="21316" w="21329">
                  <a:moveTo>
                    <a:pt x="18219" y="3122"/>
                  </a:moveTo>
                  <a:cubicBezTo>
                    <a:pt x="19595" y="4495"/>
                    <a:pt x="20442" y="5974"/>
                    <a:pt x="20972" y="7875"/>
                  </a:cubicBezTo>
                  <a:cubicBezTo>
                    <a:pt x="21448" y="9777"/>
                    <a:pt x="21448" y="11467"/>
                    <a:pt x="20972" y="13368"/>
                  </a:cubicBezTo>
                  <a:cubicBezTo>
                    <a:pt x="20442" y="15269"/>
                    <a:pt x="19595" y="16801"/>
                    <a:pt x="18219" y="18174"/>
                  </a:cubicBezTo>
                  <a:cubicBezTo>
                    <a:pt x="16842" y="19600"/>
                    <a:pt x="15360" y="20445"/>
                    <a:pt x="13454" y="20920"/>
                  </a:cubicBezTo>
                  <a:cubicBezTo>
                    <a:pt x="11548" y="21448"/>
                    <a:pt x="9801" y="21448"/>
                    <a:pt x="7948" y="20920"/>
                  </a:cubicBezTo>
                  <a:cubicBezTo>
                    <a:pt x="6042" y="20445"/>
                    <a:pt x="4507" y="19547"/>
                    <a:pt x="3130" y="18121"/>
                  </a:cubicBezTo>
                  <a:cubicBezTo>
                    <a:pt x="1701" y="16748"/>
                    <a:pt x="854" y="15269"/>
                    <a:pt x="377" y="13368"/>
                  </a:cubicBezTo>
                  <a:cubicBezTo>
                    <a:pt x="-152" y="11467"/>
                    <a:pt x="-99" y="9777"/>
                    <a:pt x="377" y="7875"/>
                  </a:cubicBezTo>
                  <a:cubicBezTo>
                    <a:pt x="907" y="5974"/>
                    <a:pt x="1701" y="4548"/>
                    <a:pt x="3130" y="3122"/>
                  </a:cubicBezTo>
                  <a:cubicBezTo>
                    <a:pt x="4507" y="1749"/>
                    <a:pt x="6042" y="904"/>
                    <a:pt x="7948" y="376"/>
                  </a:cubicBezTo>
                  <a:cubicBezTo>
                    <a:pt x="9801" y="-99"/>
                    <a:pt x="11548" y="-152"/>
                    <a:pt x="13454" y="376"/>
                  </a:cubicBezTo>
                  <a:cubicBezTo>
                    <a:pt x="15360" y="851"/>
                    <a:pt x="16842" y="1696"/>
                    <a:pt x="18219" y="3122"/>
                  </a:cubicBezTo>
                </a:path>
              </a:pathLst>
            </a:custGeom>
            <a:solidFill>
              <a:srgbClr val="EAEAEA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466" name="Google Shape;466;p46"/>
            <p:cNvSpPr/>
            <p:nvPr/>
          </p:nvSpPr>
          <p:spPr>
            <a:xfrm>
              <a:off x="1265282" y="3573741"/>
              <a:ext cx="79704" cy="86994"/>
            </a:xfrm>
            <a:custGeom>
              <a:rect b="b" l="l" r="r" t="t"/>
              <a:pathLst>
                <a:path extrusionOk="0" h="21600" w="21600">
                  <a:moveTo>
                    <a:pt x="6107" y="6408"/>
                  </a:moveTo>
                  <a:cubicBezTo>
                    <a:pt x="1696" y="10542"/>
                    <a:pt x="0" y="15089"/>
                    <a:pt x="0" y="21600"/>
                  </a:cubicBezTo>
                  <a:lnTo>
                    <a:pt x="21600" y="21600"/>
                  </a:lnTo>
                  <a:lnTo>
                    <a:pt x="21600" y="0"/>
                  </a:lnTo>
                  <a:cubicBezTo>
                    <a:pt x="16850" y="0"/>
                    <a:pt x="10404" y="2377"/>
                    <a:pt x="6107" y="6408"/>
                  </a:cubicBezTo>
                </a:path>
              </a:pathLst>
            </a:custGeom>
            <a:solidFill>
              <a:srgbClr val="9E9E9E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467" name="Google Shape;467;p46"/>
            <p:cNvSpPr/>
            <p:nvPr/>
          </p:nvSpPr>
          <p:spPr>
            <a:xfrm>
              <a:off x="1279846" y="3573058"/>
              <a:ext cx="116100" cy="84034"/>
            </a:xfrm>
            <a:custGeom>
              <a:rect b="b" l="l" r="r" t="t"/>
              <a:pathLst>
                <a:path extrusionOk="0" h="20865" w="21600">
                  <a:moveTo>
                    <a:pt x="10034" y="396"/>
                  </a:moveTo>
                  <a:cubicBezTo>
                    <a:pt x="5821" y="1425"/>
                    <a:pt x="2298" y="4716"/>
                    <a:pt x="0" y="9036"/>
                  </a:cubicBezTo>
                  <a:lnTo>
                    <a:pt x="12715" y="20865"/>
                  </a:lnTo>
                  <a:lnTo>
                    <a:pt x="21600" y="3791"/>
                  </a:lnTo>
                  <a:cubicBezTo>
                    <a:pt x="18383" y="602"/>
                    <a:pt x="14170" y="-735"/>
                    <a:pt x="10034" y="396"/>
                  </a:cubicBezTo>
                </a:path>
              </a:pathLst>
            </a:custGeom>
            <a:solidFill>
              <a:srgbClr val="B5B5B5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468" name="Google Shape;468;p46"/>
            <p:cNvSpPr/>
            <p:nvPr/>
          </p:nvSpPr>
          <p:spPr>
            <a:xfrm>
              <a:off x="1310796" y="3573238"/>
              <a:ext cx="112482" cy="83857"/>
            </a:xfrm>
            <a:custGeom>
              <a:rect b="b" l="l" r="r" t="t"/>
              <a:pathLst>
                <a:path extrusionOk="0" h="20821" w="21600">
                  <a:moveTo>
                    <a:pt x="12105" y="970"/>
                  </a:moveTo>
                  <a:cubicBezTo>
                    <a:pt x="7991" y="-779"/>
                    <a:pt x="3640" y="-59"/>
                    <a:pt x="0" y="2307"/>
                  </a:cubicBezTo>
                  <a:lnTo>
                    <a:pt x="7279" y="20821"/>
                  </a:lnTo>
                  <a:lnTo>
                    <a:pt x="21600" y="11358"/>
                  </a:lnTo>
                  <a:cubicBezTo>
                    <a:pt x="19622" y="6318"/>
                    <a:pt x="16299" y="2718"/>
                    <a:pt x="12105" y="970"/>
                  </a:cubicBezTo>
                </a:path>
              </a:pathLst>
            </a:custGeom>
            <a:solidFill>
              <a:srgbClr val="D3D3D3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469" name="Google Shape;469;p46"/>
            <p:cNvSpPr/>
            <p:nvPr/>
          </p:nvSpPr>
          <p:spPr>
            <a:xfrm>
              <a:off x="1352668" y="3653845"/>
              <a:ext cx="79704" cy="86994"/>
            </a:xfrm>
            <a:custGeom>
              <a:rect b="b" l="l" r="r" t="t"/>
              <a:pathLst>
                <a:path extrusionOk="0" h="21600" w="21600">
                  <a:moveTo>
                    <a:pt x="15380" y="15089"/>
                  </a:moveTo>
                  <a:cubicBezTo>
                    <a:pt x="19904" y="11058"/>
                    <a:pt x="21600" y="6408"/>
                    <a:pt x="21600" y="0"/>
                  </a:cubicBezTo>
                  <a:lnTo>
                    <a:pt x="0" y="0"/>
                  </a:lnTo>
                  <a:lnTo>
                    <a:pt x="0" y="21600"/>
                  </a:lnTo>
                  <a:cubicBezTo>
                    <a:pt x="4750" y="21600"/>
                    <a:pt x="11083" y="19223"/>
                    <a:pt x="15380" y="15089"/>
                  </a:cubicBezTo>
                </a:path>
              </a:pathLst>
            </a:custGeom>
            <a:solidFill>
              <a:srgbClr val="9E9E9E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470" name="Google Shape;470;p46"/>
            <p:cNvSpPr/>
            <p:nvPr/>
          </p:nvSpPr>
          <p:spPr>
            <a:xfrm>
              <a:off x="1301693" y="3657486"/>
              <a:ext cx="116100" cy="82627"/>
            </a:xfrm>
            <a:custGeom>
              <a:rect b="b" l="l" r="r" t="t"/>
              <a:pathLst>
                <a:path extrusionOk="0" h="20958" w="21600">
                  <a:moveTo>
                    <a:pt x="11607" y="20665"/>
                  </a:moveTo>
                  <a:cubicBezTo>
                    <a:pt x="15758" y="19627"/>
                    <a:pt x="19371" y="16304"/>
                    <a:pt x="21600" y="11942"/>
                  </a:cubicBezTo>
                  <a:lnTo>
                    <a:pt x="8840" y="0"/>
                  </a:lnTo>
                  <a:lnTo>
                    <a:pt x="0" y="17238"/>
                  </a:lnTo>
                  <a:cubicBezTo>
                    <a:pt x="3228" y="20250"/>
                    <a:pt x="7379" y="21600"/>
                    <a:pt x="11607" y="20665"/>
                  </a:cubicBezTo>
                </a:path>
              </a:pathLst>
            </a:custGeom>
            <a:solidFill>
              <a:srgbClr val="B5B5B5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471" name="Google Shape;471;p46"/>
            <p:cNvSpPr/>
            <p:nvPr/>
          </p:nvSpPr>
          <p:spPr>
            <a:xfrm>
              <a:off x="1274385" y="3657486"/>
              <a:ext cx="112482" cy="83857"/>
            </a:xfrm>
            <a:custGeom>
              <a:rect b="b" l="l" r="r" t="t"/>
              <a:pathLst>
                <a:path extrusionOk="0" h="20821" w="21600">
                  <a:moveTo>
                    <a:pt x="9450" y="19851"/>
                  </a:moveTo>
                  <a:cubicBezTo>
                    <a:pt x="13659" y="21600"/>
                    <a:pt x="17947" y="20880"/>
                    <a:pt x="21600" y="18514"/>
                  </a:cubicBezTo>
                  <a:lnTo>
                    <a:pt x="14294" y="0"/>
                  </a:lnTo>
                  <a:lnTo>
                    <a:pt x="0" y="9463"/>
                  </a:lnTo>
                  <a:cubicBezTo>
                    <a:pt x="1985" y="14194"/>
                    <a:pt x="5321" y="17897"/>
                    <a:pt x="9450" y="19851"/>
                  </a:cubicBezTo>
                </a:path>
              </a:pathLst>
            </a:custGeom>
            <a:solidFill>
              <a:srgbClr val="D3D3D3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472" name="Google Shape;472;p46"/>
            <p:cNvSpPr/>
            <p:nvPr/>
          </p:nvSpPr>
          <p:spPr>
            <a:xfrm>
              <a:off x="1275313" y="3583666"/>
              <a:ext cx="147127" cy="146976"/>
            </a:xfrm>
            <a:custGeom>
              <a:rect b="b" l="l" r="r" t="t"/>
              <a:pathLst>
                <a:path extrusionOk="0" h="21324" w="21346">
                  <a:moveTo>
                    <a:pt x="18234" y="3103"/>
                  </a:moveTo>
                  <a:cubicBezTo>
                    <a:pt x="19610" y="4535"/>
                    <a:pt x="20448" y="6027"/>
                    <a:pt x="20986" y="7877"/>
                  </a:cubicBezTo>
                  <a:cubicBezTo>
                    <a:pt x="21465" y="9786"/>
                    <a:pt x="21465" y="11576"/>
                    <a:pt x="20986" y="13426"/>
                  </a:cubicBezTo>
                  <a:cubicBezTo>
                    <a:pt x="20448" y="15335"/>
                    <a:pt x="19610" y="16827"/>
                    <a:pt x="18234" y="18199"/>
                  </a:cubicBezTo>
                  <a:cubicBezTo>
                    <a:pt x="16858" y="19631"/>
                    <a:pt x="15302" y="20467"/>
                    <a:pt x="13447" y="20944"/>
                  </a:cubicBezTo>
                  <a:cubicBezTo>
                    <a:pt x="11533" y="21481"/>
                    <a:pt x="9857" y="21421"/>
                    <a:pt x="7943" y="20944"/>
                  </a:cubicBezTo>
                  <a:cubicBezTo>
                    <a:pt x="6028" y="20407"/>
                    <a:pt x="4532" y="19631"/>
                    <a:pt x="3156" y="18199"/>
                  </a:cubicBezTo>
                  <a:cubicBezTo>
                    <a:pt x="1780" y="16827"/>
                    <a:pt x="882" y="15275"/>
                    <a:pt x="404" y="13426"/>
                  </a:cubicBezTo>
                  <a:cubicBezTo>
                    <a:pt x="-135" y="11516"/>
                    <a:pt x="-135" y="9786"/>
                    <a:pt x="404" y="7877"/>
                  </a:cubicBezTo>
                  <a:cubicBezTo>
                    <a:pt x="882" y="6027"/>
                    <a:pt x="1780" y="4535"/>
                    <a:pt x="3156" y="3103"/>
                  </a:cubicBezTo>
                  <a:cubicBezTo>
                    <a:pt x="4532" y="1731"/>
                    <a:pt x="6028" y="895"/>
                    <a:pt x="7943" y="358"/>
                  </a:cubicBezTo>
                  <a:cubicBezTo>
                    <a:pt x="9857" y="-119"/>
                    <a:pt x="11592" y="-119"/>
                    <a:pt x="13447" y="358"/>
                  </a:cubicBezTo>
                  <a:cubicBezTo>
                    <a:pt x="15362" y="895"/>
                    <a:pt x="16858" y="1731"/>
                    <a:pt x="18234" y="3103"/>
                  </a:cubicBezTo>
                </a:path>
              </a:pathLst>
            </a:custGeom>
            <a:solidFill>
              <a:srgbClr val="080808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</p:grpSp>
      <p:sp>
        <p:nvSpPr>
          <p:cNvPr id="473" name="Google Shape;473;p46"/>
          <p:cNvSpPr/>
          <p:nvPr/>
        </p:nvSpPr>
        <p:spPr>
          <a:xfrm>
            <a:off x="4353325" y="1195225"/>
            <a:ext cx="3759000" cy="2854800"/>
          </a:xfrm>
          <a:prstGeom prst="rect">
            <a:avLst/>
          </a:prstGeom>
          <a:solidFill>
            <a:srgbClr val="3049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46"/>
          <p:cNvSpPr/>
          <p:nvPr>
            <p:ph idx="3" type="pic"/>
          </p:nvPr>
        </p:nvSpPr>
        <p:spPr>
          <a:xfrm>
            <a:off x="4353325" y="1193850"/>
            <a:ext cx="3759000" cy="2854800"/>
          </a:xfrm>
          <a:prstGeom prst="rect">
            <a:avLst/>
          </a:prstGeom>
          <a:noFill/>
          <a:ln>
            <a:noFill/>
          </a:ln>
        </p:spPr>
      </p:sp>
      <p:pic>
        <p:nvPicPr>
          <p:cNvPr id="475" name="Google Shape;475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20239" y="2251528"/>
            <a:ext cx="764776" cy="764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1.1">
  <p:cSld name="CUSTOM_13_2_1_1_2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7"/>
          <p:cNvSpPr txBox="1"/>
          <p:nvPr>
            <p:ph type="ctrTitle"/>
          </p:nvPr>
        </p:nvSpPr>
        <p:spPr>
          <a:xfrm>
            <a:off x="432650" y="598650"/>
            <a:ext cx="3630600" cy="78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79" name="Google Shape;479;p47"/>
          <p:cNvSpPr txBox="1"/>
          <p:nvPr>
            <p:ph idx="2" type="ctrTitle"/>
          </p:nvPr>
        </p:nvSpPr>
        <p:spPr>
          <a:xfrm>
            <a:off x="432650" y="24013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grpSp>
        <p:nvGrpSpPr>
          <p:cNvPr id="480" name="Google Shape;480;p47"/>
          <p:cNvGrpSpPr/>
          <p:nvPr/>
        </p:nvGrpSpPr>
        <p:grpSpPr>
          <a:xfrm>
            <a:off x="4749675" y="598652"/>
            <a:ext cx="1163350" cy="415500"/>
            <a:chOff x="4749675" y="773950"/>
            <a:chExt cx="1163350" cy="415500"/>
          </a:xfrm>
        </p:grpSpPr>
        <p:sp>
          <p:nvSpPr>
            <p:cNvPr id="481" name="Google Shape;481;p47"/>
            <p:cNvSpPr/>
            <p:nvPr/>
          </p:nvSpPr>
          <p:spPr>
            <a:xfrm>
              <a:off x="4749925" y="773950"/>
              <a:ext cx="11631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482" name="Google Shape;482;p47"/>
            <p:cNvSpPr txBox="1"/>
            <p:nvPr/>
          </p:nvSpPr>
          <p:spPr>
            <a:xfrm>
              <a:off x="4749675" y="877750"/>
              <a:ext cx="116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2010</a:t>
              </a:r>
              <a:endParaRPr b="0" i="0" sz="12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grpSp>
        <p:nvGrpSpPr>
          <p:cNvPr id="483" name="Google Shape;483;p47"/>
          <p:cNvGrpSpPr/>
          <p:nvPr/>
        </p:nvGrpSpPr>
        <p:grpSpPr>
          <a:xfrm>
            <a:off x="4749675" y="2149602"/>
            <a:ext cx="1163350" cy="415500"/>
            <a:chOff x="4749675" y="773950"/>
            <a:chExt cx="1163350" cy="415500"/>
          </a:xfrm>
        </p:grpSpPr>
        <p:sp>
          <p:nvSpPr>
            <p:cNvPr id="484" name="Google Shape;484;p47"/>
            <p:cNvSpPr/>
            <p:nvPr/>
          </p:nvSpPr>
          <p:spPr>
            <a:xfrm>
              <a:off x="4749925" y="773950"/>
              <a:ext cx="11631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485" name="Google Shape;485;p47"/>
            <p:cNvSpPr txBox="1"/>
            <p:nvPr/>
          </p:nvSpPr>
          <p:spPr>
            <a:xfrm>
              <a:off x="4749675" y="877750"/>
              <a:ext cx="116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2011</a:t>
              </a:r>
              <a:endParaRPr b="0" i="0" sz="12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grpSp>
        <p:nvGrpSpPr>
          <p:cNvPr id="486" name="Google Shape;486;p47"/>
          <p:cNvGrpSpPr/>
          <p:nvPr/>
        </p:nvGrpSpPr>
        <p:grpSpPr>
          <a:xfrm>
            <a:off x="4749675" y="3741577"/>
            <a:ext cx="1163350" cy="415500"/>
            <a:chOff x="4749675" y="773950"/>
            <a:chExt cx="1163350" cy="415500"/>
          </a:xfrm>
        </p:grpSpPr>
        <p:sp>
          <p:nvSpPr>
            <p:cNvPr id="487" name="Google Shape;487;p47"/>
            <p:cNvSpPr/>
            <p:nvPr/>
          </p:nvSpPr>
          <p:spPr>
            <a:xfrm>
              <a:off x="4749925" y="773950"/>
              <a:ext cx="11631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488" name="Google Shape;488;p47"/>
            <p:cNvSpPr txBox="1"/>
            <p:nvPr/>
          </p:nvSpPr>
          <p:spPr>
            <a:xfrm>
              <a:off x="4749675" y="877750"/>
              <a:ext cx="116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2012</a:t>
              </a:r>
              <a:endParaRPr b="0" i="0" sz="12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cxnSp>
        <p:nvCxnSpPr>
          <p:cNvPr id="489" name="Google Shape;489;p47"/>
          <p:cNvCxnSpPr/>
          <p:nvPr/>
        </p:nvCxnSpPr>
        <p:spPr>
          <a:xfrm>
            <a:off x="5312025" y="1146727"/>
            <a:ext cx="0" cy="87030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0" name="Google Shape;490;p47"/>
          <p:cNvCxnSpPr/>
          <p:nvPr/>
        </p:nvCxnSpPr>
        <p:spPr>
          <a:xfrm>
            <a:off x="5312025" y="4276952"/>
            <a:ext cx="0" cy="71190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1" name="Google Shape;491;p47"/>
          <p:cNvCxnSpPr/>
          <p:nvPr/>
        </p:nvCxnSpPr>
        <p:spPr>
          <a:xfrm>
            <a:off x="5312025" y="2706077"/>
            <a:ext cx="0" cy="87030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2" name="Google Shape;492;p47"/>
          <p:cNvSpPr txBox="1"/>
          <p:nvPr>
            <p:ph idx="3" type="ctrTitle"/>
          </p:nvPr>
        </p:nvSpPr>
        <p:spPr>
          <a:xfrm>
            <a:off x="6138075" y="7863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493" name="Google Shape;493;p47"/>
          <p:cNvSpPr txBox="1"/>
          <p:nvPr>
            <p:ph idx="4" type="ctrTitle"/>
          </p:nvPr>
        </p:nvSpPr>
        <p:spPr>
          <a:xfrm>
            <a:off x="6138075" y="4856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494" name="Google Shape;494;p47"/>
          <p:cNvSpPr txBox="1"/>
          <p:nvPr>
            <p:ph idx="5" type="ctrTitle"/>
          </p:nvPr>
        </p:nvSpPr>
        <p:spPr>
          <a:xfrm>
            <a:off x="6138075" y="23372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495" name="Google Shape;495;p47"/>
          <p:cNvSpPr txBox="1"/>
          <p:nvPr>
            <p:ph idx="6" type="ctrTitle"/>
          </p:nvPr>
        </p:nvSpPr>
        <p:spPr>
          <a:xfrm>
            <a:off x="6138075" y="203662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496" name="Google Shape;496;p47"/>
          <p:cNvSpPr txBox="1"/>
          <p:nvPr>
            <p:ph idx="7" type="ctrTitle"/>
          </p:nvPr>
        </p:nvSpPr>
        <p:spPr>
          <a:xfrm>
            <a:off x="6138075" y="39292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497" name="Google Shape;497;p47"/>
          <p:cNvSpPr txBox="1"/>
          <p:nvPr>
            <p:ph idx="8" type="ctrTitle"/>
          </p:nvPr>
        </p:nvSpPr>
        <p:spPr>
          <a:xfrm>
            <a:off x="6138075" y="36286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pic>
        <p:nvPicPr>
          <p:cNvPr id="498" name="Google Shape;498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1.2">
  <p:cSld name="CUSTOM_13_2_1_1_2_1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8"/>
          <p:cNvSpPr txBox="1"/>
          <p:nvPr>
            <p:ph type="ctrTitle"/>
          </p:nvPr>
        </p:nvSpPr>
        <p:spPr>
          <a:xfrm>
            <a:off x="432650" y="598650"/>
            <a:ext cx="3630600" cy="78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1" name="Google Shape;501;p48"/>
          <p:cNvSpPr txBox="1"/>
          <p:nvPr>
            <p:ph idx="2" type="ctrTitle"/>
          </p:nvPr>
        </p:nvSpPr>
        <p:spPr>
          <a:xfrm>
            <a:off x="432650" y="24013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502" name="Google Shape;502;p48"/>
          <p:cNvSpPr txBox="1"/>
          <p:nvPr>
            <p:ph idx="3" type="ctrTitle"/>
          </p:nvPr>
        </p:nvSpPr>
        <p:spPr>
          <a:xfrm>
            <a:off x="6138075" y="112850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503" name="Google Shape;503;p48"/>
          <p:cNvSpPr txBox="1"/>
          <p:nvPr>
            <p:ph idx="4" type="ctrTitle"/>
          </p:nvPr>
        </p:nvSpPr>
        <p:spPr>
          <a:xfrm>
            <a:off x="6138075" y="82787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04" name="Google Shape;504;p48"/>
          <p:cNvSpPr txBox="1"/>
          <p:nvPr>
            <p:ph idx="5" type="ctrTitle"/>
          </p:nvPr>
        </p:nvSpPr>
        <p:spPr>
          <a:xfrm>
            <a:off x="6138075" y="27204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505" name="Google Shape;505;p48"/>
          <p:cNvSpPr txBox="1"/>
          <p:nvPr>
            <p:ph idx="6" type="ctrTitle"/>
          </p:nvPr>
        </p:nvSpPr>
        <p:spPr>
          <a:xfrm>
            <a:off x="6138075" y="241986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06" name="Google Shape;506;p48"/>
          <p:cNvSpPr txBox="1"/>
          <p:nvPr>
            <p:ph idx="7" type="ctrTitle"/>
          </p:nvPr>
        </p:nvSpPr>
        <p:spPr>
          <a:xfrm>
            <a:off x="6138075" y="427142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507" name="Google Shape;507;p48"/>
          <p:cNvSpPr txBox="1"/>
          <p:nvPr>
            <p:ph idx="8" type="ctrTitle"/>
          </p:nvPr>
        </p:nvSpPr>
        <p:spPr>
          <a:xfrm>
            <a:off x="6138075" y="397080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grpSp>
        <p:nvGrpSpPr>
          <p:cNvPr id="508" name="Google Shape;508;p48"/>
          <p:cNvGrpSpPr/>
          <p:nvPr/>
        </p:nvGrpSpPr>
        <p:grpSpPr>
          <a:xfrm>
            <a:off x="4749675" y="4083777"/>
            <a:ext cx="1163350" cy="415500"/>
            <a:chOff x="4749675" y="773950"/>
            <a:chExt cx="1163350" cy="415500"/>
          </a:xfrm>
        </p:grpSpPr>
        <p:sp>
          <p:nvSpPr>
            <p:cNvPr id="509" name="Google Shape;509;p48"/>
            <p:cNvSpPr/>
            <p:nvPr/>
          </p:nvSpPr>
          <p:spPr>
            <a:xfrm>
              <a:off x="4749925" y="773950"/>
              <a:ext cx="11631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510" name="Google Shape;510;p48"/>
            <p:cNvSpPr txBox="1"/>
            <p:nvPr/>
          </p:nvSpPr>
          <p:spPr>
            <a:xfrm>
              <a:off x="4749675" y="877750"/>
              <a:ext cx="116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2015</a:t>
              </a:r>
              <a:endParaRPr b="0" i="0" sz="12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grpSp>
        <p:nvGrpSpPr>
          <p:cNvPr id="511" name="Google Shape;511;p48"/>
          <p:cNvGrpSpPr/>
          <p:nvPr/>
        </p:nvGrpSpPr>
        <p:grpSpPr>
          <a:xfrm>
            <a:off x="4749675" y="2532827"/>
            <a:ext cx="1163350" cy="415500"/>
            <a:chOff x="4749675" y="773950"/>
            <a:chExt cx="1163350" cy="415500"/>
          </a:xfrm>
        </p:grpSpPr>
        <p:sp>
          <p:nvSpPr>
            <p:cNvPr id="512" name="Google Shape;512;p48"/>
            <p:cNvSpPr/>
            <p:nvPr/>
          </p:nvSpPr>
          <p:spPr>
            <a:xfrm>
              <a:off x="4749925" y="773950"/>
              <a:ext cx="11631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513" name="Google Shape;513;p48"/>
            <p:cNvSpPr txBox="1"/>
            <p:nvPr/>
          </p:nvSpPr>
          <p:spPr>
            <a:xfrm>
              <a:off x="4749675" y="877750"/>
              <a:ext cx="116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2014</a:t>
              </a:r>
              <a:endParaRPr b="0" i="0" sz="12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grpSp>
        <p:nvGrpSpPr>
          <p:cNvPr id="514" name="Google Shape;514;p48"/>
          <p:cNvGrpSpPr/>
          <p:nvPr/>
        </p:nvGrpSpPr>
        <p:grpSpPr>
          <a:xfrm>
            <a:off x="4749675" y="940852"/>
            <a:ext cx="1163350" cy="415500"/>
            <a:chOff x="4749675" y="773950"/>
            <a:chExt cx="1163350" cy="415500"/>
          </a:xfrm>
        </p:grpSpPr>
        <p:sp>
          <p:nvSpPr>
            <p:cNvPr id="515" name="Google Shape;515;p48"/>
            <p:cNvSpPr/>
            <p:nvPr/>
          </p:nvSpPr>
          <p:spPr>
            <a:xfrm>
              <a:off x="4749925" y="773950"/>
              <a:ext cx="11631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516" name="Google Shape;516;p48"/>
            <p:cNvSpPr txBox="1"/>
            <p:nvPr/>
          </p:nvSpPr>
          <p:spPr>
            <a:xfrm>
              <a:off x="4749675" y="877750"/>
              <a:ext cx="116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2013</a:t>
              </a:r>
              <a:endParaRPr b="0" i="0" sz="12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cxnSp>
        <p:nvCxnSpPr>
          <p:cNvPr id="517" name="Google Shape;517;p48"/>
          <p:cNvCxnSpPr/>
          <p:nvPr/>
        </p:nvCxnSpPr>
        <p:spPr>
          <a:xfrm rot="10800000">
            <a:off x="5350675" y="3080902"/>
            <a:ext cx="0" cy="87030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8" name="Google Shape;518;p48"/>
          <p:cNvCxnSpPr/>
          <p:nvPr/>
        </p:nvCxnSpPr>
        <p:spPr>
          <a:xfrm rot="10800000">
            <a:off x="5350675" y="109077"/>
            <a:ext cx="0" cy="71190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9" name="Google Shape;519;p48"/>
          <p:cNvCxnSpPr/>
          <p:nvPr/>
        </p:nvCxnSpPr>
        <p:spPr>
          <a:xfrm rot="10800000">
            <a:off x="5350675" y="1521552"/>
            <a:ext cx="0" cy="87030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20" name="Google Shape;52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 1">
  <p:cSld name="CUSTOM_13_2_1_1_2_1_2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9"/>
          <p:cNvSpPr txBox="1"/>
          <p:nvPr>
            <p:ph type="ctrTitle"/>
          </p:nvPr>
        </p:nvSpPr>
        <p:spPr>
          <a:xfrm>
            <a:off x="432650" y="783850"/>
            <a:ext cx="2487600" cy="78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23" name="Google Shape;523;p49"/>
          <p:cNvSpPr txBox="1"/>
          <p:nvPr>
            <p:ph idx="2" type="ctrTitle"/>
          </p:nvPr>
        </p:nvSpPr>
        <p:spPr>
          <a:xfrm>
            <a:off x="432650" y="24214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524" name="Google Shape;524;p49"/>
          <p:cNvSpPr txBox="1"/>
          <p:nvPr>
            <p:ph idx="3" type="ctrTitle"/>
          </p:nvPr>
        </p:nvSpPr>
        <p:spPr>
          <a:xfrm>
            <a:off x="4451450" y="10507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525" name="Google Shape;525;p49"/>
          <p:cNvSpPr txBox="1"/>
          <p:nvPr>
            <p:ph idx="4" type="ctrTitle"/>
          </p:nvPr>
        </p:nvSpPr>
        <p:spPr>
          <a:xfrm>
            <a:off x="4451450" y="7500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26" name="Google Shape;526;p49"/>
          <p:cNvSpPr txBox="1"/>
          <p:nvPr>
            <p:ph idx="5" type="ctrTitle"/>
          </p:nvPr>
        </p:nvSpPr>
        <p:spPr>
          <a:xfrm>
            <a:off x="4451450" y="25516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527" name="Google Shape;527;p49"/>
          <p:cNvSpPr txBox="1"/>
          <p:nvPr>
            <p:ph idx="6" type="ctrTitle"/>
          </p:nvPr>
        </p:nvSpPr>
        <p:spPr>
          <a:xfrm>
            <a:off x="4451450" y="225102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28" name="Google Shape;528;p49"/>
          <p:cNvSpPr txBox="1"/>
          <p:nvPr>
            <p:ph idx="7" type="ctrTitle"/>
          </p:nvPr>
        </p:nvSpPr>
        <p:spPr>
          <a:xfrm>
            <a:off x="4451450" y="405257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529" name="Google Shape;529;p49"/>
          <p:cNvSpPr txBox="1"/>
          <p:nvPr>
            <p:ph idx="8" type="ctrTitle"/>
          </p:nvPr>
        </p:nvSpPr>
        <p:spPr>
          <a:xfrm>
            <a:off x="4451450" y="37519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30" name="Google Shape;530;p49"/>
          <p:cNvSpPr/>
          <p:nvPr/>
        </p:nvSpPr>
        <p:spPr>
          <a:xfrm flipH="1">
            <a:off x="3845050" y="1418700"/>
            <a:ext cx="39000" cy="37248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49"/>
          <p:cNvSpPr/>
          <p:nvPr/>
        </p:nvSpPr>
        <p:spPr>
          <a:xfrm>
            <a:off x="3516669" y="722921"/>
            <a:ext cx="695700" cy="695700"/>
          </a:xfrm>
          <a:prstGeom prst="roundRect">
            <a:avLst>
              <a:gd fmla="val 16667" name="adj"/>
            </a:avLst>
          </a:prstGeom>
          <a:solidFill>
            <a:srgbClr val="F46262"/>
          </a:solidFill>
          <a:ln>
            <a:noFill/>
          </a:ln>
          <a:effectLst>
            <a:outerShdw blurRad="762000" sx="97000" rotWithShape="0" algn="t" dir="5400000" dist="698500" sy="97000">
              <a:srgbClr val="000000">
                <a:alpha val="941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2" name="Google Shape;532;p49"/>
          <p:cNvSpPr/>
          <p:nvPr/>
        </p:nvSpPr>
        <p:spPr>
          <a:xfrm>
            <a:off x="3516669" y="2194449"/>
            <a:ext cx="695700" cy="695700"/>
          </a:xfrm>
          <a:prstGeom prst="roundRect">
            <a:avLst>
              <a:gd fmla="val 16667" name="adj"/>
            </a:avLst>
          </a:prstGeom>
          <a:solidFill>
            <a:srgbClr val="F46262"/>
          </a:solidFill>
          <a:ln>
            <a:noFill/>
          </a:ln>
          <a:effectLst>
            <a:outerShdw blurRad="762000" sx="97000" rotWithShape="0" algn="t" dir="5400000" dist="698500" sy="97000">
              <a:srgbClr val="000000">
                <a:alpha val="941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3" name="Google Shape;533;p49"/>
          <p:cNvSpPr/>
          <p:nvPr/>
        </p:nvSpPr>
        <p:spPr>
          <a:xfrm>
            <a:off x="3516669" y="3724798"/>
            <a:ext cx="695700" cy="695700"/>
          </a:xfrm>
          <a:prstGeom prst="roundRect">
            <a:avLst>
              <a:gd fmla="val 16667" name="adj"/>
            </a:avLst>
          </a:prstGeom>
          <a:solidFill>
            <a:srgbClr val="F46262"/>
          </a:solidFill>
          <a:ln>
            <a:noFill/>
          </a:ln>
          <a:effectLst>
            <a:outerShdw blurRad="762000" sx="97000" rotWithShape="0" algn="t" dir="5400000" dist="698500" sy="97000">
              <a:srgbClr val="000000">
                <a:alpha val="941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34" name="Google Shape;534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07950" y="2374799"/>
            <a:ext cx="313200" cy="335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6752" y="3904890"/>
            <a:ext cx="335600" cy="33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6752" y="903002"/>
            <a:ext cx="335600" cy="33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49"/>
          <p:cNvSpPr txBox="1"/>
          <p:nvPr>
            <p:ph idx="9" type="ctrTitle"/>
          </p:nvPr>
        </p:nvSpPr>
        <p:spPr>
          <a:xfrm>
            <a:off x="432650" y="20806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538" name="Google Shape;538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 2">
  <p:cSld name="CUSTOM_13_2_1_1_2_1_2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0"/>
          <p:cNvSpPr txBox="1"/>
          <p:nvPr>
            <p:ph type="ctrTitle"/>
          </p:nvPr>
        </p:nvSpPr>
        <p:spPr>
          <a:xfrm>
            <a:off x="302400" y="327575"/>
            <a:ext cx="4494900" cy="54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41" name="Google Shape;541;p50"/>
          <p:cNvSpPr txBox="1"/>
          <p:nvPr>
            <p:ph idx="2" type="ctrTitle"/>
          </p:nvPr>
        </p:nvSpPr>
        <p:spPr>
          <a:xfrm>
            <a:off x="328350" y="1190275"/>
            <a:ext cx="19260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42" name="Google Shape;542;p50"/>
          <p:cNvSpPr/>
          <p:nvPr/>
        </p:nvSpPr>
        <p:spPr>
          <a:xfrm>
            <a:off x="302400" y="1615663"/>
            <a:ext cx="1926000" cy="283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  <a:effectLst>
            <a:outerShdw blurRad="314325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3" name="Google Shape;543;p50"/>
          <p:cNvSpPr/>
          <p:nvPr/>
        </p:nvSpPr>
        <p:spPr>
          <a:xfrm>
            <a:off x="315275" y="1607965"/>
            <a:ext cx="1926000" cy="53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4" name="Google Shape;544;p50"/>
          <p:cNvSpPr/>
          <p:nvPr/>
        </p:nvSpPr>
        <p:spPr>
          <a:xfrm>
            <a:off x="2518640" y="1615651"/>
            <a:ext cx="1926000" cy="283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  <a:effectLst>
            <a:outerShdw blurRad="314325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5" name="Google Shape;545;p50"/>
          <p:cNvSpPr/>
          <p:nvPr/>
        </p:nvSpPr>
        <p:spPr>
          <a:xfrm>
            <a:off x="2518652" y="1607977"/>
            <a:ext cx="1926000" cy="53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6" name="Google Shape;546;p50"/>
          <p:cNvSpPr/>
          <p:nvPr/>
        </p:nvSpPr>
        <p:spPr>
          <a:xfrm>
            <a:off x="6902725" y="1615649"/>
            <a:ext cx="1926000" cy="283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  <a:effectLst>
            <a:outerShdw blurRad="314325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7" name="Google Shape;547;p50"/>
          <p:cNvSpPr/>
          <p:nvPr/>
        </p:nvSpPr>
        <p:spPr>
          <a:xfrm>
            <a:off x="6915595" y="1607965"/>
            <a:ext cx="1926000" cy="53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8" name="Google Shape;548;p50"/>
          <p:cNvSpPr/>
          <p:nvPr/>
        </p:nvSpPr>
        <p:spPr>
          <a:xfrm>
            <a:off x="4709044" y="1615663"/>
            <a:ext cx="1926000" cy="283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  <a:effectLst>
            <a:outerShdw blurRad="314325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9" name="Google Shape;549;p50"/>
          <p:cNvSpPr/>
          <p:nvPr/>
        </p:nvSpPr>
        <p:spPr>
          <a:xfrm>
            <a:off x="4722017" y="1607965"/>
            <a:ext cx="1926000" cy="53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0" name="Google Shape;550;p50"/>
          <p:cNvSpPr txBox="1"/>
          <p:nvPr>
            <p:ph idx="3" type="ctrTitle"/>
          </p:nvPr>
        </p:nvSpPr>
        <p:spPr>
          <a:xfrm>
            <a:off x="397825" y="1776625"/>
            <a:ext cx="16512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551" name="Google Shape;551;p50"/>
          <p:cNvSpPr txBox="1"/>
          <p:nvPr>
            <p:ph idx="4" type="ctrTitle"/>
          </p:nvPr>
        </p:nvSpPr>
        <p:spPr>
          <a:xfrm>
            <a:off x="2656050" y="1776625"/>
            <a:ext cx="16512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552" name="Google Shape;552;p50"/>
          <p:cNvSpPr txBox="1"/>
          <p:nvPr>
            <p:ph idx="5" type="ctrTitle"/>
          </p:nvPr>
        </p:nvSpPr>
        <p:spPr>
          <a:xfrm>
            <a:off x="4859425" y="1776625"/>
            <a:ext cx="16512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553" name="Google Shape;553;p50"/>
          <p:cNvSpPr txBox="1"/>
          <p:nvPr>
            <p:ph idx="6" type="ctrTitle"/>
          </p:nvPr>
        </p:nvSpPr>
        <p:spPr>
          <a:xfrm>
            <a:off x="7036850" y="1776625"/>
            <a:ext cx="16512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554" name="Google Shape;554;p50"/>
          <p:cNvSpPr txBox="1"/>
          <p:nvPr>
            <p:ph idx="7" type="ctrTitle"/>
          </p:nvPr>
        </p:nvSpPr>
        <p:spPr>
          <a:xfrm>
            <a:off x="2518650" y="1190275"/>
            <a:ext cx="19260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55" name="Google Shape;555;p50"/>
          <p:cNvSpPr txBox="1"/>
          <p:nvPr>
            <p:ph idx="8" type="ctrTitle"/>
          </p:nvPr>
        </p:nvSpPr>
        <p:spPr>
          <a:xfrm>
            <a:off x="4722025" y="1190275"/>
            <a:ext cx="19260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56" name="Google Shape;556;p50"/>
          <p:cNvSpPr txBox="1"/>
          <p:nvPr>
            <p:ph idx="9" type="ctrTitle"/>
          </p:nvPr>
        </p:nvSpPr>
        <p:spPr>
          <a:xfrm>
            <a:off x="6899450" y="1190275"/>
            <a:ext cx="19260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pic>
        <p:nvPicPr>
          <p:cNvPr id="557" name="Google Shape;557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2">
  <p:cSld name="CUSTOM_13_2_1_1_2_1_1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1"/>
          <p:cNvSpPr txBox="1"/>
          <p:nvPr>
            <p:ph type="ctrTitle"/>
          </p:nvPr>
        </p:nvSpPr>
        <p:spPr>
          <a:xfrm>
            <a:off x="432650" y="598650"/>
            <a:ext cx="3630600" cy="78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0" name="Google Shape;560;p51"/>
          <p:cNvSpPr txBox="1"/>
          <p:nvPr>
            <p:ph idx="2" type="ctrTitle"/>
          </p:nvPr>
        </p:nvSpPr>
        <p:spPr>
          <a:xfrm>
            <a:off x="432650" y="14692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561" name="Google Shape;561;p51"/>
          <p:cNvSpPr txBox="1"/>
          <p:nvPr>
            <p:ph idx="3" type="ctrTitle"/>
          </p:nvPr>
        </p:nvSpPr>
        <p:spPr>
          <a:xfrm>
            <a:off x="432650" y="2612563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562" name="Google Shape;562;p51"/>
          <p:cNvSpPr txBox="1"/>
          <p:nvPr>
            <p:ph idx="4" type="ctrTitle"/>
          </p:nvPr>
        </p:nvSpPr>
        <p:spPr>
          <a:xfrm>
            <a:off x="432650" y="2221338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grpSp>
        <p:nvGrpSpPr>
          <p:cNvPr id="563" name="Google Shape;563;p51"/>
          <p:cNvGrpSpPr/>
          <p:nvPr/>
        </p:nvGrpSpPr>
        <p:grpSpPr>
          <a:xfrm>
            <a:off x="458692" y="3156850"/>
            <a:ext cx="875888" cy="415500"/>
            <a:chOff x="699342" y="3156850"/>
            <a:chExt cx="875888" cy="415500"/>
          </a:xfrm>
        </p:grpSpPr>
        <p:sp>
          <p:nvSpPr>
            <p:cNvPr id="564" name="Google Shape;564;p51"/>
            <p:cNvSpPr/>
            <p:nvPr/>
          </p:nvSpPr>
          <p:spPr>
            <a:xfrm>
              <a:off x="699530" y="3156850"/>
              <a:ext cx="8757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565" name="Google Shape;565;p51"/>
            <p:cNvSpPr txBox="1"/>
            <p:nvPr/>
          </p:nvSpPr>
          <p:spPr>
            <a:xfrm>
              <a:off x="699342" y="3260650"/>
              <a:ext cx="8757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2010</a:t>
              </a:r>
              <a:endParaRPr sz="1200"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cxnSp>
        <p:nvCxnSpPr>
          <p:cNvPr id="566" name="Google Shape;566;p51"/>
          <p:cNvCxnSpPr>
            <a:stCxn id="567" idx="1"/>
          </p:cNvCxnSpPr>
          <p:nvPr/>
        </p:nvCxnSpPr>
        <p:spPr>
          <a:xfrm rot="10800000">
            <a:off x="1335492" y="3364600"/>
            <a:ext cx="681300" cy="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68" name="Google Shape;568;p51"/>
          <p:cNvGrpSpPr/>
          <p:nvPr/>
        </p:nvGrpSpPr>
        <p:grpSpPr>
          <a:xfrm>
            <a:off x="2016792" y="3156850"/>
            <a:ext cx="875888" cy="415500"/>
            <a:chOff x="699342" y="3156850"/>
            <a:chExt cx="875888" cy="415500"/>
          </a:xfrm>
        </p:grpSpPr>
        <p:sp>
          <p:nvSpPr>
            <p:cNvPr id="569" name="Google Shape;569;p51"/>
            <p:cNvSpPr/>
            <p:nvPr/>
          </p:nvSpPr>
          <p:spPr>
            <a:xfrm>
              <a:off x="699530" y="3156850"/>
              <a:ext cx="8757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567" name="Google Shape;567;p51"/>
            <p:cNvSpPr txBox="1"/>
            <p:nvPr/>
          </p:nvSpPr>
          <p:spPr>
            <a:xfrm>
              <a:off x="699342" y="3260650"/>
              <a:ext cx="8757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2011</a:t>
              </a:r>
              <a:endParaRPr sz="1200"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cxnSp>
        <p:nvCxnSpPr>
          <p:cNvPr id="570" name="Google Shape;570;p51"/>
          <p:cNvCxnSpPr>
            <a:stCxn id="571" idx="1"/>
          </p:cNvCxnSpPr>
          <p:nvPr/>
        </p:nvCxnSpPr>
        <p:spPr>
          <a:xfrm rot="10800000">
            <a:off x="2893592" y="3364600"/>
            <a:ext cx="681300" cy="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72" name="Google Shape;572;p51"/>
          <p:cNvGrpSpPr/>
          <p:nvPr/>
        </p:nvGrpSpPr>
        <p:grpSpPr>
          <a:xfrm>
            <a:off x="3574892" y="3156850"/>
            <a:ext cx="875888" cy="415500"/>
            <a:chOff x="699342" y="3156850"/>
            <a:chExt cx="875888" cy="415500"/>
          </a:xfrm>
        </p:grpSpPr>
        <p:sp>
          <p:nvSpPr>
            <p:cNvPr id="573" name="Google Shape;573;p51"/>
            <p:cNvSpPr/>
            <p:nvPr/>
          </p:nvSpPr>
          <p:spPr>
            <a:xfrm>
              <a:off x="699530" y="3156850"/>
              <a:ext cx="8757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571" name="Google Shape;571;p51"/>
            <p:cNvSpPr txBox="1"/>
            <p:nvPr/>
          </p:nvSpPr>
          <p:spPr>
            <a:xfrm>
              <a:off x="699342" y="3260650"/>
              <a:ext cx="8757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2012</a:t>
              </a:r>
              <a:endParaRPr sz="1200"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cxnSp>
        <p:nvCxnSpPr>
          <p:cNvPr id="574" name="Google Shape;574;p51"/>
          <p:cNvCxnSpPr>
            <a:stCxn id="575" idx="1"/>
          </p:cNvCxnSpPr>
          <p:nvPr/>
        </p:nvCxnSpPr>
        <p:spPr>
          <a:xfrm rot="10800000">
            <a:off x="4439642" y="3364600"/>
            <a:ext cx="681300" cy="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76" name="Google Shape;576;p51"/>
          <p:cNvGrpSpPr/>
          <p:nvPr/>
        </p:nvGrpSpPr>
        <p:grpSpPr>
          <a:xfrm>
            <a:off x="5120942" y="3156850"/>
            <a:ext cx="875888" cy="415500"/>
            <a:chOff x="699342" y="3156850"/>
            <a:chExt cx="875888" cy="415500"/>
          </a:xfrm>
        </p:grpSpPr>
        <p:sp>
          <p:nvSpPr>
            <p:cNvPr id="577" name="Google Shape;577;p51"/>
            <p:cNvSpPr/>
            <p:nvPr/>
          </p:nvSpPr>
          <p:spPr>
            <a:xfrm>
              <a:off x="699530" y="3156850"/>
              <a:ext cx="8757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575" name="Google Shape;575;p51"/>
            <p:cNvSpPr txBox="1"/>
            <p:nvPr/>
          </p:nvSpPr>
          <p:spPr>
            <a:xfrm>
              <a:off x="699342" y="3260650"/>
              <a:ext cx="8757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2013</a:t>
              </a:r>
              <a:endParaRPr sz="1200"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cxnSp>
        <p:nvCxnSpPr>
          <p:cNvPr id="578" name="Google Shape;578;p51"/>
          <p:cNvCxnSpPr>
            <a:stCxn id="579" idx="1"/>
          </p:cNvCxnSpPr>
          <p:nvPr/>
        </p:nvCxnSpPr>
        <p:spPr>
          <a:xfrm rot="10800000">
            <a:off x="5997742" y="3364600"/>
            <a:ext cx="681300" cy="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80" name="Google Shape;580;p51"/>
          <p:cNvGrpSpPr/>
          <p:nvPr/>
        </p:nvGrpSpPr>
        <p:grpSpPr>
          <a:xfrm>
            <a:off x="6679042" y="3156850"/>
            <a:ext cx="875888" cy="415500"/>
            <a:chOff x="699342" y="3156850"/>
            <a:chExt cx="875888" cy="415500"/>
          </a:xfrm>
        </p:grpSpPr>
        <p:sp>
          <p:nvSpPr>
            <p:cNvPr id="581" name="Google Shape;581;p51"/>
            <p:cNvSpPr/>
            <p:nvPr/>
          </p:nvSpPr>
          <p:spPr>
            <a:xfrm>
              <a:off x="699530" y="3156850"/>
              <a:ext cx="8757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579" name="Google Shape;579;p51"/>
            <p:cNvSpPr txBox="1"/>
            <p:nvPr/>
          </p:nvSpPr>
          <p:spPr>
            <a:xfrm>
              <a:off x="699342" y="3260650"/>
              <a:ext cx="8757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2014</a:t>
              </a:r>
              <a:endParaRPr sz="1200"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sp>
        <p:nvSpPr>
          <p:cNvPr id="582" name="Google Shape;582;p51"/>
          <p:cNvSpPr txBox="1"/>
          <p:nvPr>
            <p:ph idx="5" type="ctrTitle"/>
          </p:nvPr>
        </p:nvSpPr>
        <p:spPr>
          <a:xfrm>
            <a:off x="2016800" y="4089163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583" name="Google Shape;583;p51"/>
          <p:cNvSpPr txBox="1"/>
          <p:nvPr>
            <p:ph idx="6" type="ctrTitle"/>
          </p:nvPr>
        </p:nvSpPr>
        <p:spPr>
          <a:xfrm>
            <a:off x="2016800" y="3697938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84" name="Google Shape;584;p51"/>
          <p:cNvSpPr txBox="1"/>
          <p:nvPr>
            <p:ph idx="7" type="ctrTitle"/>
          </p:nvPr>
        </p:nvSpPr>
        <p:spPr>
          <a:xfrm>
            <a:off x="3574900" y="2596950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585" name="Google Shape;585;p51"/>
          <p:cNvSpPr txBox="1"/>
          <p:nvPr>
            <p:ph idx="8" type="ctrTitle"/>
          </p:nvPr>
        </p:nvSpPr>
        <p:spPr>
          <a:xfrm>
            <a:off x="3574900" y="2205725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86" name="Google Shape;586;p51"/>
          <p:cNvSpPr txBox="1"/>
          <p:nvPr>
            <p:ph idx="9" type="ctrTitle"/>
          </p:nvPr>
        </p:nvSpPr>
        <p:spPr>
          <a:xfrm>
            <a:off x="6679050" y="2612563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587" name="Google Shape;587;p51"/>
          <p:cNvSpPr txBox="1"/>
          <p:nvPr>
            <p:ph idx="13" type="ctrTitle"/>
          </p:nvPr>
        </p:nvSpPr>
        <p:spPr>
          <a:xfrm>
            <a:off x="6679050" y="2221338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88" name="Google Shape;588;p51"/>
          <p:cNvSpPr txBox="1"/>
          <p:nvPr>
            <p:ph idx="14" type="ctrTitle"/>
          </p:nvPr>
        </p:nvSpPr>
        <p:spPr>
          <a:xfrm>
            <a:off x="5120950" y="4089163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589" name="Google Shape;589;p51"/>
          <p:cNvSpPr txBox="1"/>
          <p:nvPr>
            <p:ph idx="15" type="ctrTitle"/>
          </p:nvPr>
        </p:nvSpPr>
        <p:spPr>
          <a:xfrm>
            <a:off x="5120950" y="3697938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pic>
        <p:nvPicPr>
          <p:cNvPr id="590" name="Google Shape;590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CUSTOM_13_2_1_1_1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2"/>
          <p:cNvSpPr txBox="1"/>
          <p:nvPr>
            <p:ph type="ctrTitle"/>
          </p:nvPr>
        </p:nvSpPr>
        <p:spPr>
          <a:xfrm>
            <a:off x="432650" y="599350"/>
            <a:ext cx="64740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93" name="Google Shape;593;p52"/>
          <p:cNvSpPr txBox="1"/>
          <p:nvPr>
            <p:ph idx="2" type="ctrTitle"/>
          </p:nvPr>
        </p:nvSpPr>
        <p:spPr>
          <a:xfrm>
            <a:off x="432650" y="10958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594" name="Google Shape;594;p52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 rot="-5400000">
            <a:off x="6940805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52"/>
          <p:cNvPicPr preferRelativeResize="0"/>
          <p:nvPr/>
        </p:nvPicPr>
        <p:blipFill rotWithShape="1">
          <a:blip r:embed="rId2">
            <a:alphaModFix amt="34000"/>
          </a:blip>
          <a:srcRect b="0" l="0" r="0" t="0"/>
          <a:stretch/>
        </p:blipFill>
        <p:spPr>
          <a:xfrm rot="-5400000">
            <a:off x="7337210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52"/>
          <p:cNvPicPr preferRelativeResize="0"/>
          <p:nvPr/>
        </p:nvPicPr>
        <p:blipFill rotWithShape="1">
          <a:blip r:embed="rId2">
            <a:alphaModFix amt="54000"/>
          </a:blip>
          <a:srcRect b="0" l="0" r="0" t="0"/>
          <a:stretch/>
        </p:blipFill>
        <p:spPr>
          <a:xfrm rot="-5400000">
            <a:off x="7792316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8247397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le content 2">
  <p:cSld name="CUSTOM_13_2_1_1_1_1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3"/>
          <p:cNvSpPr txBox="1"/>
          <p:nvPr>
            <p:ph type="ctrTitle"/>
          </p:nvPr>
        </p:nvSpPr>
        <p:spPr>
          <a:xfrm>
            <a:off x="432650" y="599350"/>
            <a:ext cx="64740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1" name="Google Shape;601;p53"/>
          <p:cNvSpPr txBox="1"/>
          <p:nvPr>
            <p:ph idx="2" type="ctrTitle"/>
          </p:nvPr>
        </p:nvSpPr>
        <p:spPr>
          <a:xfrm>
            <a:off x="432650" y="15836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602" name="Google Shape;602;p53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 rot="-5400000">
            <a:off x="6940805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53"/>
          <p:cNvPicPr preferRelativeResize="0"/>
          <p:nvPr/>
        </p:nvPicPr>
        <p:blipFill rotWithShape="1">
          <a:blip r:embed="rId2">
            <a:alphaModFix amt="34000"/>
          </a:blip>
          <a:srcRect b="0" l="0" r="0" t="0"/>
          <a:stretch/>
        </p:blipFill>
        <p:spPr>
          <a:xfrm rot="-5400000">
            <a:off x="7337210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53"/>
          <p:cNvPicPr preferRelativeResize="0"/>
          <p:nvPr/>
        </p:nvPicPr>
        <p:blipFill rotWithShape="1">
          <a:blip r:embed="rId2">
            <a:alphaModFix amt="54000"/>
          </a:blip>
          <a:srcRect b="0" l="0" r="0" t="0"/>
          <a:stretch/>
        </p:blipFill>
        <p:spPr>
          <a:xfrm rot="-5400000">
            <a:off x="7792316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8247397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53"/>
          <p:cNvSpPr txBox="1"/>
          <p:nvPr>
            <p:ph idx="3" type="ctrTitle"/>
          </p:nvPr>
        </p:nvSpPr>
        <p:spPr>
          <a:xfrm>
            <a:off x="432650" y="10958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607" name="Google Shape;60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le content 3">
  <p:cSld name="CUSTOM_13_2_1_1_1_1_1"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4"/>
          <p:cNvSpPr txBox="1"/>
          <p:nvPr>
            <p:ph type="ctrTitle"/>
          </p:nvPr>
        </p:nvSpPr>
        <p:spPr>
          <a:xfrm>
            <a:off x="432650" y="599350"/>
            <a:ext cx="64740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10" name="Google Shape;610;p54"/>
          <p:cNvSpPr txBox="1"/>
          <p:nvPr>
            <p:ph idx="2" type="ctrTitle"/>
          </p:nvPr>
        </p:nvSpPr>
        <p:spPr>
          <a:xfrm>
            <a:off x="432650" y="1583800"/>
            <a:ext cx="36516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611" name="Google Shape;611;p54"/>
          <p:cNvSpPr txBox="1"/>
          <p:nvPr>
            <p:ph idx="3" type="ctrTitle"/>
          </p:nvPr>
        </p:nvSpPr>
        <p:spPr>
          <a:xfrm>
            <a:off x="432650" y="10958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612" name="Google Shape;612;p54"/>
          <p:cNvSpPr txBox="1"/>
          <p:nvPr>
            <p:ph idx="4" type="ctrTitle"/>
          </p:nvPr>
        </p:nvSpPr>
        <p:spPr>
          <a:xfrm>
            <a:off x="4515850" y="1583800"/>
            <a:ext cx="36516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613" name="Google Shape;613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le content 4">
  <p:cSld name="CUSTOM_13_2_1_1_1_1_1_1"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5"/>
          <p:cNvSpPr txBox="1"/>
          <p:nvPr>
            <p:ph type="ctrTitle"/>
          </p:nvPr>
        </p:nvSpPr>
        <p:spPr>
          <a:xfrm>
            <a:off x="432650" y="599350"/>
            <a:ext cx="64740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16" name="Google Shape;616;p55"/>
          <p:cNvSpPr txBox="1"/>
          <p:nvPr>
            <p:ph idx="2" type="ctrTitle"/>
          </p:nvPr>
        </p:nvSpPr>
        <p:spPr>
          <a:xfrm>
            <a:off x="432650" y="1583800"/>
            <a:ext cx="24396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617" name="Google Shape;617;p55"/>
          <p:cNvSpPr txBox="1"/>
          <p:nvPr>
            <p:ph idx="3" type="ctrTitle"/>
          </p:nvPr>
        </p:nvSpPr>
        <p:spPr>
          <a:xfrm>
            <a:off x="432650" y="10958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618" name="Google Shape;618;p55"/>
          <p:cNvSpPr txBox="1"/>
          <p:nvPr>
            <p:ph idx="4" type="ctrTitle"/>
          </p:nvPr>
        </p:nvSpPr>
        <p:spPr>
          <a:xfrm>
            <a:off x="3094325" y="1583800"/>
            <a:ext cx="24396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619" name="Google Shape;619;p55"/>
          <p:cNvSpPr txBox="1"/>
          <p:nvPr>
            <p:ph idx="5" type="ctrTitle"/>
          </p:nvPr>
        </p:nvSpPr>
        <p:spPr>
          <a:xfrm>
            <a:off x="5756000" y="1583800"/>
            <a:ext cx="24396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620" name="Google Shape;62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le content 5">
  <p:cSld name="CUSTOM_13_2_1_1_1_1_1_1_1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6"/>
          <p:cNvSpPr txBox="1"/>
          <p:nvPr>
            <p:ph type="ctrTitle"/>
          </p:nvPr>
        </p:nvSpPr>
        <p:spPr>
          <a:xfrm>
            <a:off x="432650" y="599350"/>
            <a:ext cx="64740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23" name="Google Shape;623;p56"/>
          <p:cNvSpPr txBox="1"/>
          <p:nvPr>
            <p:ph idx="2" type="ctrTitle"/>
          </p:nvPr>
        </p:nvSpPr>
        <p:spPr>
          <a:xfrm>
            <a:off x="432650" y="1583800"/>
            <a:ext cx="17913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624" name="Google Shape;624;p56"/>
          <p:cNvSpPr txBox="1"/>
          <p:nvPr>
            <p:ph idx="3" type="ctrTitle"/>
          </p:nvPr>
        </p:nvSpPr>
        <p:spPr>
          <a:xfrm>
            <a:off x="432650" y="10958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625" name="Google Shape;625;p56"/>
          <p:cNvSpPr txBox="1"/>
          <p:nvPr>
            <p:ph idx="4" type="ctrTitle"/>
          </p:nvPr>
        </p:nvSpPr>
        <p:spPr>
          <a:xfrm>
            <a:off x="2506989" y="1583800"/>
            <a:ext cx="17913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626" name="Google Shape;626;p56"/>
          <p:cNvSpPr txBox="1"/>
          <p:nvPr>
            <p:ph idx="5" type="ctrTitle"/>
          </p:nvPr>
        </p:nvSpPr>
        <p:spPr>
          <a:xfrm>
            <a:off x="4581328" y="1583800"/>
            <a:ext cx="17913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627" name="Google Shape;627;p56"/>
          <p:cNvSpPr txBox="1"/>
          <p:nvPr>
            <p:ph idx="6" type="ctrTitle"/>
          </p:nvPr>
        </p:nvSpPr>
        <p:spPr>
          <a:xfrm>
            <a:off x="6655667" y="1583800"/>
            <a:ext cx="17913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628" name="Google Shape;628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57"/>
          <p:cNvSpPr txBox="1"/>
          <p:nvPr>
            <p:ph type="title"/>
          </p:nvPr>
        </p:nvSpPr>
        <p:spPr>
          <a:xfrm>
            <a:off x="576550" y="452000"/>
            <a:ext cx="530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31" name="Google Shape;631;p57" title="Points scored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07075" y="1347875"/>
            <a:ext cx="3580326" cy="2213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57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125" y="1347874"/>
            <a:ext cx="3580326" cy="2213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1_1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8"/>
          <p:cNvSpPr txBox="1"/>
          <p:nvPr>
            <p:ph type="title"/>
          </p:nvPr>
        </p:nvSpPr>
        <p:spPr>
          <a:xfrm>
            <a:off x="576550" y="452000"/>
            <a:ext cx="530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36" name="Google Shape;636;p58" title="Points scored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61500" y="1572700"/>
            <a:ext cx="3777426" cy="2335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58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5600" y="1572700"/>
            <a:ext cx="3777426" cy="2335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3"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1" name="Google Shape;641;p59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 rot="-5400000">
            <a:off x="6940805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59"/>
          <p:cNvPicPr preferRelativeResize="0"/>
          <p:nvPr/>
        </p:nvPicPr>
        <p:blipFill rotWithShape="1">
          <a:blip r:embed="rId2">
            <a:alphaModFix amt="34000"/>
          </a:blip>
          <a:srcRect b="0" l="0" r="0" t="0"/>
          <a:stretch/>
        </p:blipFill>
        <p:spPr>
          <a:xfrm rot="-5400000">
            <a:off x="7337210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59"/>
          <p:cNvPicPr preferRelativeResize="0"/>
          <p:nvPr/>
        </p:nvPicPr>
        <p:blipFill rotWithShape="1">
          <a:blip r:embed="rId2">
            <a:alphaModFix amt="54000"/>
          </a:blip>
          <a:srcRect b="0" l="0" r="0" t="0"/>
          <a:stretch/>
        </p:blipFill>
        <p:spPr>
          <a:xfrm rot="-5400000">
            <a:off x="7792316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8247397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59"/>
          <p:cNvPicPr preferRelativeResize="0"/>
          <p:nvPr/>
        </p:nvPicPr>
        <p:blipFill rotWithShape="1">
          <a:blip r:embed="rId3">
            <a:alphaModFix/>
          </a:blip>
          <a:srcRect b="26931" l="0" r="0" t="25218"/>
          <a:stretch/>
        </p:blipFill>
        <p:spPr>
          <a:xfrm>
            <a:off x="433791" y="4261284"/>
            <a:ext cx="1054199" cy="504444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59"/>
          <p:cNvSpPr txBox="1"/>
          <p:nvPr>
            <p:ph type="title"/>
          </p:nvPr>
        </p:nvSpPr>
        <p:spPr>
          <a:xfrm>
            <a:off x="433800" y="581900"/>
            <a:ext cx="7035600" cy="192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Font typeface="Plus Jakarta Sans"/>
              <a:buNone/>
              <a:defRPr b="1" sz="6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47" name="Google Shape;647;p59"/>
          <p:cNvSpPr txBox="1"/>
          <p:nvPr>
            <p:ph idx="1" type="subTitle"/>
          </p:nvPr>
        </p:nvSpPr>
        <p:spPr>
          <a:xfrm>
            <a:off x="562775" y="234132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None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CUSTOM_4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0"/>
          <p:cNvSpPr/>
          <p:nvPr>
            <p:ph idx="2" type="pic"/>
          </p:nvPr>
        </p:nvSpPr>
        <p:spPr>
          <a:xfrm>
            <a:off x="0" y="0"/>
            <a:ext cx="9144000" cy="3371100"/>
          </a:xfrm>
          <a:prstGeom prst="rect">
            <a:avLst/>
          </a:prstGeom>
          <a:noFill/>
          <a:ln>
            <a:noFill/>
          </a:ln>
        </p:spPr>
      </p:sp>
      <p:sp>
        <p:nvSpPr>
          <p:cNvPr id="650" name="Google Shape;650;p60"/>
          <p:cNvSpPr txBox="1"/>
          <p:nvPr>
            <p:ph type="title"/>
          </p:nvPr>
        </p:nvSpPr>
        <p:spPr>
          <a:xfrm>
            <a:off x="623400" y="521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1" name="Google Shape;651;p60"/>
          <p:cNvSpPr/>
          <p:nvPr/>
        </p:nvSpPr>
        <p:spPr>
          <a:xfrm>
            <a:off x="0" y="3371150"/>
            <a:ext cx="9144000" cy="1772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60"/>
          <p:cNvSpPr/>
          <p:nvPr/>
        </p:nvSpPr>
        <p:spPr>
          <a:xfrm>
            <a:off x="4942187" y="3904872"/>
            <a:ext cx="2141700" cy="857400"/>
          </a:xfrm>
          <a:prstGeom prst="roundRect">
            <a:avLst>
              <a:gd fmla="val 7110" name="adj"/>
            </a:avLst>
          </a:prstGeom>
          <a:solidFill>
            <a:srgbClr val="FFFFFF"/>
          </a:solidFill>
          <a:ln>
            <a:noFill/>
          </a:ln>
          <a:effectLst>
            <a:outerShdw blurRad="431800" sx="43000" rotWithShape="0" algn="t" dir="5400000" dist="241300" sy="43000">
              <a:srgbClr val="000000">
                <a:alpha val="7843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653" name="Google Shape;653;p60"/>
          <p:cNvSpPr txBox="1"/>
          <p:nvPr/>
        </p:nvSpPr>
        <p:spPr>
          <a:xfrm>
            <a:off x="6549444" y="4544948"/>
            <a:ext cx="49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4626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Minutes</a:t>
            </a:r>
            <a:endParaRPr b="0" i="0" sz="1100" u="none" cap="none" strike="noStrike">
              <a:solidFill>
                <a:srgbClr val="F4626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654" name="Google Shape;654;p60"/>
          <p:cNvSpPr txBox="1"/>
          <p:nvPr>
            <p:ph idx="1" type="subTitle"/>
          </p:nvPr>
        </p:nvSpPr>
        <p:spPr>
          <a:xfrm>
            <a:off x="785675" y="3967567"/>
            <a:ext cx="3513000" cy="7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60"/>
          <p:cNvSpPr txBox="1"/>
          <p:nvPr>
            <p:ph hasCustomPrompt="1" idx="3" type="title"/>
          </p:nvPr>
        </p:nvSpPr>
        <p:spPr>
          <a:xfrm>
            <a:off x="5037450" y="4024267"/>
            <a:ext cx="1900500" cy="61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r>
              <a:t>xx%</a:t>
            </a:r>
          </a:p>
        </p:txBody>
      </p:sp>
      <p:pic>
        <p:nvPicPr>
          <p:cNvPr id="656" name="Google Shape;656;p60"/>
          <p:cNvPicPr preferRelativeResize="0"/>
          <p:nvPr/>
        </p:nvPicPr>
        <p:blipFill rotWithShape="1">
          <a:blip r:embed="rId2">
            <a:alphaModFix/>
          </a:blip>
          <a:srcRect b="26852" l="0" r="0" t="26852"/>
          <a:stretch/>
        </p:blipFill>
        <p:spPr>
          <a:xfrm>
            <a:off x="199650" y="4749547"/>
            <a:ext cx="477249" cy="22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 1">
  <p:cSld name="CUSTOM_4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61"/>
          <p:cNvSpPr/>
          <p:nvPr>
            <p:ph idx="2" type="pic"/>
          </p:nvPr>
        </p:nvSpPr>
        <p:spPr>
          <a:xfrm>
            <a:off x="0" y="0"/>
            <a:ext cx="9144000" cy="3371100"/>
          </a:xfrm>
          <a:prstGeom prst="rect">
            <a:avLst/>
          </a:prstGeom>
          <a:noFill/>
          <a:ln>
            <a:noFill/>
          </a:ln>
        </p:spPr>
      </p:sp>
      <p:sp>
        <p:nvSpPr>
          <p:cNvPr id="659" name="Google Shape;659;p61"/>
          <p:cNvSpPr txBox="1"/>
          <p:nvPr>
            <p:ph type="title"/>
          </p:nvPr>
        </p:nvSpPr>
        <p:spPr>
          <a:xfrm>
            <a:off x="623400" y="521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0" name="Google Shape;660;p61"/>
          <p:cNvSpPr/>
          <p:nvPr/>
        </p:nvSpPr>
        <p:spPr>
          <a:xfrm>
            <a:off x="0" y="3371150"/>
            <a:ext cx="9144000" cy="1772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61"/>
          <p:cNvSpPr/>
          <p:nvPr/>
        </p:nvSpPr>
        <p:spPr>
          <a:xfrm>
            <a:off x="4942187" y="3594047"/>
            <a:ext cx="2141700" cy="857400"/>
          </a:xfrm>
          <a:prstGeom prst="roundRect">
            <a:avLst>
              <a:gd fmla="val 7110" name="adj"/>
            </a:avLst>
          </a:prstGeom>
          <a:solidFill>
            <a:srgbClr val="FFFFFF"/>
          </a:solidFill>
          <a:ln>
            <a:noFill/>
          </a:ln>
          <a:effectLst>
            <a:outerShdw blurRad="431800" sx="43000" rotWithShape="0" algn="t" dir="5400000" dist="241300" sy="43000">
              <a:srgbClr val="000000">
                <a:alpha val="7843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662" name="Google Shape;662;p61"/>
          <p:cNvSpPr txBox="1"/>
          <p:nvPr/>
        </p:nvSpPr>
        <p:spPr>
          <a:xfrm>
            <a:off x="6549444" y="4234123"/>
            <a:ext cx="49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4626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Minutes</a:t>
            </a:r>
            <a:endParaRPr b="0" i="0" sz="1100" u="none" cap="none" strike="noStrike">
              <a:solidFill>
                <a:srgbClr val="F4626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663" name="Google Shape;663;p61"/>
          <p:cNvSpPr txBox="1"/>
          <p:nvPr>
            <p:ph idx="1" type="subTitle"/>
          </p:nvPr>
        </p:nvSpPr>
        <p:spPr>
          <a:xfrm>
            <a:off x="785675" y="3656742"/>
            <a:ext cx="3513000" cy="7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61"/>
          <p:cNvSpPr txBox="1"/>
          <p:nvPr>
            <p:ph hasCustomPrompt="1" idx="3" type="title"/>
          </p:nvPr>
        </p:nvSpPr>
        <p:spPr>
          <a:xfrm>
            <a:off x="5037450" y="3713442"/>
            <a:ext cx="1900500" cy="61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r>
              <a:t>xx%</a:t>
            </a:r>
          </a:p>
        </p:txBody>
      </p:sp>
      <p:sp>
        <p:nvSpPr>
          <p:cNvPr id="665" name="Google Shape;665;p61"/>
          <p:cNvSpPr/>
          <p:nvPr/>
        </p:nvSpPr>
        <p:spPr>
          <a:xfrm>
            <a:off x="0" y="4636300"/>
            <a:ext cx="9144000" cy="5073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61"/>
          <p:cNvSpPr txBox="1"/>
          <p:nvPr/>
        </p:nvSpPr>
        <p:spPr>
          <a:xfrm>
            <a:off x="318150" y="4674400"/>
            <a:ext cx="8507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Disclaimer: In the appendix slides below you will find a slide called “Photography” with a drive link where you will find chosen images as well. You can swap the image above with those from the “Photography ”drive.</a:t>
            </a:r>
            <a:endParaRPr sz="8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3">
  <p:cSld name="TITLE_3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6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69" name="Google Shape;669;p6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70" name="Google Shape;670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8">
  <p:cSld name="BLANK_28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63"/>
          <p:cNvPicPr preferRelativeResize="0"/>
          <p:nvPr/>
        </p:nvPicPr>
        <p:blipFill rotWithShape="1">
          <a:blip r:embed="rId2">
            <a:alphaModFix/>
          </a:blip>
          <a:srcRect b="19897" l="17345" r="9805" t="21804"/>
          <a:stretch/>
        </p:blipFill>
        <p:spPr>
          <a:xfrm>
            <a:off x="206768" y="4721093"/>
            <a:ext cx="1423160" cy="351476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63"/>
          <p:cNvSpPr txBox="1"/>
          <p:nvPr/>
        </p:nvSpPr>
        <p:spPr>
          <a:xfrm>
            <a:off x="425625" y="784300"/>
            <a:ext cx="32436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ix">
  <p:cSld name="BLANK_1">
    <p:bg>
      <p:bgPr>
        <a:solidFill>
          <a:srgbClr val="F8F8F8"/>
        </a:solid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" name="Google Shape;675;p64"/>
          <p:cNvPicPr preferRelativeResize="0"/>
          <p:nvPr/>
        </p:nvPicPr>
        <p:blipFill rotWithShape="1">
          <a:blip r:embed="rId2">
            <a:alphaModFix/>
          </a:blip>
          <a:srcRect b="31404" l="0" r="0" t="28549"/>
          <a:stretch/>
        </p:blipFill>
        <p:spPr>
          <a:xfrm>
            <a:off x="8099450" y="225088"/>
            <a:ext cx="764699" cy="306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ix 1">
  <p:cSld name="CAPTION_ONLY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65"/>
          <p:cNvPicPr preferRelativeResize="0"/>
          <p:nvPr/>
        </p:nvPicPr>
        <p:blipFill rotWithShape="1">
          <a:blip r:embed="rId2">
            <a:alphaModFix/>
          </a:blip>
          <a:srcRect b="31404" l="0" r="0" t="28549"/>
          <a:stretch/>
        </p:blipFill>
        <p:spPr>
          <a:xfrm>
            <a:off x="8099450" y="225088"/>
            <a:ext cx="764699" cy="306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5">
  <p:cSld name="TITLE_AND_BODY_5"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0" name="Google Shape;680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81" name="Google Shape;681;p66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82" name="Google Shape;682;p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1">
  <p:cSld name="TITLE_AND_BODY_11"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7"/>
          <p:cNvSpPr txBox="1"/>
          <p:nvPr>
            <p:ph type="title"/>
          </p:nvPr>
        </p:nvSpPr>
        <p:spPr>
          <a:xfrm>
            <a:off x="1593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5" name="Google Shape;685;p67"/>
          <p:cNvSpPr txBox="1"/>
          <p:nvPr>
            <p:ph idx="1" type="body"/>
          </p:nvPr>
        </p:nvSpPr>
        <p:spPr>
          <a:xfrm>
            <a:off x="159300" y="863550"/>
            <a:ext cx="8733300" cy="37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686" name="Google Shape;686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87" name="Google Shape;687;p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Header Slide 1 1 1">
  <p:cSld name="CUSTOM_6_1_2_2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68"/>
          <p:cNvSpPr/>
          <p:nvPr/>
        </p:nvSpPr>
        <p:spPr>
          <a:xfrm rot="1200381">
            <a:off x="568588" y="4242720"/>
            <a:ext cx="295787" cy="208015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 w="12700">
            <a:solidFill>
              <a:srgbClr val="4073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68"/>
          <p:cNvSpPr/>
          <p:nvPr/>
        </p:nvSpPr>
        <p:spPr>
          <a:xfrm rot="-9599910">
            <a:off x="8352250" y="1268465"/>
            <a:ext cx="316064" cy="222229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 w="12700">
            <a:solidFill>
              <a:srgbClr val="2791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68"/>
          <p:cNvSpPr txBox="1"/>
          <p:nvPr>
            <p:ph idx="1" type="body"/>
          </p:nvPr>
        </p:nvSpPr>
        <p:spPr>
          <a:xfrm>
            <a:off x="263768" y="239505"/>
            <a:ext cx="39609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i="0" sz="2300">
                <a:solidFill>
                  <a:srgbClr val="000000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indent="-22860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None/>
              <a:defRPr/>
            </a:lvl5pPr>
            <a:lvl6pPr indent="-32385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92" name="Google Shape;692;p68"/>
          <p:cNvSpPr txBox="1"/>
          <p:nvPr>
            <p:ph idx="2" type="body"/>
          </p:nvPr>
        </p:nvSpPr>
        <p:spPr>
          <a:xfrm>
            <a:off x="263768" y="587066"/>
            <a:ext cx="39609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500">
                <a:solidFill>
                  <a:srgbClr val="33220E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2860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None/>
              <a:defRPr/>
            </a:lvl5pPr>
            <a:lvl6pPr indent="-32385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69"/>
          <p:cNvSpPr/>
          <p:nvPr/>
        </p:nvSpPr>
        <p:spPr>
          <a:xfrm>
            <a:off x="132" y="-198"/>
            <a:ext cx="9144000" cy="594000"/>
          </a:xfrm>
          <a:prstGeom prst="rect">
            <a:avLst/>
          </a:prstGeom>
          <a:solidFill>
            <a:srgbClr val="002D5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69"/>
          <p:cNvSpPr txBox="1"/>
          <p:nvPr>
            <p:ph type="title"/>
          </p:nvPr>
        </p:nvSpPr>
        <p:spPr>
          <a:xfrm>
            <a:off x="132" y="92944"/>
            <a:ext cx="9143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Header Slide 3">
  <p:cSld name="CUSTOM_6_1_3_2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Three Column 3">
  <p:cSld name="CUSTOM_2_3_2_3"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5">
  <p:cSld name="TITLE_5"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7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00" name="Google Shape;700;p7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01" name="Google Shape;701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6"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73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04" name="Google Shape;704;p73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05" name="Google Shape;705;p7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06" name="Google Shape;706;p7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07" name="Google Shape;707;p7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8 1">
  <p:cSld name="Blank 28"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75"/>
          <p:cNvPicPr preferRelativeResize="0"/>
          <p:nvPr/>
        </p:nvPicPr>
        <p:blipFill rotWithShape="1">
          <a:blip r:embed="rId2">
            <a:alphaModFix/>
          </a:blip>
          <a:srcRect b="19897" l="17345" r="9805" t="21804"/>
          <a:stretch/>
        </p:blipFill>
        <p:spPr>
          <a:xfrm>
            <a:off x="206768" y="4721093"/>
            <a:ext cx="1423160" cy="35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Header Slide 2 1 1 1">
  <p:cSld name="CUSTOM_6_1_3_3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Datametica.png" id="712" name="Google Shape;712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48197" y="190500"/>
            <a:ext cx="1305303" cy="3444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3" name="Google Shape;713;p76"/>
          <p:cNvCxnSpPr/>
          <p:nvPr/>
        </p:nvCxnSpPr>
        <p:spPr>
          <a:xfrm>
            <a:off x="8696801" y="4897085"/>
            <a:ext cx="488700" cy="0"/>
          </a:xfrm>
          <a:prstGeom prst="straightConnector1">
            <a:avLst/>
          </a:prstGeom>
          <a:noFill/>
          <a:ln cap="flat" cmpd="sng" w="12700">
            <a:solidFill>
              <a:srgbClr val="FF8E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4" name="Google Shape;714;p76"/>
          <p:cNvSpPr/>
          <p:nvPr/>
        </p:nvSpPr>
        <p:spPr>
          <a:xfrm>
            <a:off x="8594970" y="4813071"/>
            <a:ext cx="168000" cy="168000"/>
          </a:xfrm>
          <a:prstGeom prst="ellipse">
            <a:avLst/>
          </a:prstGeom>
          <a:solidFill>
            <a:srgbClr val="FF8E2D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76"/>
          <p:cNvSpPr txBox="1"/>
          <p:nvPr/>
        </p:nvSpPr>
        <p:spPr>
          <a:xfrm>
            <a:off x="8526057" y="4825911"/>
            <a:ext cx="306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 b="0" i="0" sz="7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16" name="Google Shape;716;p76"/>
          <p:cNvSpPr txBox="1"/>
          <p:nvPr/>
        </p:nvSpPr>
        <p:spPr>
          <a:xfrm>
            <a:off x="6375208" y="4820141"/>
            <a:ext cx="1651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A7A7A7"/>
                </a:solidFill>
                <a:latin typeface="Nunito"/>
                <a:ea typeface="Nunito"/>
                <a:cs typeface="Nunito"/>
                <a:sym typeface="Nunito"/>
              </a:rPr>
              <a:t>Datametica Copyright 2021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76"/>
          <p:cNvSpPr txBox="1"/>
          <p:nvPr>
            <p:ph idx="1" type="body"/>
          </p:nvPr>
        </p:nvSpPr>
        <p:spPr>
          <a:xfrm>
            <a:off x="263768" y="239505"/>
            <a:ext cx="39609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Google Sans"/>
              <a:buNone/>
              <a:defRPr b="1" i="0" sz="22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22860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None/>
              <a:defRPr sz="2200">
                <a:latin typeface="Google Sans"/>
                <a:ea typeface="Google Sans"/>
                <a:cs typeface="Google Sans"/>
                <a:sym typeface="Google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None/>
              <a:defRPr sz="2200">
                <a:latin typeface="Google Sans"/>
                <a:ea typeface="Google Sans"/>
                <a:cs typeface="Google Sans"/>
                <a:sym typeface="Google Sans"/>
              </a:defRPr>
            </a:lvl3pPr>
            <a:lvl4pPr indent="-22860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None/>
              <a:defRPr sz="2200">
                <a:latin typeface="Google Sans"/>
                <a:ea typeface="Google Sans"/>
                <a:cs typeface="Google Sans"/>
                <a:sym typeface="Google Sans"/>
              </a:defRPr>
            </a:lvl4pPr>
            <a:lvl5pPr indent="-22860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None/>
              <a:defRPr sz="2200">
                <a:latin typeface="Google Sans"/>
                <a:ea typeface="Google Sans"/>
                <a:cs typeface="Google Sans"/>
                <a:sym typeface="Google Sans"/>
              </a:defRPr>
            </a:lvl5pPr>
            <a:lvl6pPr indent="-3683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Char char="■"/>
              <a:defRPr sz="2200">
                <a:latin typeface="Google Sans"/>
                <a:ea typeface="Google Sans"/>
                <a:cs typeface="Google Sans"/>
                <a:sym typeface="Google Sans"/>
              </a:defRPr>
            </a:lvl6pPr>
            <a:lvl7pPr indent="-3683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Char char="●"/>
              <a:defRPr sz="2200">
                <a:latin typeface="Google Sans"/>
                <a:ea typeface="Google Sans"/>
                <a:cs typeface="Google Sans"/>
                <a:sym typeface="Google Sans"/>
              </a:defRPr>
            </a:lvl7pPr>
            <a:lvl8pPr indent="-3683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Char char="○"/>
              <a:defRPr sz="2200">
                <a:latin typeface="Google Sans"/>
                <a:ea typeface="Google Sans"/>
                <a:cs typeface="Google Sans"/>
                <a:sym typeface="Google Sans"/>
              </a:defRPr>
            </a:lvl8pPr>
            <a:lvl9pPr indent="-3683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Char char="■"/>
              <a:defRPr sz="22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718" name="Google Shape;718;p76"/>
          <p:cNvSpPr txBox="1"/>
          <p:nvPr/>
        </p:nvSpPr>
        <p:spPr>
          <a:xfrm>
            <a:off x="263775" y="912600"/>
            <a:ext cx="8088900" cy="35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220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Header Slide 3 1">
  <p:cSld name="CUSTOM_6_1_1_1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77"/>
          <p:cNvSpPr txBox="1"/>
          <p:nvPr>
            <p:ph idx="1" type="body"/>
          </p:nvPr>
        </p:nvSpPr>
        <p:spPr>
          <a:xfrm>
            <a:off x="263768" y="239505"/>
            <a:ext cx="39609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lus Jakarta Sans"/>
              <a:buNone/>
              <a:defRPr b="1" i="0" sz="22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Plus Jakarta Sans"/>
              <a:buNone/>
              <a:defRPr sz="22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Plus Jakarta Sans"/>
              <a:buNone/>
              <a:defRPr sz="22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Plus Jakarta Sans"/>
              <a:buNone/>
              <a:defRPr sz="22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Plus Jakarta Sans"/>
              <a:buNone/>
              <a:defRPr sz="22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683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Plus Jakarta Sans"/>
              <a:buChar char="■"/>
              <a:defRPr sz="22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683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Plus Jakarta Sans"/>
              <a:buChar char="●"/>
              <a:defRPr sz="22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683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Plus Jakarta Sans"/>
              <a:buChar char="○"/>
              <a:defRPr sz="22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683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Plus Jakarta Sans"/>
              <a:buChar char="■"/>
              <a:defRPr sz="22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21" name="Google Shape;721;p77"/>
          <p:cNvSpPr txBox="1"/>
          <p:nvPr/>
        </p:nvSpPr>
        <p:spPr>
          <a:xfrm>
            <a:off x="263775" y="912600"/>
            <a:ext cx="8088900" cy="35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220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722" name="Google Shape;722;p77"/>
          <p:cNvCxnSpPr/>
          <p:nvPr/>
        </p:nvCxnSpPr>
        <p:spPr>
          <a:xfrm>
            <a:off x="845660" y="4730063"/>
            <a:ext cx="0" cy="271200"/>
          </a:xfrm>
          <a:prstGeom prst="straightConnector1">
            <a:avLst/>
          </a:prstGeom>
          <a:noFill/>
          <a:ln cap="flat" cmpd="sng" w="9525">
            <a:solidFill>
              <a:srgbClr val="55627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3" name="Google Shape;723;p77"/>
          <p:cNvSpPr txBox="1"/>
          <p:nvPr/>
        </p:nvSpPr>
        <p:spPr>
          <a:xfrm>
            <a:off x="939571" y="4801313"/>
            <a:ext cx="19485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700">
                <a:latin typeface="Montserrat Light"/>
                <a:ea typeface="Montserrat Light"/>
                <a:cs typeface="Montserrat Light"/>
                <a:sym typeface="Montserrat Light"/>
              </a:rPr>
              <a:t>Copyright © 2024 Onix. All Rights Reserved.</a:t>
            </a:r>
            <a:endParaRPr sz="700"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724" name="Google Shape;724;p77"/>
          <p:cNvPicPr preferRelativeResize="0"/>
          <p:nvPr/>
        </p:nvPicPr>
        <p:blipFill rotWithShape="1">
          <a:blip r:embed="rId2">
            <a:alphaModFix/>
          </a:blip>
          <a:srcRect b="26931" l="0" r="0" t="25218"/>
          <a:stretch/>
        </p:blipFill>
        <p:spPr>
          <a:xfrm>
            <a:off x="184975" y="4730074"/>
            <a:ext cx="566752" cy="27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7">
  <p:cSld name="TITLE_7"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78"/>
          <p:cNvSpPr txBox="1"/>
          <p:nvPr>
            <p:ph type="ctrTitle"/>
          </p:nvPr>
        </p:nvSpPr>
        <p:spPr>
          <a:xfrm>
            <a:off x="457200" y="640080"/>
            <a:ext cx="8520600" cy="205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b="1" sz="6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7" name="Google Shape;727;p78"/>
          <p:cNvSpPr txBox="1"/>
          <p:nvPr>
            <p:ph idx="1" type="subTitle"/>
          </p:nvPr>
        </p:nvSpPr>
        <p:spPr>
          <a:xfrm>
            <a:off x="457200" y="2743200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ogle Sans"/>
              <a:buNone/>
              <a:defRPr sz="3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ogle Sans"/>
              <a:buNone/>
              <a:defRPr sz="3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ogle Sans"/>
              <a:buNone/>
              <a:defRPr sz="3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ogle Sans"/>
              <a:buNone/>
              <a:defRPr sz="3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ogle Sans"/>
              <a:buNone/>
              <a:defRPr sz="3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ogle Sans"/>
              <a:buNone/>
              <a:defRPr sz="3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ogle Sans"/>
              <a:buNone/>
              <a:defRPr sz="3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ogle Sans"/>
              <a:buNone/>
              <a:defRPr sz="3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ogle Sans"/>
              <a:buNone/>
              <a:defRPr sz="3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728" name="Google Shape;728;p78"/>
          <p:cNvSpPr txBox="1"/>
          <p:nvPr>
            <p:ph idx="12" type="sldNum"/>
          </p:nvPr>
        </p:nvSpPr>
        <p:spPr>
          <a:xfrm>
            <a:off x="8004300" y="4663225"/>
            <a:ext cx="683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Google Sans Text"/>
                <a:ea typeface="Google Sans Text"/>
                <a:cs typeface="Google Sans Text"/>
                <a:sym typeface="Google Sans Text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Google Sans Text"/>
                <a:ea typeface="Google Sans Text"/>
                <a:cs typeface="Google Sans Text"/>
                <a:sym typeface="Google Sans Text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Google Sans Text"/>
                <a:ea typeface="Google Sans Text"/>
                <a:cs typeface="Google Sans Text"/>
                <a:sym typeface="Google Sans Text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Google Sans Text"/>
                <a:ea typeface="Google Sans Text"/>
                <a:cs typeface="Google Sans Text"/>
                <a:sym typeface="Google Sans Text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Google Sans Text"/>
                <a:ea typeface="Google Sans Text"/>
                <a:cs typeface="Google Sans Text"/>
                <a:sym typeface="Google Sans Text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Google Sans Text"/>
                <a:ea typeface="Google Sans Text"/>
                <a:cs typeface="Google Sans Text"/>
                <a:sym typeface="Google Sans Text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Google Sans Text"/>
                <a:ea typeface="Google Sans Text"/>
                <a:cs typeface="Google Sans Text"/>
                <a:sym typeface="Google Sans Text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Google Sans Text"/>
                <a:ea typeface="Google Sans Text"/>
                <a:cs typeface="Google Sans Text"/>
                <a:sym typeface="Google Sans Text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Google Sans Text"/>
                <a:ea typeface="Google Sans Text"/>
                <a:cs typeface="Google Sans Text"/>
                <a:sym typeface="Google San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9" name="Google Shape;729;p78"/>
          <p:cNvSpPr txBox="1"/>
          <p:nvPr/>
        </p:nvSpPr>
        <p:spPr>
          <a:xfrm>
            <a:off x="457200" y="4800600"/>
            <a:ext cx="2625000" cy="1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Google Cloud</a:t>
            </a:r>
            <a:endParaRPr sz="800">
              <a:solidFill>
                <a:schemeClr val="dk1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  <p:sp>
        <p:nvSpPr>
          <p:cNvPr id="730" name="Google Shape;730;p78"/>
          <p:cNvSpPr txBox="1"/>
          <p:nvPr/>
        </p:nvSpPr>
        <p:spPr>
          <a:xfrm>
            <a:off x="5643933" y="4800600"/>
            <a:ext cx="2625000" cy="1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Proprietary &amp; Confidential</a:t>
            </a:r>
            <a:endParaRPr sz="800">
              <a:solidFill>
                <a:schemeClr val="dk1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6">
  <p:cSld name="TITLE_AND_BODY_6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79"/>
          <p:cNvSpPr txBox="1"/>
          <p:nvPr>
            <p:ph type="title"/>
          </p:nvPr>
        </p:nvSpPr>
        <p:spPr>
          <a:xfrm>
            <a:off x="180900" y="446900"/>
            <a:ext cx="878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3" name="Google Shape;733;p79"/>
          <p:cNvSpPr txBox="1"/>
          <p:nvPr>
            <p:ph idx="1" type="body"/>
          </p:nvPr>
        </p:nvSpPr>
        <p:spPr>
          <a:xfrm>
            <a:off x="219025" y="1133213"/>
            <a:ext cx="878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4" name="Google Shape;734;p79"/>
          <p:cNvSpPr txBox="1"/>
          <p:nvPr/>
        </p:nvSpPr>
        <p:spPr>
          <a:xfrm>
            <a:off x="8004300" y="4663225"/>
            <a:ext cx="683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  </a:t>
            </a:r>
            <a:fld id="{00000000-1234-1234-1234-123412341234}" type="slidenum">
              <a:rPr lang="en" sz="8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‹#›</a:t>
            </a:fld>
            <a:endParaRPr sz="800">
              <a:solidFill>
                <a:srgbClr val="202124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  <p:sp>
        <p:nvSpPr>
          <p:cNvPr id="735" name="Google Shape;735;p79"/>
          <p:cNvSpPr txBox="1"/>
          <p:nvPr/>
        </p:nvSpPr>
        <p:spPr>
          <a:xfrm>
            <a:off x="457200" y="4800600"/>
            <a:ext cx="2625000" cy="1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Google Cloud</a:t>
            </a:r>
            <a:endParaRPr sz="800">
              <a:solidFill>
                <a:srgbClr val="202124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  <p:sp>
        <p:nvSpPr>
          <p:cNvPr id="736" name="Google Shape;736;p79"/>
          <p:cNvSpPr txBox="1"/>
          <p:nvPr/>
        </p:nvSpPr>
        <p:spPr>
          <a:xfrm>
            <a:off x="5643933" y="4800600"/>
            <a:ext cx="2625000" cy="1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0212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Proprietary &amp; Confidential</a:t>
            </a:r>
            <a:endParaRPr sz="800">
              <a:solidFill>
                <a:srgbClr val="202124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  <p:sp>
        <p:nvSpPr>
          <p:cNvPr id="737" name="Google Shape;737;p79"/>
          <p:cNvSpPr/>
          <p:nvPr/>
        </p:nvSpPr>
        <p:spPr>
          <a:xfrm>
            <a:off x="7801175" y="255775"/>
            <a:ext cx="886800" cy="191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- rounded edges">
  <p:cSld name="CUSTOM_8_2_1_1_1_1_1_1_1_1_1_1"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80"/>
          <p:cNvSpPr txBox="1"/>
          <p:nvPr/>
        </p:nvSpPr>
        <p:spPr>
          <a:xfrm>
            <a:off x="7747050" y="274200"/>
            <a:ext cx="93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BDC1C6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+ Confidential</a:t>
            </a:r>
            <a:endParaRPr sz="600">
              <a:solidFill>
                <a:srgbClr val="BDC1C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40" name="Google Shape;740;p80"/>
          <p:cNvSpPr/>
          <p:nvPr>
            <p:ph idx="2" type="pic"/>
          </p:nvPr>
        </p:nvSpPr>
        <p:spPr>
          <a:xfrm>
            <a:off x="4190937" y="598350"/>
            <a:ext cx="4547400" cy="4089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41" name="Google Shape;741;p80"/>
          <p:cNvSpPr txBox="1"/>
          <p:nvPr>
            <p:ph type="title"/>
          </p:nvPr>
        </p:nvSpPr>
        <p:spPr>
          <a:xfrm>
            <a:off x="415975" y="598350"/>
            <a:ext cx="2976600" cy="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742" name="Google Shape;742;p80"/>
          <p:cNvSpPr txBox="1"/>
          <p:nvPr>
            <p:ph idx="1" type="body"/>
          </p:nvPr>
        </p:nvSpPr>
        <p:spPr>
          <a:xfrm>
            <a:off x="415975" y="1746554"/>
            <a:ext cx="3291900" cy="85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3" name="Google Shape;743;p80"/>
          <p:cNvSpPr txBox="1"/>
          <p:nvPr>
            <p:ph idx="3" type="subTitle"/>
          </p:nvPr>
        </p:nvSpPr>
        <p:spPr>
          <a:xfrm>
            <a:off x="415975" y="1412925"/>
            <a:ext cx="3291900" cy="2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44" name="Google Shape;744;p8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200" y="4862779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80"/>
          <p:cNvSpPr/>
          <p:nvPr/>
        </p:nvSpPr>
        <p:spPr>
          <a:xfrm flipH="1">
            <a:off x="1335425" y="4887950"/>
            <a:ext cx="7351500" cy="417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D2E3FC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80"/>
          <p:cNvSpPr/>
          <p:nvPr/>
        </p:nvSpPr>
        <p:spPr>
          <a:xfrm>
            <a:off x="457050" y="308150"/>
            <a:ext cx="7195200" cy="417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D2E3FC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_Content">
  <p:cSld name="CUSTOM_2_3_3"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81"/>
          <p:cNvSpPr txBox="1"/>
          <p:nvPr>
            <p:ph idx="1" type="body"/>
          </p:nvPr>
        </p:nvSpPr>
        <p:spPr>
          <a:xfrm>
            <a:off x="457175" y="1536250"/>
            <a:ext cx="4077000" cy="31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9" name="Google Shape;749;p81"/>
          <p:cNvSpPr txBox="1"/>
          <p:nvPr>
            <p:ph type="title"/>
          </p:nvPr>
        </p:nvSpPr>
        <p:spPr>
          <a:xfrm>
            <a:off x="457175" y="460250"/>
            <a:ext cx="40770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pic>
        <p:nvPicPr>
          <p:cNvPr id="750" name="Google Shape;750;p8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_Title &amp; Body_1 Col">
  <p:cSld name="CUSTOM_7_1_1_1_1_1_1_1_1_1_1_1_1_1_1_1">
    <p:bg>
      <p:bgPr>
        <a:solidFill>
          <a:srgbClr val="FFFFFF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2" name="Google Shape;752;p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62779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82"/>
          <p:cNvSpPr txBox="1"/>
          <p:nvPr>
            <p:ph type="title"/>
          </p:nvPr>
        </p:nvSpPr>
        <p:spPr>
          <a:xfrm>
            <a:off x="457200" y="457200"/>
            <a:ext cx="5459100" cy="9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754" name="Google Shape;754;p82"/>
          <p:cNvSpPr txBox="1"/>
          <p:nvPr>
            <p:ph idx="1" type="body"/>
          </p:nvPr>
        </p:nvSpPr>
        <p:spPr>
          <a:xfrm>
            <a:off x="457200" y="1536192"/>
            <a:ext cx="4078200" cy="3154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 type="title">
  <p:cSld name="TITLE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84"/>
          <p:cNvSpPr/>
          <p:nvPr/>
        </p:nvSpPr>
        <p:spPr>
          <a:xfrm>
            <a:off x="-21450" y="0"/>
            <a:ext cx="91869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1" name="Google Shape;761;p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2450" y="-180431"/>
            <a:ext cx="4246274" cy="4878531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3" name="Google Shape;763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5324" y="795700"/>
            <a:ext cx="1250275" cy="1250324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84"/>
          <p:cNvSpPr txBox="1"/>
          <p:nvPr>
            <p:ph type="ctrTitle"/>
          </p:nvPr>
        </p:nvSpPr>
        <p:spPr>
          <a:xfrm>
            <a:off x="4453525" y="1831800"/>
            <a:ext cx="4378800" cy="135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Plus Jakarta Sans"/>
              <a:buNone/>
              <a:defRPr b="1" sz="4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65" name="Google Shape;765;p84"/>
          <p:cNvSpPr txBox="1"/>
          <p:nvPr>
            <p:ph idx="1" type="subTitle"/>
          </p:nvPr>
        </p:nvSpPr>
        <p:spPr>
          <a:xfrm>
            <a:off x="4453529" y="3190800"/>
            <a:ext cx="4378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None/>
              <a:defRPr b="1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 1">
  <p:cSld name="TITLE_4"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7" name="Google Shape;767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249" y="605825"/>
            <a:ext cx="1250276" cy="1250324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85"/>
          <p:cNvSpPr txBox="1"/>
          <p:nvPr/>
        </p:nvSpPr>
        <p:spPr>
          <a:xfrm>
            <a:off x="517925" y="1740100"/>
            <a:ext cx="3398700" cy="12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Title of Presentation</a:t>
            </a:r>
            <a:endParaRPr b="1" sz="40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69" name="Google Shape;769;p85"/>
          <p:cNvSpPr txBox="1"/>
          <p:nvPr/>
        </p:nvSpPr>
        <p:spPr>
          <a:xfrm>
            <a:off x="560243" y="3164891"/>
            <a:ext cx="1698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Presenter Name(s)</a:t>
            </a:r>
            <a:endParaRPr b="0" i="0" sz="1100" u="none" cap="none" strike="noStrike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770" name="Google Shape;770;p85"/>
          <p:cNvSpPr/>
          <p:nvPr>
            <p:ph idx="2" type="pic"/>
          </p:nvPr>
        </p:nvSpPr>
        <p:spPr>
          <a:xfrm>
            <a:off x="457195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86"/>
          <p:cNvSpPr/>
          <p:nvPr/>
        </p:nvSpPr>
        <p:spPr>
          <a:xfrm>
            <a:off x="-14250" y="0"/>
            <a:ext cx="9172500" cy="51435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3" name="Google Shape;773;p86"/>
          <p:cNvPicPr preferRelativeResize="0"/>
          <p:nvPr/>
        </p:nvPicPr>
        <p:blipFill rotWithShape="1">
          <a:blip r:embed="rId2">
            <a:alphaModFix/>
          </a:blip>
          <a:srcRect b="30205" l="0" r="0" t="28007"/>
          <a:stretch/>
        </p:blipFill>
        <p:spPr>
          <a:xfrm>
            <a:off x="287295" y="494624"/>
            <a:ext cx="1250276" cy="522474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86"/>
          <p:cNvSpPr txBox="1"/>
          <p:nvPr>
            <p:ph type="ctrTitle"/>
          </p:nvPr>
        </p:nvSpPr>
        <p:spPr>
          <a:xfrm>
            <a:off x="287300" y="1302125"/>
            <a:ext cx="5688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us Jakarta Sans ExtraBold"/>
              <a:buNone/>
              <a:defRPr sz="4000">
                <a:solidFill>
                  <a:schemeClr val="lt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75" name="Google Shape;775;p86"/>
          <p:cNvSpPr txBox="1"/>
          <p:nvPr>
            <p:ph idx="1" type="subTitle"/>
          </p:nvPr>
        </p:nvSpPr>
        <p:spPr>
          <a:xfrm>
            <a:off x="287300" y="3354725"/>
            <a:ext cx="55881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"/>
              <a:buNone/>
              <a:defRPr b="1" sz="11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1">
  <p:cSld name="TITLE_1"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8" name="Google Shape;778;p87"/>
          <p:cNvSpPr/>
          <p:nvPr/>
        </p:nvSpPr>
        <p:spPr>
          <a:xfrm>
            <a:off x="0" y="3300"/>
            <a:ext cx="9144000" cy="5136900"/>
          </a:xfrm>
          <a:prstGeom prst="rect">
            <a:avLst/>
          </a:prstGeom>
          <a:solidFill>
            <a:srgbClr val="3049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87"/>
          <p:cNvSpPr/>
          <p:nvPr/>
        </p:nvSpPr>
        <p:spPr>
          <a:xfrm>
            <a:off x="5530544" y="3189924"/>
            <a:ext cx="284027" cy="219291"/>
          </a:xfrm>
          <a:custGeom>
            <a:rect b="b" l="l" r="r" t="t"/>
            <a:pathLst>
              <a:path extrusionOk="0" h="136" w="176">
                <a:moveTo>
                  <a:pt x="160" y="0"/>
                </a:moveTo>
                <a:cubicBezTo>
                  <a:pt x="48" y="0"/>
                  <a:pt x="48" y="0"/>
                  <a:pt x="48" y="0"/>
                </a:cubicBezTo>
                <a:cubicBezTo>
                  <a:pt x="39" y="0"/>
                  <a:pt x="32" y="7"/>
                  <a:pt x="32" y="16"/>
                </a:cubicBezTo>
                <a:cubicBezTo>
                  <a:pt x="32" y="20"/>
                  <a:pt x="32" y="20"/>
                  <a:pt x="32" y="20"/>
                </a:cubicBezTo>
                <a:cubicBezTo>
                  <a:pt x="32" y="22"/>
                  <a:pt x="34" y="24"/>
                  <a:pt x="36" y="24"/>
                </a:cubicBezTo>
                <a:cubicBezTo>
                  <a:pt x="38" y="24"/>
                  <a:pt x="40" y="22"/>
                  <a:pt x="40" y="20"/>
                </a:cubicBezTo>
                <a:cubicBezTo>
                  <a:pt x="40" y="16"/>
                  <a:pt x="40" y="16"/>
                  <a:pt x="40" y="16"/>
                </a:cubicBezTo>
                <a:cubicBezTo>
                  <a:pt x="40" y="12"/>
                  <a:pt x="44" y="8"/>
                  <a:pt x="48" y="8"/>
                </a:cubicBezTo>
                <a:cubicBezTo>
                  <a:pt x="160" y="8"/>
                  <a:pt x="160" y="8"/>
                  <a:pt x="160" y="8"/>
                </a:cubicBezTo>
                <a:cubicBezTo>
                  <a:pt x="164" y="8"/>
                  <a:pt x="168" y="12"/>
                  <a:pt x="168" y="16"/>
                </a:cubicBezTo>
                <a:cubicBezTo>
                  <a:pt x="168" y="88"/>
                  <a:pt x="168" y="88"/>
                  <a:pt x="168" y="88"/>
                </a:cubicBezTo>
                <a:cubicBezTo>
                  <a:pt x="168" y="92"/>
                  <a:pt x="164" y="96"/>
                  <a:pt x="160" y="96"/>
                </a:cubicBezTo>
                <a:cubicBezTo>
                  <a:pt x="156" y="96"/>
                  <a:pt x="156" y="96"/>
                  <a:pt x="156" y="96"/>
                </a:cubicBezTo>
                <a:cubicBezTo>
                  <a:pt x="154" y="96"/>
                  <a:pt x="152" y="98"/>
                  <a:pt x="152" y="100"/>
                </a:cubicBezTo>
                <a:cubicBezTo>
                  <a:pt x="152" y="102"/>
                  <a:pt x="154" y="104"/>
                  <a:pt x="156" y="104"/>
                </a:cubicBezTo>
                <a:cubicBezTo>
                  <a:pt x="160" y="104"/>
                  <a:pt x="160" y="104"/>
                  <a:pt x="160" y="104"/>
                </a:cubicBezTo>
                <a:cubicBezTo>
                  <a:pt x="169" y="104"/>
                  <a:pt x="176" y="97"/>
                  <a:pt x="176" y="88"/>
                </a:cubicBezTo>
                <a:cubicBezTo>
                  <a:pt x="176" y="16"/>
                  <a:pt x="176" y="16"/>
                  <a:pt x="176" y="16"/>
                </a:cubicBezTo>
                <a:cubicBezTo>
                  <a:pt x="176" y="7"/>
                  <a:pt x="169" y="0"/>
                  <a:pt x="160" y="0"/>
                </a:cubicBezTo>
                <a:moveTo>
                  <a:pt x="128" y="32"/>
                </a:moveTo>
                <a:cubicBezTo>
                  <a:pt x="16" y="32"/>
                  <a:pt x="16" y="32"/>
                  <a:pt x="16" y="32"/>
                </a:cubicBezTo>
                <a:cubicBezTo>
                  <a:pt x="7" y="32"/>
                  <a:pt x="0" y="39"/>
                  <a:pt x="0" y="48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9"/>
                  <a:pt x="7" y="136"/>
                  <a:pt x="16" y="136"/>
                </a:cubicBezTo>
                <a:cubicBezTo>
                  <a:pt x="128" y="136"/>
                  <a:pt x="128" y="136"/>
                  <a:pt x="128" y="136"/>
                </a:cubicBezTo>
                <a:cubicBezTo>
                  <a:pt x="137" y="136"/>
                  <a:pt x="144" y="129"/>
                  <a:pt x="144" y="120"/>
                </a:cubicBezTo>
                <a:cubicBezTo>
                  <a:pt x="144" y="48"/>
                  <a:pt x="144" y="48"/>
                  <a:pt x="144" y="48"/>
                </a:cubicBezTo>
                <a:cubicBezTo>
                  <a:pt x="144" y="39"/>
                  <a:pt x="137" y="32"/>
                  <a:pt x="128" y="32"/>
                </a:cubicBezTo>
                <a:moveTo>
                  <a:pt x="16" y="40"/>
                </a:moveTo>
                <a:cubicBezTo>
                  <a:pt x="128" y="40"/>
                  <a:pt x="128" y="40"/>
                  <a:pt x="128" y="40"/>
                </a:cubicBezTo>
                <a:cubicBezTo>
                  <a:pt x="130" y="40"/>
                  <a:pt x="132" y="41"/>
                  <a:pt x="133" y="42"/>
                </a:cubicBezTo>
                <a:cubicBezTo>
                  <a:pt x="77" y="98"/>
                  <a:pt x="77" y="98"/>
                  <a:pt x="77" y="98"/>
                </a:cubicBezTo>
                <a:cubicBezTo>
                  <a:pt x="76" y="99"/>
                  <a:pt x="74" y="100"/>
                  <a:pt x="72" y="100"/>
                </a:cubicBezTo>
                <a:cubicBezTo>
                  <a:pt x="70" y="100"/>
                  <a:pt x="68" y="99"/>
                  <a:pt x="67" y="98"/>
                </a:cubicBezTo>
                <a:cubicBezTo>
                  <a:pt x="11" y="42"/>
                  <a:pt x="11" y="42"/>
                  <a:pt x="11" y="42"/>
                </a:cubicBezTo>
                <a:cubicBezTo>
                  <a:pt x="12" y="41"/>
                  <a:pt x="14" y="40"/>
                  <a:pt x="16" y="40"/>
                </a:cubicBezTo>
                <a:moveTo>
                  <a:pt x="8" y="50"/>
                </a:moveTo>
                <a:cubicBezTo>
                  <a:pt x="42" y="84"/>
                  <a:pt x="42" y="84"/>
                  <a:pt x="42" y="84"/>
                </a:cubicBezTo>
                <a:cubicBezTo>
                  <a:pt x="8" y="118"/>
                  <a:pt x="8" y="118"/>
                  <a:pt x="8" y="118"/>
                </a:cubicBezTo>
                <a:lnTo>
                  <a:pt x="8" y="50"/>
                </a:lnTo>
                <a:close/>
                <a:moveTo>
                  <a:pt x="128" y="128"/>
                </a:moveTo>
                <a:cubicBezTo>
                  <a:pt x="16" y="128"/>
                  <a:pt x="16" y="128"/>
                  <a:pt x="16" y="128"/>
                </a:cubicBezTo>
                <a:cubicBezTo>
                  <a:pt x="14" y="128"/>
                  <a:pt x="12" y="127"/>
                  <a:pt x="11" y="126"/>
                </a:cubicBezTo>
                <a:cubicBezTo>
                  <a:pt x="47" y="90"/>
                  <a:pt x="47" y="90"/>
                  <a:pt x="47" y="90"/>
                </a:cubicBezTo>
                <a:cubicBezTo>
                  <a:pt x="61" y="103"/>
                  <a:pt x="61" y="103"/>
                  <a:pt x="61" y="103"/>
                </a:cubicBezTo>
                <a:cubicBezTo>
                  <a:pt x="64" y="106"/>
                  <a:pt x="68" y="108"/>
                  <a:pt x="72" y="108"/>
                </a:cubicBezTo>
                <a:cubicBezTo>
                  <a:pt x="76" y="108"/>
                  <a:pt x="80" y="106"/>
                  <a:pt x="83" y="103"/>
                </a:cubicBezTo>
                <a:cubicBezTo>
                  <a:pt x="97" y="90"/>
                  <a:pt x="97" y="90"/>
                  <a:pt x="97" y="90"/>
                </a:cubicBezTo>
                <a:cubicBezTo>
                  <a:pt x="133" y="126"/>
                  <a:pt x="133" y="126"/>
                  <a:pt x="133" y="126"/>
                </a:cubicBezTo>
                <a:cubicBezTo>
                  <a:pt x="132" y="127"/>
                  <a:pt x="130" y="128"/>
                  <a:pt x="128" y="128"/>
                </a:cubicBezTo>
                <a:moveTo>
                  <a:pt x="136" y="118"/>
                </a:moveTo>
                <a:cubicBezTo>
                  <a:pt x="102" y="84"/>
                  <a:pt x="102" y="84"/>
                  <a:pt x="102" y="84"/>
                </a:cubicBezTo>
                <a:cubicBezTo>
                  <a:pt x="136" y="50"/>
                  <a:pt x="136" y="50"/>
                  <a:pt x="136" y="50"/>
                </a:cubicBezTo>
                <a:lnTo>
                  <a:pt x="136" y="1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87"/>
          <p:cNvSpPr/>
          <p:nvPr/>
        </p:nvSpPr>
        <p:spPr>
          <a:xfrm>
            <a:off x="5536113" y="2468800"/>
            <a:ext cx="272890" cy="271540"/>
          </a:xfrm>
          <a:custGeom>
            <a:rect b="b" l="l" r="r" t="t"/>
            <a:pathLst>
              <a:path extrusionOk="0" h="176" w="176">
                <a:moveTo>
                  <a:pt x="96" y="8"/>
                </a:moveTo>
                <a:cubicBezTo>
                  <a:pt x="136" y="8"/>
                  <a:pt x="168" y="40"/>
                  <a:pt x="168" y="80"/>
                </a:cubicBezTo>
                <a:cubicBezTo>
                  <a:pt x="168" y="82"/>
                  <a:pt x="170" y="84"/>
                  <a:pt x="172" y="84"/>
                </a:cubicBezTo>
                <a:cubicBezTo>
                  <a:pt x="174" y="84"/>
                  <a:pt x="176" y="82"/>
                  <a:pt x="176" y="80"/>
                </a:cubicBezTo>
                <a:cubicBezTo>
                  <a:pt x="176" y="36"/>
                  <a:pt x="140" y="0"/>
                  <a:pt x="96" y="0"/>
                </a:cubicBezTo>
                <a:cubicBezTo>
                  <a:pt x="94" y="0"/>
                  <a:pt x="92" y="2"/>
                  <a:pt x="92" y="4"/>
                </a:cubicBezTo>
                <a:cubicBezTo>
                  <a:pt x="92" y="6"/>
                  <a:pt x="94" y="8"/>
                  <a:pt x="96" y="8"/>
                </a:cubicBezTo>
                <a:moveTo>
                  <a:pt x="96" y="48"/>
                </a:moveTo>
                <a:cubicBezTo>
                  <a:pt x="114" y="48"/>
                  <a:pt x="128" y="62"/>
                  <a:pt x="128" y="80"/>
                </a:cubicBezTo>
                <a:cubicBezTo>
                  <a:pt x="128" y="82"/>
                  <a:pt x="130" y="84"/>
                  <a:pt x="132" y="84"/>
                </a:cubicBezTo>
                <a:cubicBezTo>
                  <a:pt x="134" y="84"/>
                  <a:pt x="136" y="82"/>
                  <a:pt x="136" y="80"/>
                </a:cubicBezTo>
                <a:cubicBezTo>
                  <a:pt x="136" y="58"/>
                  <a:pt x="118" y="40"/>
                  <a:pt x="96" y="40"/>
                </a:cubicBezTo>
                <a:cubicBezTo>
                  <a:pt x="94" y="40"/>
                  <a:pt x="92" y="42"/>
                  <a:pt x="92" y="44"/>
                </a:cubicBezTo>
                <a:cubicBezTo>
                  <a:pt x="92" y="46"/>
                  <a:pt x="94" y="48"/>
                  <a:pt x="96" y="48"/>
                </a:cubicBezTo>
                <a:moveTo>
                  <a:pt x="96" y="88"/>
                </a:moveTo>
                <a:cubicBezTo>
                  <a:pt x="100" y="88"/>
                  <a:pt x="104" y="84"/>
                  <a:pt x="104" y="80"/>
                </a:cubicBezTo>
                <a:cubicBezTo>
                  <a:pt x="104" y="76"/>
                  <a:pt x="100" y="72"/>
                  <a:pt x="96" y="72"/>
                </a:cubicBezTo>
                <a:cubicBezTo>
                  <a:pt x="92" y="72"/>
                  <a:pt x="88" y="76"/>
                  <a:pt x="88" y="80"/>
                </a:cubicBezTo>
                <a:cubicBezTo>
                  <a:pt x="88" y="84"/>
                  <a:pt x="92" y="88"/>
                  <a:pt x="96" y="88"/>
                </a:cubicBezTo>
                <a:moveTo>
                  <a:pt x="176" y="140"/>
                </a:moveTo>
                <a:cubicBezTo>
                  <a:pt x="176" y="137"/>
                  <a:pt x="175" y="134"/>
                  <a:pt x="172" y="131"/>
                </a:cubicBezTo>
                <a:cubicBezTo>
                  <a:pt x="172" y="131"/>
                  <a:pt x="171" y="130"/>
                  <a:pt x="170" y="130"/>
                </a:cubicBezTo>
                <a:cubicBezTo>
                  <a:pt x="136" y="103"/>
                  <a:pt x="136" y="103"/>
                  <a:pt x="136" y="103"/>
                </a:cubicBezTo>
                <a:cubicBezTo>
                  <a:pt x="134" y="101"/>
                  <a:pt x="131" y="100"/>
                  <a:pt x="128" y="100"/>
                </a:cubicBezTo>
                <a:cubicBezTo>
                  <a:pt x="125" y="100"/>
                  <a:pt x="123" y="101"/>
                  <a:pt x="121" y="102"/>
                </a:cubicBezTo>
                <a:cubicBezTo>
                  <a:pt x="111" y="112"/>
                  <a:pt x="111" y="112"/>
                  <a:pt x="111" y="112"/>
                </a:cubicBezTo>
                <a:cubicBezTo>
                  <a:pt x="111" y="112"/>
                  <a:pt x="111" y="112"/>
                  <a:pt x="111" y="112"/>
                </a:cubicBezTo>
                <a:cubicBezTo>
                  <a:pt x="110" y="114"/>
                  <a:pt x="108" y="115"/>
                  <a:pt x="105" y="115"/>
                </a:cubicBezTo>
                <a:cubicBezTo>
                  <a:pt x="103" y="115"/>
                  <a:pt x="100" y="113"/>
                  <a:pt x="99" y="111"/>
                </a:cubicBezTo>
                <a:cubicBezTo>
                  <a:pt x="99" y="111"/>
                  <a:pt x="99" y="111"/>
                  <a:pt x="99" y="111"/>
                </a:cubicBezTo>
                <a:cubicBezTo>
                  <a:pt x="86" y="102"/>
                  <a:pt x="74" y="91"/>
                  <a:pt x="64" y="77"/>
                </a:cubicBezTo>
                <a:cubicBezTo>
                  <a:pt x="65" y="77"/>
                  <a:pt x="65" y="77"/>
                  <a:pt x="65" y="77"/>
                </a:cubicBezTo>
                <a:cubicBezTo>
                  <a:pt x="63" y="76"/>
                  <a:pt x="61" y="73"/>
                  <a:pt x="61" y="71"/>
                </a:cubicBezTo>
                <a:cubicBezTo>
                  <a:pt x="61" y="68"/>
                  <a:pt x="62" y="66"/>
                  <a:pt x="64" y="65"/>
                </a:cubicBezTo>
                <a:cubicBezTo>
                  <a:pt x="64" y="65"/>
                  <a:pt x="64" y="65"/>
                  <a:pt x="64" y="65"/>
                </a:cubicBezTo>
                <a:cubicBezTo>
                  <a:pt x="73" y="55"/>
                  <a:pt x="73" y="55"/>
                  <a:pt x="73" y="55"/>
                </a:cubicBezTo>
                <a:cubicBezTo>
                  <a:pt x="75" y="53"/>
                  <a:pt x="76" y="51"/>
                  <a:pt x="76" y="48"/>
                </a:cubicBezTo>
                <a:cubicBezTo>
                  <a:pt x="76" y="45"/>
                  <a:pt x="75" y="42"/>
                  <a:pt x="72" y="40"/>
                </a:cubicBezTo>
                <a:cubicBezTo>
                  <a:pt x="46" y="6"/>
                  <a:pt x="46" y="6"/>
                  <a:pt x="46" y="6"/>
                </a:cubicBezTo>
                <a:cubicBezTo>
                  <a:pt x="46" y="5"/>
                  <a:pt x="45" y="4"/>
                  <a:pt x="44" y="4"/>
                </a:cubicBezTo>
                <a:cubicBezTo>
                  <a:pt x="42" y="1"/>
                  <a:pt x="39" y="0"/>
                  <a:pt x="36" y="0"/>
                </a:cubicBezTo>
                <a:cubicBezTo>
                  <a:pt x="20" y="0"/>
                  <a:pt x="0" y="19"/>
                  <a:pt x="0" y="42"/>
                </a:cubicBezTo>
                <a:cubicBezTo>
                  <a:pt x="0" y="48"/>
                  <a:pt x="1" y="54"/>
                  <a:pt x="4" y="60"/>
                </a:cubicBezTo>
                <a:cubicBezTo>
                  <a:pt x="4" y="60"/>
                  <a:pt x="4" y="60"/>
                  <a:pt x="4" y="60"/>
                </a:cubicBezTo>
                <a:cubicBezTo>
                  <a:pt x="28" y="108"/>
                  <a:pt x="68" y="148"/>
                  <a:pt x="116" y="172"/>
                </a:cubicBezTo>
                <a:cubicBezTo>
                  <a:pt x="116" y="172"/>
                  <a:pt x="116" y="172"/>
                  <a:pt x="116" y="172"/>
                </a:cubicBezTo>
                <a:cubicBezTo>
                  <a:pt x="121" y="175"/>
                  <a:pt x="128" y="176"/>
                  <a:pt x="134" y="176"/>
                </a:cubicBezTo>
                <a:cubicBezTo>
                  <a:pt x="157" y="176"/>
                  <a:pt x="176" y="156"/>
                  <a:pt x="176" y="140"/>
                </a:cubicBezTo>
                <a:cubicBezTo>
                  <a:pt x="176" y="140"/>
                  <a:pt x="176" y="140"/>
                  <a:pt x="176" y="140"/>
                </a:cubicBezTo>
                <a:close/>
                <a:moveTo>
                  <a:pt x="134" y="168"/>
                </a:moveTo>
                <a:cubicBezTo>
                  <a:pt x="129" y="168"/>
                  <a:pt x="124" y="167"/>
                  <a:pt x="119" y="165"/>
                </a:cubicBezTo>
                <a:cubicBezTo>
                  <a:pt x="119" y="165"/>
                  <a:pt x="119" y="164"/>
                  <a:pt x="118" y="164"/>
                </a:cubicBezTo>
                <a:cubicBezTo>
                  <a:pt x="73" y="141"/>
                  <a:pt x="35" y="103"/>
                  <a:pt x="12" y="58"/>
                </a:cubicBezTo>
                <a:cubicBezTo>
                  <a:pt x="12" y="57"/>
                  <a:pt x="11" y="57"/>
                  <a:pt x="11" y="57"/>
                </a:cubicBezTo>
                <a:cubicBezTo>
                  <a:pt x="9" y="52"/>
                  <a:pt x="8" y="47"/>
                  <a:pt x="8" y="42"/>
                </a:cubicBezTo>
                <a:cubicBezTo>
                  <a:pt x="8" y="23"/>
                  <a:pt x="25" y="8"/>
                  <a:pt x="36" y="8"/>
                </a:cubicBezTo>
                <a:cubicBezTo>
                  <a:pt x="37" y="8"/>
                  <a:pt x="38" y="9"/>
                  <a:pt x="39" y="9"/>
                </a:cubicBezTo>
                <a:cubicBezTo>
                  <a:pt x="39" y="9"/>
                  <a:pt x="39" y="9"/>
                  <a:pt x="39" y="10"/>
                </a:cubicBezTo>
                <a:cubicBezTo>
                  <a:pt x="39" y="10"/>
                  <a:pt x="40" y="10"/>
                  <a:pt x="40" y="11"/>
                </a:cubicBezTo>
                <a:cubicBezTo>
                  <a:pt x="66" y="44"/>
                  <a:pt x="66" y="44"/>
                  <a:pt x="66" y="44"/>
                </a:cubicBezTo>
                <a:cubicBezTo>
                  <a:pt x="66" y="45"/>
                  <a:pt x="67" y="45"/>
                  <a:pt x="67" y="45"/>
                </a:cubicBezTo>
                <a:cubicBezTo>
                  <a:pt x="67" y="46"/>
                  <a:pt x="68" y="47"/>
                  <a:pt x="68" y="48"/>
                </a:cubicBezTo>
                <a:cubicBezTo>
                  <a:pt x="68" y="49"/>
                  <a:pt x="68" y="49"/>
                  <a:pt x="67" y="50"/>
                </a:cubicBezTo>
                <a:cubicBezTo>
                  <a:pt x="58" y="59"/>
                  <a:pt x="58" y="59"/>
                  <a:pt x="58" y="59"/>
                </a:cubicBezTo>
                <a:cubicBezTo>
                  <a:pt x="58" y="59"/>
                  <a:pt x="58" y="59"/>
                  <a:pt x="58" y="59"/>
                </a:cubicBezTo>
                <a:cubicBezTo>
                  <a:pt x="55" y="62"/>
                  <a:pt x="53" y="66"/>
                  <a:pt x="53" y="71"/>
                </a:cubicBezTo>
                <a:cubicBezTo>
                  <a:pt x="53" y="75"/>
                  <a:pt x="55" y="79"/>
                  <a:pt x="58" y="82"/>
                </a:cubicBezTo>
                <a:cubicBezTo>
                  <a:pt x="58" y="82"/>
                  <a:pt x="58" y="82"/>
                  <a:pt x="58" y="82"/>
                </a:cubicBezTo>
                <a:cubicBezTo>
                  <a:pt x="68" y="96"/>
                  <a:pt x="80" y="108"/>
                  <a:pt x="94" y="118"/>
                </a:cubicBezTo>
                <a:cubicBezTo>
                  <a:pt x="94" y="118"/>
                  <a:pt x="94" y="118"/>
                  <a:pt x="94" y="118"/>
                </a:cubicBezTo>
                <a:cubicBezTo>
                  <a:pt x="97" y="121"/>
                  <a:pt x="101" y="123"/>
                  <a:pt x="105" y="123"/>
                </a:cubicBezTo>
                <a:cubicBezTo>
                  <a:pt x="109" y="123"/>
                  <a:pt x="113" y="121"/>
                  <a:pt x="116" y="118"/>
                </a:cubicBezTo>
                <a:cubicBezTo>
                  <a:pt x="117" y="118"/>
                  <a:pt x="117" y="118"/>
                  <a:pt x="117" y="118"/>
                </a:cubicBezTo>
                <a:cubicBezTo>
                  <a:pt x="126" y="109"/>
                  <a:pt x="126" y="109"/>
                  <a:pt x="126" y="109"/>
                </a:cubicBezTo>
                <a:cubicBezTo>
                  <a:pt x="127" y="108"/>
                  <a:pt x="127" y="108"/>
                  <a:pt x="128" y="108"/>
                </a:cubicBezTo>
                <a:cubicBezTo>
                  <a:pt x="129" y="108"/>
                  <a:pt x="130" y="109"/>
                  <a:pt x="131" y="109"/>
                </a:cubicBezTo>
                <a:cubicBezTo>
                  <a:pt x="131" y="109"/>
                  <a:pt x="131" y="110"/>
                  <a:pt x="131" y="110"/>
                </a:cubicBezTo>
                <a:cubicBezTo>
                  <a:pt x="165" y="136"/>
                  <a:pt x="165" y="136"/>
                  <a:pt x="165" y="136"/>
                </a:cubicBezTo>
                <a:cubicBezTo>
                  <a:pt x="166" y="136"/>
                  <a:pt x="166" y="136"/>
                  <a:pt x="166" y="137"/>
                </a:cubicBezTo>
                <a:cubicBezTo>
                  <a:pt x="166" y="137"/>
                  <a:pt x="167" y="137"/>
                  <a:pt x="167" y="137"/>
                </a:cubicBezTo>
                <a:cubicBezTo>
                  <a:pt x="167" y="138"/>
                  <a:pt x="168" y="138"/>
                  <a:pt x="168" y="140"/>
                </a:cubicBezTo>
                <a:cubicBezTo>
                  <a:pt x="168" y="140"/>
                  <a:pt x="168" y="140"/>
                  <a:pt x="168" y="141"/>
                </a:cubicBezTo>
                <a:cubicBezTo>
                  <a:pt x="167" y="152"/>
                  <a:pt x="153" y="168"/>
                  <a:pt x="134" y="168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1" name="Google Shape;781;p87"/>
          <p:cNvCxnSpPr/>
          <p:nvPr/>
        </p:nvCxnSpPr>
        <p:spPr>
          <a:xfrm>
            <a:off x="4936809" y="793356"/>
            <a:ext cx="1200" cy="35568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82" name="Google Shape;782;p87"/>
          <p:cNvGrpSpPr/>
          <p:nvPr/>
        </p:nvGrpSpPr>
        <p:grpSpPr>
          <a:xfrm>
            <a:off x="1069632" y="3012737"/>
            <a:ext cx="785370" cy="137830"/>
            <a:chOff x="8474604" y="6065924"/>
            <a:chExt cx="1502812" cy="263738"/>
          </a:xfrm>
        </p:grpSpPr>
        <p:sp>
          <p:nvSpPr>
            <p:cNvPr id="783" name="Google Shape;783;p87"/>
            <p:cNvSpPr/>
            <p:nvPr/>
          </p:nvSpPr>
          <p:spPr>
            <a:xfrm>
              <a:off x="8896035" y="6070635"/>
              <a:ext cx="254315" cy="254317"/>
            </a:xfrm>
            <a:custGeom>
              <a:rect b="b" l="l" r="r" t="t"/>
              <a:pathLst>
                <a:path extrusionOk="0" h="609" w="609">
                  <a:moveTo>
                    <a:pt x="530" y="608"/>
                  </a:moveTo>
                  <a:lnTo>
                    <a:pt x="530" y="608"/>
                  </a:lnTo>
                  <a:cubicBezTo>
                    <a:pt x="78" y="608"/>
                    <a:pt x="78" y="608"/>
                    <a:pt x="78" y="608"/>
                  </a:cubicBezTo>
                  <a:cubicBezTo>
                    <a:pt x="36" y="608"/>
                    <a:pt x="0" y="572"/>
                    <a:pt x="0" y="530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35"/>
                    <a:pt x="36" y="0"/>
                    <a:pt x="78" y="0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573" y="0"/>
                    <a:pt x="608" y="35"/>
                    <a:pt x="608" y="78"/>
                  </a:cubicBezTo>
                  <a:cubicBezTo>
                    <a:pt x="608" y="530"/>
                    <a:pt x="608" y="530"/>
                    <a:pt x="608" y="530"/>
                  </a:cubicBezTo>
                  <a:cubicBezTo>
                    <a:pt x="608" y="572"/>
                    <a:pt x="573" y="608"/>
                    <a:pt x="530" y="608"/>
                  </a:cubicBezTo>
                  <a:close/>
                  <a:moveTo>
                    <a:pt x="304" y="184"/>
                  </a:moveTo>
                  <a:lnTo>
                    <a:pt x="304" y="184"/>
                  </a:lnTo>
                  <a:cubicBezTo>
                    <a:pt x="254" y="184"/>
                    <a:pt x="219" y="212"/>
                    <a:pt x="198" y="254"/>
                  </a:cubicBezTo>
                  <a:lnTo>
                    <a:pt x="198" y="254"/>
                  </a:lnTo>
                  <a:lnTo>
                    <a:pt x="198" y="254"/>
                  </a:lnTo>
                  <a:cubicBezTo>
                    <a:pt x="198" y="261"/>
                    <a:pt x="198" y="261"/>
                    <a:pt x="191" y="261"/>
                  </a:cubicBezTo>
                  <a:lnTo>
                    <a:pt x="191" y="269"/>
                  </a:lnTo>
                  <a:lnTo>
                    <a:pt x="191" y="276"/>
                  </a:lnTo>
                  <a:cubicBezTo>
                    <a:pt x="191" y="276"/>
                    <a:pt x="191" y="276"/>
                    <a:pt x="191" y="283"/>
                  </a:cubicBezTo>
                  <a:cubicBezTo>
                    <a:pt x="191" y="283"/>
                    <a:pt x="191" y="283"/>
                    <a:pt x="191" y="290"/>
                  </a:cubicBezTo>
                  <a:lnTo>
                    <a:pt x="191" y="290"/>
                  </a:lnTo>
                  <a:cubicBezTo>
                    <a:pt x="191" y="297"/>
                    <a:pt x="184" y="297"/>
                    <a:pt x="184" y="304"/>
                  </a:cubicBezTo>
                  <a:cubicBezTo>
                    <a:pt x="184" y="367"/>
                    <a:pt x="240" y="424"/>
                    <a:pt x="304" y="424"/>
                  </a:cubicBezTo>
                  <a:cubicBezTo>
                    <a:pt x="368" y="424"/>
                    <a:pt x="424" y="367"/>
                    <a:pt x="424" y="304"/>
                  </a:cubicBezTo>
                  <a:cubicBezTo>
                    <a:pt x="424" y="297"/>
                    <a:pt x="417" y="297"/>
                    <a:pt x="417" y="290"/>
                  </a:cubicBezTo>
                  <a:lnTo>
                    <a:pt x="417" y="290"/>
                  </a:lnTo>
                  <a:cubicBezTo>
                    <a:pt x="417" y="283"/>
                    <a:pt x="417" y="283"/>
                    <a:pt x="417" y="283"/>
                  </a:cubicBezTo>
                  <a:cubicBezTo>
                    <a:pt x="417" y="276"/>
                    <a:pt x="417" y="276"/>
                    <a:pt x="417" y="276"/>
                  </a:cubicBezTo>
                  <a:lnTo>
                    <a:pt x="417" y="269"/>
                  </a:lnTo>
                  <a:lnTo>
                    <a:pt x="417" y="261"/>
                  </a:lnTo>
                  <a:cubicBezTo>
                    <a:pt x="410" y="261"/>
                    <a:pt x="410" y="261"/>
                    <a:pt x="410" y="254"/>
                  </a:cubicBezTo>
                  <a:lnTo>
                    <a:pt x="410" y="254"/>
                  </a:lnTo>
                  <a:lnTo>
                    <a:pt x="410" y="254"/>
                  </a:lnTo>
                  <a:cubicBezTo>
                    <a:pt x="389" y="212"/>
                    <a:pt x="354" y="184"/>
                    <a:pt x="304" y="184"/>
                  </a:cubicBezTo>
                  <a:close/>
                  <a:moveTo>
                    <a:pt x="537" y="99"/>
                  </a:moveTo>
                  <a:lnTo>
                    <a:pt x="537" y="99"/>
                  </a:lnTo>
                  <a:cubicBezTo>
                    <a:pt x="537" y="85"/>
                    <a:pt x="523" y="71"/>
                    <a:pt x="509" y="71"/>
                  </a:cubicBezTo>
                  <a:cubicBezTo>
                    <a:pt x="445" y="71"/>
                    <a:pt x="445" y="71"/>
                    <a:pt x="445" y="71"/>
                  </a:cubicBezTo>
                  <a:cubicBezTo>
                    <a:pt x="431" y="71"/>
                    <a:pt x="417" y="85"/>
                    <a:pt x="417" y="99"/>
                  </a:cubicBezTo>
                  <a:cubicBezTo>
                    <a:pt x="417" y="162"/>
                    <a:pt x="417" y="162"/>
                    <a:pt x="417" y="162"/>
                  </a:cubicBezTo>
                  <a:cubicBezTo>
                    <a:pt x="417" y="177"/>
                    <a:pt x="431" y="191"/>
                    <a:pt x="445" y="191"/>
                  </a:cubicBezTo>
                  <a:cubicBezTo>
                    <a:pt x="509" y="191"/>
                    <a:pt x="509" y="191"/>
                    <a:pt x="509" y="191"/>
                  </a:cubicBezTo>
                  <a:cubicBezTo>
                    <a:pt x="523" y="191"/>
                    <a:pt x="537" y="177"/>
                    <a:pt x="537" y="162"/>
                  </a:cubicBezTo>
                  <a:lnTo>
                    <a:pt x="537" y="99"/>
                  </a:lnTo>
                  <a:close/>
                  <a:moveTo>
                    <a:pt x="537" y="254"/>
                  </a:moveTo>
                  <a:lnTo>
                    <a:pt x="537" y="254"/>
                  </a:lnTo>
                  <a:cubicBezTo>
                    <a:pt x="481" y="254"/>
                    <a:pt x="481" y="254"/>
                    <a:pt x="481" y="254"/>
                  </a:cubicBezTo>
                  <a:cubicBezTo>
                    <a:pt x="488" y="269"/>
                    <a:pt x="488" y="290"/>
                    <a:pt x="488" y="304"/>
                  </a:cubicBezTo>
                  <a:cubicBezTo>
                    <a:pt x="488" y="403"/>
                    <a:pt x="403" y="488"/>
                    <a:pt x="304" y="488"/>
                  </a:cubicBezTo>
                  <a:cubicBezTo>
                    <a:pt x="205" y="488"/>
                    <a:pt x="120" y="403"/>
                    <a:pt x="120" y="304"/>
                  </a:cubicBezTo>
                  <a:cubicBezTo>
                    <a:pt x="120" y="290"/>
                    <a:pt x="120" y="269"/>
                    <a:pt x="127" y="254"/>
                  </a:cubicBezTo>
                  <a:cubicBezTo>
                    <a:pt x="71" y="254"/>
                    <a:pt x="71" y="254"/>
                    <a:pt x="71" y="254"/>
                  </a:cubicBezTo>
                  <a:cubicBezTo>
                    <a:pt x="71" y="509"/>
                    <a:pt x="71" y="509"/>
                    <a:pt x="71" y="509"/>
                  </a:cubicBezTo>
                  <a:cubicBezTo>
                    <a:pt x="71" y="523"/>
                    <a:pt x="85" y="537"/>
                    <a:pt x="99" y="537"/>
                  </a:cubicBezTo>
                  <a:cubicBezTo>
                    <a:pt x="509" y="537"/>
                    <a:pt x="509" y="537"/>
                    <a:pt x="509" y="537"/>
                  </a:cubicBezTo>
                  <a:cubicBezTo>
                    <a:pt x="523" y="537"/>
                    <a:pt x="537" y="523"/>
                    <a:pt x="537" y="509"/>
                  </a:cubicBezTo>
                  <a:lnTo>
                    <a:pt x="537" y="2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87"/>
            <p:cNvSpPr/>
            <p:nvPr/>
          </p:nvSpPr>
          <p:spPr>
            <a:xfrm>
              <a:off x="9306106" y="6089421"/>
              <a:ext cx="265125" cy="216745"/>
            </a:xfrm>
            <a:custGeom>
              <a:rect b="b" l="l" r="r" t="t"/>
              <a:pathLst>
                <a:path extrusionOk="0" h="496" w="602">
                  <a:moveTo>
                    <a:pt x="410" y="0"/>
                  </a:moveTo>
                  <a:lnTo>
                    <a:pt x="410" y="0"/>
                  </a:lnTo>
                  <a:cubicBezTo>
                    <a:pt x="459" y="0"/>
                    <a:pt x="481" y="22"/>
                    <a:pt x="509" y="43"/>
                  </a:cubicBezTo>
                  <a:cubicBezTo>
                    <a:pt x="530" y="43"/>
                    <a:pt x="558" y="29"/>
                    <a:pt x="572" y="22"/>
                  </a:cubicBezTo>
                  <a:cubicBezTo>
                    <a:pt x="580" y="15"/>
                    <a:pt x="580" y="15"/>
                    <a:pt x="587" y="15"/>
                  </a:cubicBezTo>
                  <a:cubicBezTo>
                    <a:pt x="580" y="36"/>
                    <a:pt x="565" y="57"/>
                    <a:pt x="544" y="71"/>
                  </a:cubicBezTo>
                  <a:cubicBezTo>
                    <a:pt x="544" y="71"/>
                    <a:pt x="537" y="78"/>
                    <a:pt x="530" y="78"/>
                  </a:cubicBezTo>
                  <a:lnTo>
                    <a:pt x="530" y="78"/>
                  </a:lnTo>
                  <a:cubicBezTo>
                    <a:pt x="558" y="78"/>
                    <a:pt x="580" y="64"/>
                    <a:pt x="601" y="64"/>
                  </a:cubicBezTo>
                  <a:lnTo>
                    <a:pt x="601" y="64"/>
                  </a:lnTo>
                  <a:cubicBezTo>
                    <a:pt x="594" y="78"/>
                    <a:pt x="580" y="99"/>
                    <a:pt x="558" y="106"/>
                  </a:cubicBezTo>
                  <a:cubicBezTo>
                    <a:pt x="551" y="113"/>
                    <a:pt x="551" y="121"/>
                    <a:pt x="544" y="128"/>
                  </a:cubicBezTo>
                  <a:cubicBezTo>
                    <a:pt x="544" y="156"/>
                    <a:pt x="544" y="177"/>
                    <a:pt x="537" y="205"/>
                  </a:cubicBezTo>
                  <a:cubicBezTo>
                    <a:pt x="502" y="340"/>
                    <a:pt x="424" y="439"/>
                    <a:pt x="297" y="481"/>
                  </a:cubicBezTo>
                  <a:cubicBezTo>
                    <a:pt x="247" y="495"/>
                    <a:pt x="170" y="495"/>
                    <a:pt x="120" y="488"/>
                  </a:cubicBezTo>
                  <a:cubicBezTo>
                    <a:pt x="92" y="481"/>
                    <a:pt x="71" y="474"/>
                    <a:pt x="42" y="460"/>
                  </a:cubicBezTo>
                  <a:cubicBezTo>
                    <a:pt x="35" y="453"/>
                    <a:pt x="21" y="453"/>
                    <a:pt x="14" y="446"/>
                  </a:cubicBezTo>
                  <a:cubicBezTo>
                    <a:pt x="7" y="439"/>
                    <a:pt x="7" y="439"/>
                    <a:pt x="0" y="439"/>
                  </a:cubicBezTo>
                  <a:cubicBezTo>
                    <a:pt x="14" y="439"/>
                    <a:pt x="28" y="439"/>
                    <a:pt x="42" y="439"/>
                  </a:cubicBezTo>
                  <a:cubicBezTo>
                    <a:pt x="50" y="439"/>
                    <a:pt x="64" y="439"/>
                    <a:pt x="78" y="432"/>
                  </a:cubicBezTo>
                  <a:cubicBezTo>
                    <a:pt x="106" y="424"/>
                    <a:pt x="127" y="417"/>
                    <a:pt x="148" y="410"/>
                  </a:cubicBezTo>
                  <a:cubicBezTo>
                    <a:pt x="163" y="403"/>
                    <a:pt x="177" y="396"/>
                    <a:pt x="184" y="382"/>
                  </a:cubicBezTo>
                  <a:cubicBezTo>
                    <a:pt x="170" y="382"/>
                    <a:pt x="156" y="382"/>
                    <a:pt x="148" y="382"/>
                  </a:cubicBezTo>
                  <a:cubicBezTo>
                    <a:pt x="106" y="368"/>
                    <a:pt x="85" y="340"/>
                    <a:pt x="71" y="297"/>
                  </a:cubicBezTo>
                  <a:cubicBezTo>
                    <a:pt x="78" y="304"/>
                    <a:pt x="113" y="304"/>
                    <a:pt x="120" y="297"/>
                  </a:cubicBezTo>
                  <a:cubicBezTo>
                    <a:pt x="106" y="297"/>
                    <a:pt x="92" y="290"/>
                    <a:pt x="85" y="283"/>
                  </a:cubicBezTo>
                  <a:cubicBezTo>
                    <a:pt x="50" y="262"/>
                    <a:pt x="21" y="227"/>
                    <a:pt x="21" y="177"/>
                  </a:cubicBezTo>
                  <a:cubicBezTo>
                    <a:pt x="28" y="177"/>
                    <a:pt x="35" y="177"/>
                    <a:pt x="35" y="184"/>
                  </a:cubicBezTo>
                  <a:cubicBezTo>
                    <a:pt x="42" y="184"/>
                    <a:pt x="50" y="184"/>
                    <a:pt x="64" y="191"/>
                  </a:cubicBezTo>
                  <a:lnTo>
                    <a:pt x="78" y="191"/>
                  </a:lnTo>
                  <a:lnTo>
                    <a:pt x="78" y="191"/>
                  </a:lnTo>
                  <a:cubicBezTo>
                    <a:pt x="71" y="184"/>
                    <a:pt x="64" y="177"/>
                    <a:pt x="57" y="170"/>
                  </a:cubicBezTo>
                  <a:cubicBezTo>
                    <a:pt x="35" y="142"/>
                    <a:pt x="14" y="106"/>
                    <a:pt x="28" y="57"/>
                  </a:cubicBezTo>
                  <a:cubicBezTo>
                    <a:pt x="28" y="43"/>
                    <a:pt x="35" y="36"/>
                    <a:pt x="42" y="29"/>
                  </a:cubicBezTo>
                  <a:lnTo>
                    <a:pt x="42" y="29"/>
                  </a:lnTo>
                  <a:cubicBezTo>
                    <a:pt x="42" y="29"/>
                    <a:pt x="50" y="36"/>
                    <a:pt x="57" y="36"/>
                  </a:cubicBezTo>
                  <a:cubicBezTo>
                    <a:pt x="64" y="50"/>
                    <a:pt x="78" y="64"/>
                    <a:pt x="92" y="71"/>
                  </a:cubicBezTo>
                  <a:cubicBezTo>
                    <a:pt x="134" y="106"/>
                    <a:pt x="177" y="128"/>
                    <a:pt x="240" y="149"/>
                  </a:cubicBezTo>
                  <a:cubicBezTo>
                    <a:pt x="261" y="149"/>
                    <a:pt x="276" y="156"/>
                    <a:pt x="297" y="156"/>
                  </a:cubicBezTo>
                  <a:cubicBezTo>
                    <a:pt x="290" y="135"/>
                    <a:pt x="290" y="113"/>
                    <a:pt x="297" y="99"/>
                  </a:cubicBezTo>
                  <a:cubicBezTo>
                    <a:pt x="311" y="57"/>
                    <a:pt x="332" y="29"/>
                    <a:pt x="368" y="15"/>
                  </a:cubicBezTo>
                  <a:cubicBezTo>
                    <a:pt x="375" y="8"/>
                    <a:pt x="389" y="8"/>
                    <a:pt x="396" y="8"/>
                  </a:cubicBezTo>
                  <a:cubicBezTo>
                    <a:pt x="403" y="8"/>
                    <a:pt x="403" y="0"/>
                    <a:pt x="4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87"/>
            <p:cNvSpPr/>
            <p:nvPr/>
          </p:nvSpPr>
          <p:spPr>
            <a:xfrm>
              <a:off x="8474604" y="6065924"/>
              <a:ext cx="265676" cy="263738"/>
            </a:xfrm>
            <a:custGeom>
              <a:rect b="b" l="l" r="r" t="t"/>
              <a:pathLst>
                <a:path extrusionOk="0" h="601" w="602">
                  <a:moveTo>
                    <a:pt x="551" y="600"/>
                  </a:moveTo>
                  <a:lnTo>
                    <a:pt x="551" y="600"/>
                  </a:lnTo>
                  <a:cubicBezTo>
                    <a:pt x="42" y="600"/>
                    <a:pt x="42" y="600"/>
                    <a:pt x="42" y="600"/>
                  </a:cubicBezTo>
                  <a:cubicBezTo>
                    <a:pt x="21" y="600"/>
                    <a:pt x="0" y="586"/>
                    <a:pt x="0" y="55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21"/>
                    <a:pt x="21" y="0"/>
                    <a:pt x="42" y="0"/>
                  </a:cubicBezTo>
                  <a:cubicBezTo>
                    <a:pt x="551" y="0"/>
                    <a:pt x="551" y="0"/>
                    <a:pt x="551" y="0"/>
                  </a:cubicBezTo>
                  <a:cubicBezTo>
                    <a:pt x="580" y="0"/>
                    <a:pt x="601" y="21"/>
                    <a:pt x="601" y="49"/>
                  </a:cubicBezTo>
                  <a:cubicBezTo>
                    <a:pt x="601" y="558"/>
                    <a:pt x="601" y="558"/>
                    <a:pt x="601" y="558"/>
                  </a:cubicBezTo>
                  <a:cubicBezTo>
                    <a:pt x="601" y="586"/>
                    <a:pt x="580" y="600"/>
                    <a:pt x="551" y="600"/>
                  </a:cubicBezTo>
                  <a:close/>
                  <a:moveTo>
                    <a:pt x="255" y="113"/>
                  </a:moveTo>
                  <a:lnTo>
                    <a:pt x="255" y="113"/>
                  </a:lnTo>
                  <a:cubicBezTo>
                    <a:pt x="226" y="113"/>
                    <a:pt x="198" y="120"/>
                    <a:pt x="184" y="127"/>
                  </a:cubicBezTo>
                  <a:cubicBezTo>
                    <a:pt x="163" y="141"/>
                    <a:pt x="148" y="155"/>
                    <a:pt x="141" y="169"/>
                  </a:cubicBezTo>
                  <a:cubicBezTo>
                    <a:pt x="141" y="184"/>
                    <a:pt x="134" y="198"/>
                    <a:pt x="134" y="226"/>
                  </a:cubicBezTo>
                  <a:cubicBezTo>
                    <a:pt x="134" y="254"/>
                    <a:pt x="134" y="254"/>
                    <a:pt x="134" y="254"/>
                  </a:cubicBezTo>
                  <a:cubicBezTo>
                    <a:pt x="92" y="254"/>
                    <a:pt x="92" y="254"/>
                    <a:pt x="92" y="254"/>
                  </a:cubicBezTo>
                  <a:cubicBezTo>
                    <a:pt x="92" y="325"/>
                    <a:pt x="92" y="325"/>
                    <a:pt x="92" y="325"/>
                  </a:cubicBezTo>
                  <a:cubicBezTo>
                    <a:pt x="134" y="325"/>
                    <a:pt x="134" y="325"/>
                    <a:pt x="134" y="325"/>
                  </a:cubicBezTo>
                  <a:cubicBezTo>
                    <a:pt x="134" y="558"/>
                    <a:pt x="134" y="558"/>
                    <a:pt x="134" y="558"/>
                  </a:cubicBezTo>
                  <a:cubicBezTo>
                    <a:pt x="233" y="558"/>
                    <a:pt x="233" y="558"/>
                    <a:pt x="233" y="558"/>
                  </a:cubicBezTo>
                  <a:cubicBezTo>
                    <a:pt x="233" y="325"/>
                    <a:pt x="233" y="325"/>
                    <a:pt x="233" y="325"/>
                  </a:cubicBezTo>
                  <a:cubicBezTo>
                    <a:pt x="290" y="325"/>
                    <a:pt x="290" y="325"/>
                    <a:pt x="290" y="325"/>
                  </a:cubicBezTo>
                  <a:cubicBezTo>
                    <a:pt x="311" y="254"/>
                    <a:pt x="311" y="254"/>
                    <a:pt x="311" y="254"/>
                  </a:cubicBezTo>
                  <a:cubicBezTo>
                    <a:pt x="233" y="254"/>
                    <a:pt x="233" y="254"/>
                    <a:pt x="233" y="254"/>
                  </a:cubicBezTo>
                  <a:cubicBezTo>
                    <a:pt x="233" y="226"/>
                    <a:pt x="233" y="226"/>
                    <a:pt x="233" y="226"/>
                  </a:cubicBezTo>
                  <a:cubicBezTo>
                    <a:pt x="233" y="212"/>
                    <a:pt x="233" y="198"/>
                    <a:pt x="240" y="191"/>
                  </a:cubicBezTo>
                  <a:cubicBezTo>
                    <a:pt x="248" y="191"/>
                    <a:pt x="262" y="184"/>
                    <a:pt x="276" y="184"/>
                  </a:cubicBezTo>
                  <a:cubicBezTo>
                    <a:pt x="290" y="184"/>
                    <a:pt x="297" y="191"/>
                    <a:pt x="311" y="198"/>
                  </a:cubicBezTo>
                  <a:cubicBezTo>
                    <a:pt x="332" y="134"/>
                    <a:pt x="332" y="134"/>
                    <a:pt x="332" y="134"/>
                  </a:cubicBezTo>
                  <a:cubicBezTo>
                    <a:pt x="304" y="127"/>
                    <a:pt x="283" y="113"/>
                    <a:pt x="255" y="1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87"/>
            <p:cNvSpPr/>
            <p:nvPr/>
          </p:nvSpPr>
          <p:spPr>
            <a:xfrm>
              <a:off x="9726986" y="6072578"/>
              <a:ext cx="250430" cy="250430"/>
            </a:xfrm>
            <a:custGeom>
              <a:rect b="b" l="l" r="r" t="t"/>
              <a:pathLst>
                <a:path extrusionOk="0" h="62" w="62">
                  <a:moveTo>
                    <a:pt x="62" y="51"/>
                  </a:moveTo>
                  <a:cubicBezTo>
                    <a:pt x="62" y="57"/>
                    <a:pt x="57" y="62"/>
                    <a:pt x="51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6" y="62"/>
                    <a:pt x="0" y="57"/>
                    <a:pt x="0" y="5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6" y="0"/>
                    <a:pt x="12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7" y="0"/>
                    <a:pt x="62" y="6"/>
                    <a:pt x="62" y="12"/>
                  </a:cubicBezTo>
                  <a:lnTo>
                    <a:pt x="62" y="51"/>
                  </a:lnTo>
                  <a:close/>
                  <a:moveTo>
                    <a:pt x="15" y="11"/>
                  </a:moveTo>
                  <a:cubicBezTo>
                    <a:pt x="12" y="11"/>
                    <a:pt x="9" y="13"/>
                    <a:pt x="9" y="16"/>
                  </a:cubicBezTo>
                  <a:cubicBezTo>
                    <a:pt x="9" y="18"/>
                    <a:pt x="11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8" y="20"/>
                    <a:pt x="20" y="18"/>
                    <a:pt x="20" y="16"/>
                  </a:cubicBezTo>
                  <a:cubicBezTo>
                    <a:pt x="20" y="13"/>
                    <a:pt x="18" y="11"/>
                    <a:pt x="15" y="11"/>
                  </a:cubicBezTo>
                  <a:close/>
                  <a:moveTo>
                    <a:pt x="19" y="52"/>
                  </a:moveTo>
                  <a:cubicBezTo>
                    <a:pt x="19" y="24"/>
                    <a:pt x="19" y="24"/>
                    <a:pt x="19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52"/>
                    <a:pt x="10" y="52"/>
                    <a:pt x="10" y="52"/>
                  </a:cubicBezTo>
                  <a:lnTo>
                    <a:pt x="19" y="52"/>
                  </a:lnTo>
                  <a:close/>
                  <a:moveTo>
                    <a:pt x="53" y="52"/>
                  </a:moveTo>
                  <a:cubicBezTo>
                    <a:pt x="53" y="36"/>
                    <a:pt x="53" y="36"/>
                    <a:pt x="53" y="36"/>
                  </a:cubicBezTo>
                  <a:cubicBezTo>
                    <a:pt x="53" y="28"/>
                    <a:pt x="48" y="24"/>
                    <a:pt x="42" y="24"/>
                  </a:cubicBezTo>
                  <a:cubicBezTo>
                    <a:pt x="37" y="24"/>
                    <a:pt x="35" y="26"/>
                    <a:pt x="34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7"/>
                    <a:pt x="2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4" y="36"/>
                    <a:pt x="34" y="35"/>
                    <a:pt x="34" y="34"/>
                  </a:cubicBezTo>
                  <a:cubicBezTo>
                    <a:pt x="35" y="33"/>
                    <a:pt x="36" y="31"/>
                    <a:pt x="39" y="31"/>
                  </a:cubicBezTo>
                  <a:cubicBezTo>
                    <a:pt x="42" y="31"/>
                    <a:pt x="43" y="33"/>
                    <a:pt x="43" y="37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53" y="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87" name="Google Shape;787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02238" y="1678565"/>
            <a:ext cx="340650" cy="340650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87"/>
          <p:cNvSpPr txBox="1"/>
          <p:nvPr>
            <p:ph type="ctrTitle"/>
          </p:nvPr>
        </p:nvSpPr>
        <p:spPr>
          <a:xfrm>
            <a:off x="966854" y="611100"/>
            <a:ext cx="4134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us Jakarta Sans"/>
              <a:buNone/>
              <a:defRPr b="1" sz="3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9" name="Google Shape;789;p87"/>
          <p:cNvSpPr txBox="1"/>
          <p:nvPr>
            <p:ph idx="1" type="subTitle"/>
          </p:nvPr>
        </p:nvSpPr>
        <p:spPr>
          <a:xfrm>
            <a:off x="966850" y="2594150"/>
            <a:ext cx="3813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0" name="Google Shape;790;p87"/>
          <p:cNvSpPr txBox="1"/>
          <p:nvPr>
            <p:ph idx="2" type="ctrTitle"/>
          </p:nvPr>
        </p:nvSpPr>
        <p:spPr>
          <a:xfrm>
            <a:off x="6032750" y="1564575"/>
            <a:ext cx="2439600" cy="34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1" name="Google Shape;791;p87"/>
          <p:cNvSpPr txBox="1"/>
          <p:nvPr>
            <p:ph idx="3" type="subTitle"/>
          </p:nvPr>
        </p:nvSpPr>
        <p:spPr>
          <a:xfrm>
            <a:off x="6032750" y="1807800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92" name="Google Shape;792;p87"/>
          <p:cNvSpPr txBox="1"/>
          <p:nvPr/>
        </p:nvSpPr>
        <p:spPr>
          <a:xfrm>
            <a:off x="6194360" y="2468801"/>
            <a:ext cx="1328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793" name="Google Shape;793;p87"/>
          <p:cNvSpPr txBox="1"/>
          <p:nvPr>
            <p:ph idx="4" type="ctrTitle"/>
          </p:nvPr>
        </p:nvSpPr>
        <p:spPr>
          <a:xfrm>
            <a:off x="6032750" y="2323025"/>
            <a:ext cx="2439600" cy="34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4" name="Google Shape;794;p87"/>
          <p:cNvSpPr txBox="1"/>
          <p:nvPr>
            <p:ph idx="5" type="subTitle"/>
          </p:nvPr>
        </p:nvSpPr>
        <p:spPr>
          <a:xfrm>
            <a:off x="6032750" y="2566250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5" name="Google Shape;795;p87"/>
          <p:cNvSpPr txBox="1"/>
          <p:nvPr>
            <p:ph idx="6" type="ctrTitle"/>
          </p:nvPr>
        </p:nvSpPr>
        <p:spPr>
          <a:xfrm>
            <a:off x="6032750" y="3042213"/>
            <a:ext cx="2439600" cy="34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6" name="Google Shape;796;p87"/>
          <p:cNvSpPr txBox="1"/>
          <p:nvPr>
            <p:ph idx="7" type="subTitle"/>
          </p:nvPr>
        </p:nvSpPr>
        <p:spPr>
          <a:xfrm>
            <a:off x="6032750" y="3285438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2">
  <p:cSld name="CUSTOM_2"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88"/>
          <p:cNvSpPr/>
          <p:nvPr/>
        </p:nvSpPr>
        <p:spPr>
          <a:xfrm>
            <a:off x="0" y="3300"/>
            <a:ext cx="9144000" cy="5136900"/>
          </a:xfrm>
          <a:prstGeom prst="rect">
            <a:avLst/>
          </a:prstGeom>
          <a:solidFill>
            <a:srgbClr val="F46262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88"/>
          <p:cNvSpPr txBox="1"/>
          <p:nvPr>
            <p:ph idx="1" type="subTitle"/>
          </p:nvPr>
        </p:nvSpPr>
        <p:spPr>
          <a:xfrm>
            <a:off x="2593125" y="1770450"/>
            <a:ext cx="3813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0" name="Google Shape;800;p88"/>
          <p:cNvSpPr txBox="1"/>
          <p:nvPr>
            <p:ph type="title"/>
          </p:nvPr>
        </p:nvSpPr>
        <p:spPr>
          <a:xfrm>
            <a:off x="311700" y="1270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us Jakarta Sans"/>
              <a:buNone/>
              <a:defRPr b="1" sz="24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01" name="Google Shape;801;p88"/>
          <p:cNvSpPr/>
          <p:nvPr/>
        </p:nvSpPr>
        <p:spPr>
          <a:xfrm>
            <a:off x="1291249" y="2476328"/>
            <a:ext cx="6561600" cy="1621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2" name="Google Shape;802;p88"/>
          <p:cNvSpPr/>
          <p:nvPr/>
        </p:nvSpPr>
        <p:spPr>
          <a:xfrm>
            <a:off x="5064894" y="3430362"/>
            <a:ext cx="284027" cy="219291"/>
          </a:xfrm>
          <a:custGeom>
            <a:rect b="b" l="l" r="r" t="t"/>
            <a:pathLst>
              <a:path extrusionOk="0" h="136" w="176">
                <a:moveTo>
                  <a:pt x="160" y="0"/>
                </a:moveTo>
                <a:cubicBezTo>
                  <a:pt x="48" y="0"/>
                  <a:pt x="48" y="0"/>
                  <a:pt x="48" y="0"/>
                </a:cubicBezTo>
                <a:cubicBezTo>
                  <a:pt x="39" y="0"/>
                  <a:pt x="32" y="7"/>
                  <a:pt x="32" y="16"/>
                </a:cubicBezTo>
                <a:cubicBezTo>
                  <a:pt x="32" y="20"/>
                  <a:pt x="32" y="20"/>
                  <a:pt x="32" y="20"/>
                </a:cubicBezTo>
                <a:cubicBezTo>
                  <a:pt x="32" y="22"/>
                  <a:pt x="34" y="24"/>
                  <a:pt x="36" y="24"/>
                </a:cubicBezTo>
                <a:cubicBezTo>
                  <a:pt x="38" y="24"/>
                  <a:pt x="40" y="22"/>
                  <a:pt x="40" y="20"/>
                </a:cubicBezTo>
                <a:cubicBezTo>
                  <a:pt x="40" y="16"/>
                  <a:pt x="40" y="16"/>
                  <a:pt x="40" y="16"/>
                </a:cubicBezTo>
                <a:cubicBezTo>
                  <a:pt x="40" y="12"/>
                  <a:pt x="44" y="8"/>
                  <a:pt x="48" y="8"/>
                </a:cubicBezTo>
                <a:cubicBezTo>
                  <a:pt x="160" y="8"/>
                  <a:pt x="160" y="8"/>
                  <a:pt x="160" y="8"/>
                </a:cubicBezTo>
                <a:cubicBezTo>
                  <a:pt x="164" y="8"/>
                  <a:pt x="168" y="12"/>
                  <a:pt x="168" y="16"/>
                </a:cubicBezTo>
                <a:cubicBezTo>
                  <a:pt x="168" y="88"/>
                  <a:pt x="168" y="88"/>
                  <a:pt x="168" y="88"/>
                </a:cubicBezTo>
                <a:cubicBezTo>
                  <a:pt x="168" y="92"/>
                  <a:pt x="164" y="96"/>
                  <a:pt x="160" y="96"/>
                </a:cubicBezTo>
                <a:cubicBezTo>
                  <a:pt x="156" y="96"/>
                  <a:pt x="156" y="96"/>
                  <a:pt x="156" y="96"/>
                </a:cubicBezTo>
                <a:cubicBezTo>
                  <a:pt x="154" y="96"/>
                  <a:pt x="152" y="98"/>
                  <a:pt x="152" y="100"/>
                </a:cubicBezTo>
                <a:cubicBezTo>
                  <a:pt x="152" y="102"/>
                  <a:pt x="154" y="104"/>
                  <a:pt x="156" y="104"/>
                </a:cubicBezTo>
                <a:cubicBezTo>
                  <a:pt x="160" y="104"/>
                  <a:pt x="160" y="104"/>
                  <a:pt x="160" y="104"/>
                </a:cubicBezTo>
                <a:cubicBezTo>
                  <a:pt x="169" y="104"/>
                  <a:pt x="176" y="97"/>
                  <a:pt x="176" y="88"/>
                </a:cubicBezTo>
                <a:cubicBezTo>
                  <a:pt x="176" y="16"/>
                  <a:pt x="176" y="16"/>
                  <a:pt x="176" y="16"/>
                </a:cubicBezTo>
                <a:cubicBezTo>
                  <a:pt x="176" y="7"/>
                  <a:pt x="169" y="0"/>
                  <a:pt x="160" y="0"/>
                </a:cubicBezTo>
                <a:moveTo>
                  <a:pt x="128" y="32"/>
                </a:moveTo>
                <a:cubicBezTo>
                  <a:pt x="16" y="32"/>
                  <a:pt x="16" y="32"/>
                  <a:pt x="16" y="32"/>
                </a:cubicBezTo>
                <a:cubicBezTo>
                  <a:pt x="7" y="32"/>
                  <a:pt x="0" y="39"/>
                  <a:pt x="0" y="48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9"/>
                  <a:pt x="7" y="136"/>
                  <a:pt x="16" y="136"/>
                </a:cubicBezTo>
                <a:cubicBezTo>
                  <a:pt x="128" y="136"/>
                  <a:pt x="128" y="136"/>
                  <a:pt x="128" y="136"/>
                </a:cubicBezTo>
                <a:cubicBezTo>
                  <a:pt x="137" y="136"/>
                  <a:pt x="144" y="129"/>
                  <a:pt x="144" y="120"/>
                </a:cubicBezTo>
                <a:cubicBezTo>
                  <a:pt x="144" y="48"/>
                  <a:pt x="144" y="48"/>
                  <a:pt x="144" y="48"/>
                </a:cubicBezTo>
                <a:cubicBezTo>
                  <a:pt x="144" y="39"/>
                  <a:pt x="137" y="32"/>
                  <a:pt x="128" y="32"/>
                </a:cubicBezTo>
                <a:moveTo>
                  <a:pt x="16" y="40"/>
                </a:moveTo>
                <a:cubicBezTo>
                  <a:pt x="128" y="40"/>
                  <a:pt x="128" y="40"/>
                  <a:pt x="128" y="40"/>
                </a:cubicBezTo>
                <a:cubicBezTo>
                  <a:pt x="130" y="40"/>
                  <a:pt x="132" y="41"/>
                  <a:pt x="133" y="42"/>
                </a:cubicBezTo>
                <a:cubicBezTo>
                  <a:pt x="77" y="98"/>
                  <a:pt x="77" y="98"/>
                  <a:pt x="77" y="98"/>
                </a:cubicBezTo>
                <a:cubicBezTo>
                  <a:pt x="76" y="99"/>
                  <a:pt x="74" y="100"/>
                  <a:pt x="72" y="100"/>
                </a:cubicBezTo>
                <a:cubicBezTo>
                  <a:pt x="70" y="100"/>
                  <a:pt x="68" y="99"/>
                  <a:pt x="67" y="98"/>
                </a:cubicBezTo>
                <a:cubicBezTo>
                  <a:pt x="11" y="42"/>
                  <a:pt x="11" y="42"/>
                  <a:pt x="11" y="42"/>
                </a:cubicBezTo>
                <a:cubicBezTo>
                  <a:pt x="12" y="41"/>
                  <a:pt x="14" y="40"/>
                  <a:pt x="16" y="40"/>
                </a:cubicBezTo>
                <a:moveTo>
                  <a:pt x="8" y="50"/>
                </a:moveTo>
                <a:cubicBezTo>
                  <a:pt x="42" y="84"/>
                  <a:pt x="42" y="84"/>
                  <a:pt x="42" y="84"/>
                </a:cubicBezTo>
                <a:cubicBezTo>
                  <a:pt x="8" y="118"/>
                  <a:pt x="8" y="118"/>
                  <a:pt x="8" y="118"/>
                </a:cubicBezTo>
                <a:lnTo>
                  <a:pt x="8" y="50"/>
                </a:lnTo>
                <a:close/>
                <a:moveTo>
                  <a:pt x="128" y="128"/>
                </a:moveTo>
                <a:cubicBezTo>
                  <a:pt x="16" y="128"/>
                  <a:pt x="16" y="128"/>
                  <a:pt x="16" y="128"/>
                </a:cubicBezTo>
                <a:cubicBezTo>
                  <a:pt x="14" y="128"/>
                  <a:pt x="12" y="127"/>
                  <a:pt x="11" y="126"/>
                </a:cubicBezTo>
                <a:cubicBezTo>
                  <a:pt x="47" y="90"/>
                  <a:pt x="47" y="90"/>
                  <a:pt x="47" y="90"/>
                </a:cubicBezTo>
                <a:cubicBezTo>
                  <a:pt x="61" y="103"/>
                  <a:pt x="61" y="103"/>
                  <a:pt x="61" y="103"/>
                </a:cubicBezTo>
                <a:cubicBezTo>
                  <a:pt x="64" y="106"/>
                  <a:pt x="68" y="108"/>
                  <a:pt x="72" y="108"/>
                </a:cubicBezTo>
                <a:cubicBezTo>
                  <a:pt x="76" y="108"/>
                  <a:pt x="80" y="106"/>
                  <a:pt x="83" y="103"/>
                </a:cubicBezTo>
                <a:cubicBezTo>
                  <a:pt x="97" y="90"/>
                  <a:pt x="97" y="90"/>
                  <a:pt x="97" y="90"/>
                </a:cubicBezTo>
                <a:cubicBezTo>
                  <a:pt x="133" y="126"/>
                  <a:pt x="133" y="126"/>
                  <a:pt x="133" y="126"/>
                </a:cubicBezTo>
                <a:cubicBezTo>
                  <a:pt x="132" y="127"/>
                  <a:pt x="130" y="128"/>
                  <a:pt x="128" y="128"/>
                </a:cubicBezTo>
                <a:moveTo>
                  <a:pt x="136" y="118"/>
                </a:moveTo>
                <a:cubicBezTo>
                  <a:pt x="102" y="84"/>
                  <a:pt x="102" y="84"/>
                  <a:pt x="102" y="84"/>
                </a:cubicBezTo>
                <a:cubicBezTo>
                  <a:pt x="136" y="50"/>
                  <a:pt x="136" y="50"/>
                  <a:pt x="136" y="50"/>
                </a:cubicBezTo>
                <a:lnTo>
                  <a:pt x="136" y="118"/>
                </a:lnTo>
                <a:close/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88"/>
          <p:cNvSpPr/>
          <p:nvPr/>
        </p:nvSpPr>
        <p:spPr>
          <a:xfrm>
            <a:off x="5070463" y="2863313"/>
            <a:ext cx="272890" cy="271540"/>
          </a:xfrm>
          <a:custGeom>
            <a:rect b="b" l="l" r="r" t="t"/>
            <a:pathLst>
              <a:path extrusionOk="0" h="176" w="176">
                <a:moveTo>
                  <a:pt x="96" y="8"/>
                </a:moveTo>
                <a:cubicBezTo>
                  <a:pt x="136" y="8"/>
                  <a:pt x="168" y="40"/>
                  <a:pt x="168" y="80"/>
                </a:cubicBezTo>
                <a:cubicBezTo>
                  <a:pt x="168" y="82"/>
                  <a:pt x="170" y="84"/>
                  <a:pt x="172" y="84"/>
                </a:cubicBezTo>
                <a:cubicBezTo>
                  <a:pt x="174" y="84"/>
                  <a:pt x="176" y="82"/>
                  <a:pt x="176" y="80"/>
                </a:cubicBezTo>
                <a:cubicBezTo>
                  <a:pt x="176" y="36"/>
                  <a:pt x="140" y="0"/>
                  <a:pt x="96" y="0"/>
                </a:cubicBezTo>
                <a:cubicBezTo>
                  <a:pt x="94" y="0"/>
                  <a:pt x="92" y="2"/>
                  <a:pt x="92" y="4"/>
                </a:cubicBezTo>
                <a:cubicBezTo>
                  <a:pt x="92" y="6"/>
                  <a:pt x="94" y="8"/>
                  <a:pt x="96" y="8"/>
                </a:cubicBezTo>
                <a:moveTo>
                  <a:pt x="96" y="48"/>
                </a:moveTo>
                <a:cubicBezTo>
                  <a:pt x="114" y="48"/>
                  <a:pt x="128" y="62"/>
                  <a:pt x="128" y="80"/>
                </a:cubicBezTo>
                <a:cubicBezTo>
                  <a:pt x="128" y="82"/>
                  <a:pt x="130" y="84"/>
                  <a:pt x="132" y="84"/>
                </a:cubicBezTo>
                <a:cubicBezTo>
                  <a:pt x="134" y="84"/>
                  <a:pt x="136" y="82"/>
                  <a:pt x="136" y="80"/>
                </a:cubicBezTo>
                <a:cubicBezTo>
                  <a:pt x="136" y="58"/>
                  <a:pt x="118" y="40"/>
                  <a:pt x="96" y="40"/>
                </a:cubicBezTo>
                <a:cubicBezTo>
                  <a:pt x="94" y="40"/>
                  <a:pt x="92" y="42"/>
                  <a:pt x="92" y="44"/>
                </a:cubicBezTo>
                <a:cubicBezTo>
                  <a:pt x="92" y="46"/>
                  <a:pt x="94" y="48"/>
                  <a:pt x="96" y="48"/>
                </a:cubicBezTo>
                <a:moveTo>
                  <a:pt x="96" y="88"/>
                </a:moveTo>
                <a:cubicBezTo>
                  <a:pt x="100" y="88"/>
                  <a:pt x="104" y="84"/>
                  <a:pt x="104" y="80"/>
                </a:cubicBezTo>
                <a:cubicBezTo>
                  <a:pt x="104" y="76"/>
                  <a:pt x="100" y="72"/>
                  <a:pt x="96" y="72"/>
                </a:cubicBezTo>
                <a:cubicBezTo>
                  <a:pt x="92" y="72"/>
                  <a:pt x="88" y="76"/>
                  <a:pt x="88" y="80"/>
                </a:cubicBezTo>
                <a:cubicBezTo>
                  <a:pt x="88" y="84"/>
                  <a:pt x="92" y="88"/>
                  <a:pt x="96" y="88"/>
                </a:cubicBezTo>
                <a:moveTo>
                  <a:pt x="176" y="140"/>
                </a:moveTo>
                <a:cubicBezTo>
                  <a:pt x="176" y="137"/>
                  <a:pt x="175" y="134"/>
                  <a:pt x="172" y="131"/>
                </a:cubicBezTo>
                <a:cubicBezTo>
                  <a:pt x="172" y="131"/>
                  <a:pt x="171" y="130"/>
                  <a:pt x="170" y="130"/>
                </a:cubicBezTo>
                <a:cubicBezTo>
                  <a:pt x="136" y="103"/>
                  <a:pt x="136" y="103"/>
                  <a:pt x="136" y="103"/>
                </a:cubicBezTo>
                <a:cubicBezTo>
                  <a:pt x="134" y="101"/>
                  <a:pt x="131" y="100"/>
                  <a:pt x="128" y="100"/>
                </a:cubicBezTo>
                <a:cubicBezTo>
                  <a:pt x="125" y="100"/>
                  <a:pt x="123" y="101"/>
                  <a:pt x="121" y="102"/>
                </a:cubicBezTo>
                <a:cubicBezTo>
                  <a:pt x="111" y="112"/>
                  <a:pt x="111" y="112"/>
                  <a:pt x="111" y="112"/>
                </a:cubicBezTo>
                <a:cubicBezTo>
                  <a:pt x="111" y="112"/>
                  <a:pt x="111" y="112"/>
                  <a:pt x="111" y="112"/>
                </a:cubicBezTo>
                <a:cubicBezTo>
                  <a:pt x="110" y="114"/>
                  <a:pt x="108" y="115"/>
                  <a:pt x="105" y="115"/>
                </a:cubicBezTo>
                <a:cubicBezTo>
                  <a:pt x="103" y="115"/>
                  <a:pt x="100" y="113"/>
                  <a:pt x="99" y="111"/>
                </a:cubicBezTo>
                <a:cubicBezTo>
                  <a:pt x="99" y="111"/>
                  <a:pt x="99" y="111"/>
                  <a:pt x="99" y="111"/>
                </a:cubicBezTo>
                <a:cubicBezTo>
                  <a:pt x="86" y="102"/>
                  <a:pt x="74" y="91"/>
                  <a:pt x="64" y="77"/>
                </a:cubicBezTo>
                <a:cubicBezTo>
                  <a:pt x="65" y="77"/>
                  <a:pt x="65" y="77"/>
                  <a:pt x="65" y="77"/>
                </a:cubicBezTo>
                <a:cubicBezTo>
                  <a:pt x="63" y="76"/>
                  <a:pt x="61" y="73"/>
                  <a:pt x="61" y="71"/>
                </a:cubicBezTo>
                <a:cubicBezTo>
                  <a:pt x="61" y="68"/>
                  <a:pt x="62" y="66"/>
                  <a:pt x="64" y="65"/>
                </a:cubicBezTo>
                <a:cubicBezTo>
                  <a:pt x="64" y="65"/>
                  <a:pt x="64" y="65"/>
                  <a:pt x="64" y="65"/>
                </a:cubicBezTo>
                <a:cubicBezTo>
                  <a:pt x="73" y="55"/>
                  <a:pt x="73" y="55"/>
                  <a:pt x="73" y="55"/>
                </a:cubicBezTo>
                <a:cubicBezTo>
                  <a:pt x="75" y="53"/>
                  <a:pt x="76" y="51"/>
                  <a:pt x="76" y="48"/>
                </a:cubicBezTo>
                <a:cubicBezTo>
                  <a:pt x="76" y="45"/>
                  <a:pt x="75" y="42"/>
                  <a:pt x="72" y="40"/>
                </a:cubicBezTo>
                <a:cubicBezTo>
                  <a:pt x="46" y="6"/>
                  <a:pt x="46" y="6"/>
                  <a:pt x="46" y="6"/>
                </a:cubicBezTo>
                <a:cubicBezTo>
                  <a:pt x="46" y="5"/>
                  <a:pt x="45" y="4"/>
                  <a:pt x="44" y="4"/>
                </a:cubicBezTo>
                <a:cubicBezTo>
                  <a:pt x="42" y="1"/>
                  <a:pt x="39" y="0"/>
                  <a:pt x="36" y="0"/>
                </a:cubicBezTo>
                <a:cubicBezTo>
                  <a:pt x="20" y="0"/>
                  <a:pt x="0" y="19"/>
                  <a:pt x="0" y="42"/>
                </a:cubicBezTo>
                <a:cubicBezTo>
                  <a:pt x="0" y="48"/>
                  <a:pt x="1" y="54"/>
                  <a:pt x="4" y="60"/>
                </a:cubicBezTo>
                <a:cubicBezTo>
                  <a:pt x="4" y="60"/>
                  <a:pt x="4" y="60"/>
                  <a:pt x="4" y="60"/>
                </a:cubicBezTo>
                <a:cubicBezTo>
                  <a:pt x="28" y="108"/>
                  <a:pt x="68" y="148"/>
                  <a:pt x="116" y="172"/>
                </a:cubicBezTo>
                <a:cubicBezTo>
                  <a:pt x="116" y="172"/>
                  <a:pt x="116" y="172"/>
                  <a:pt x="116" y="172"/>
                </a:cubicBezTo>
                <a:cubicBezTo>
                  <a:pt x="121" y="175"/>
                  <a:pt x="128" y="176"/>
                  <a:pt x="134" y="176"/>
                </a:cubicBezTo>
                <a:cubicBezTo>
                  <a:pt x="157" y="176"/>
                  <a:pt x="176" y="156"/>
                  <a:pt x="176" y="140"/>
                </a:cubicBezTo>
                <a:cubicBezTo>
                  <a:pt x="176" y="140"/>
                  <a:pt x="176" y="140"/>
                  <a:pt x="176" y="140"/>
                </a:cubicBezTo>
                <a:close/>
                <a:moveTo>
                  <a:pt x="134" y="168"/>
                </a:moveTo>
                <a:cubicBezTo>
                  <a:pt x="129" y="168"/>
                  <a:pt x="124" y="167"/>
                  <a:pt x="119" y="165"/>
                </a:cubicBezTo>
                <a:cubicBezTo>
                  <a:pt x="119" y="165"/>
                  <a:pt x="119" y="164"/>
                  <a:pt x="118" y="164"/>
                </a:cubicBezTo>
                <a:cubicBezTo>
                  <a:pt x="73" y="141"/>
                  <a:pt x="35" y="103"/>
                  <a:pt x="12" y="58"/>
                </a:cubicBezTo>
                <a:cubicBezTo>
                  <a:pt x="12" y="57"/>
                  <a:pt x="11" y="57"/>
                  <a:pt x="11" y="57"/>
                </a:cubicBezTo>
                <a:cubicBezTo>
                  <a:pt x="9" y="52"/>
                  <a:pt x="8" y="47"/>
                  <a:pt x="8" y="42"/>
                </a:cubicBezTo>
                <a:cubicBezTo>
                  <a:pt x="8" y="23"/>
                  <a:pt x="25" y="8"/>
                  <a:pt x="36" y="8"/>
                </a:cubicBezTo>
                <a:cubicBezTo>
                  <a:pt x="37" y="8"/>
                  <a:pt x="38" y="9"/>
                  <a:pt x="39" y="9"/>
                </a:cubicBezTo>
                <a:cubicBezTo>
                  <a:pt x="39" y="9"/>
                  <a:pt x="39" y="9"/>
                  <a:pt x="39" y="10"/>
                </a:cubicBezTo>
                <a:cubicBezTo>
                  <a:pt x="39" y="10"/>
                  <a:pt x="40" y="10"/>
                  <a:pt x="40" y="11"/>
                </a:cubicBezTo>
                <a:cubicBezTo>
                  <a:pt x="66" y="44"/>
                  <a:pt x="66" y="44"/>
                  <a:pt x="66" y="44"/>
                </a:cubicBezTo>
                <a:cubicBezTo>
                  <a:pt x="66" y="45"/>
                  <a:pt x="67" y="45"/>
                  <a:pt x="67" y="45"/>
                </a:cubicBezTo>
                <a:cubicBezTo>
                  <a:pt x="67" y="46"/>
                  <a:pt x="68" y="47"/>
                  <a:pt x="68" y="48"/>
                </a:cubicBezTo>
                <a:cubicBezTo>
                  <a:pt x="68" y="49"/>
                  <a:pt x="68" y="49"/>
                  <a:pt x="67" y="50"/>
                </a:cubicBezTo>
                <a:cubicBezTo>
                  <a:pt x="58" y="59"/>
                  <a:pt x="58" y="59"/>
                  <a:pt x="58" y="59"/>
                </a:cubicBezTo>
                <a:cubicBezTo>
                  <a:pt x="58" y="59"/>
                  <a:pt x="58" y="59"/>
                  <a:pt x="58" y="59"/>
                </a:cubicBezTo>
                <a:cubicBezTo>
                  <a:pt x="55" y="62"/>
                  <a:pt x="53" y="66"/>
                  <a:pt x="53" y="71"/>
                </a:cubicBezTo>
                <a:cubicBezTo>
                  <a:pt x="53" y="75"/>
                  <a:pt x="55" y="79"/>
                  <a:pt x="58" y="82"/>
                </a:cubicBezTo>
                <a:cubicBezTo>
                  <a:pt x="58" y="82"/>
                  <a:pt x="58" y="82"/>
                  <a:pt x="58" y="82"/>
                </a:cubicBezTo>
                <a:cubicBezTo>
                  <a:pt x="68" y="96"/>
                  <a:pt x="80" y="108"/>
                  <a:pt x="94" y="118"/>
                </a:cubicBezTo>
                <a:cubicBezTo>
                  <a:pt x="94" y="118"/>
                  <a:pt x="94" y="118"/>
                  <a:pt x="94" y="118"/>
                </a:cubicBezTo>
                <a:cubicBezTo>
                  <a:pt x="97" y="121"/>
                  <a:pt x="101" y="123"/>
                  <a:pt x="105" y="123"/>
                </a:cubicBezTo>
                <a:cubicBezTo>
                  <a:pt x="109" y="123"/>
                  <a:pt x="113" y="121"/>
                  <a:pt x="116" y="118"/>
                </a:cubicBezTo>
                <a:cubicBezTo>
                  <a:pt x="117" y="118"/>
                  <a:pt x="117" y="118"/>
                  <a:pt x="117" y="118"/>
                </a:cubicBezTo>
                <a:cubicBezTo>
                  <a:pt x="126" y="109"/>
                  <a:pt x="126" y="109"/>
                  <a:pt x="126" y="109"/>
                </a:cubicBezTo>
                <a:cubicBezTo>
                  <a:pt x="127" y="108"/>
                  <a:pt x="127" y="108"/>
                  <a:pt x="128" y="108"/>
                </a:cubicBezTo>
                <a:cubicBezTo>
                  <a:pt x="129" y="108"/>
                  <a:pt x="130" y="109"/>
                  <a:pt x="131" y="109"/>
                </a:cubicBezTo>
                <a:cubicBezTo>
                  <a:pt x="131" y="109"/>
                  <a:pt x="131" y="110"/>
                  <a:pt x="131" y="110"/>
                </a:cubicBezTo>
                <a:cubicBezTo>
                  <a:pt x="165" y="136"/>
                  <a:pt x="165" y="136"/>
                  <a:pt x="165" y="136"/>
                </a:cubicBezTo>
                <a:cubicBezTo>
                  <a:pt x="166" y="136"/>
                  <a:pt x="166" y="136"/>
                  <a:pt x="166" y="137"/>
                </a:cubicBezTo>
                <a:cubicBezTo>
                  <a:pt x="166" y="137"/>
                  <a:pt x="167" y="137"/>
                  <a:pt x="167" y="137"/>
                </a:cubicBezTo>
                <a:cubicBezTo>
                  <a:pt x="167" y="138"/>
                  <a:pt x="168" y="138"/>
                  <a:pt x="168" y="140"/>
                </a:cubicBezTo>
                <a:cubicBezTo>
                  <a:pt x="168" y="140"/>
                  <a:pt x="168" y="140"/>
                  <a:pt x="168" y="141"/>
                </a:cubicBezTo>
                <a:cubicBezTo>
                  <a:pt x="167" y="152"/>
                  <a:pt x="153" y="168"/>
                  <a:pt x="134" y="168"/>
                </a:cubicBezTo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88"/>
          <p:cNvSpPr txBox="1"/>
          <p:nvPr>
            <p:ph idx="2" type="ctrTitle"/>
          </p:nvPr>
        </p:nvSpPr>
        <p:spPr>
          <a:xfrm>
            <a:off x="2278425" y="3056225"/>
            <a:ext cx="2360700" cy="2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lus Jakarta Sans Medium"/>
              <a:buNone/>
              <a:defRPr sz="11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cxnSp>
        <p:nvCxnSpPr>
          <p:cNvPr id="805" name="Google Shape;805;p88"/>
          <p:cNvCxnSpPr/>
          <p:nvPr/>
        </p:nvCxnSpPr>
        <p:spPr>
          <a:xfrm>
            <a:off x="4702109" y="2775332"/>
            <a:ext cx="0" cy="10230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806" name="Google Shape;806;p8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5000" y="3099175"/>
            <a:ext cx="284026" cy="284026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88"/>
          <p:cNvSpPr txBox="1"/>
          <p:nvPr>
            <p:ph idx="3" type="subTitle"/>
          </p:nvPr>
        </p:nvSpPr>
        <p:spPr>
          <a:xfrm>
            <a:off x="2278425" y="3187650"/>
            <a:ext cx="2439900" cy="2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08" name="Google Shape;808;p88"/>
          <p:cNvSpPr txBox="1"/>
          <p:nvPr>
            <p:ph idx="4" type="ctrTitle"/>
          </p:nvPr>
        </p:nvSpPr>
        <p:spPr>
          <a:xfrm>
            <a:off x="5427525" y="274172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9" name="Google Shape;809;p88"/>
          <p:cNvSpPr txBox="1"/>
          <p:nvPr>
            <p:ph idx="5" type="subTitle"/>
          </p:nvPr>
        </p:nvSpPr>
        <p:spPr>
          <a:xfrm>
            <a:off x="5427525" y="2984950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0" name="Google Shape;810;p88"/>
          <p:cNvSpPr txBox="1"/>
          <p:nvPr>
            <p:ph idx="6" type="ctrTitle"/>
          </p:nvPr>
        </p:nvSpPr>
        <p:spPr>
          <a:xfrm>
            <a:off x="5427525" y="32826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11" name="Google Shape;811;p88"/>
          <p:cNvSpPr txBox="1"/>
          <p:nvPr>
            <p:ph idx="7" type="subTitle"/>
          </p:nvPr>
        </p:nvSpPr>
        <p:spPr>
          <a:xfrm>
            <a:off x="5427525" y="3525863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">
  <p:cSld name="TITLE_1_1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14" name="Google Shape;814;p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7299" y="130700"/>
            <a:ext cx="1250276" cy="1250324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89"/>
          <p:cNvSpPr txBox="1"/>
          <p:nvPr>
            <p:ph type="ctrTitle"/>
          </p:nvPr>
        </p:nvSpPr>
        <p:spPr>
          <a:xfrm>
            <a:off x="287303" y="1302125"/>
            <a:ext cx="5815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Plus Jakarta Sans ExtraBold"/>
              <a:buNone/>
              <a:defRPr sz="48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16" name="Google Shape;816;p89"/>
          <p:cNvSpPr txBox="1"/>
          <p:nvPr>
            <p:ph idx="1" type="subTitle"/>
          </p:nvPr>
        </p:nvSpPr>
        <p:spPr>
          <a:xfrm>
            <a:off x="287300" y="3354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None/>
              <a:defRPr b="1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">
  <p:cSld name="TITLE_1_1_1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9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Plus Jakarta Sans"/>
              <a:buNone/>
              <a:defRPr b="1" sz="4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19" name="Google Shape;819;p9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sz="2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20" name="Google Shape;820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Content slide">
  <p:cSld name="TITLE_1_1_1_4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91"/>
          <p:cNvSpPr/>
          <p:nvPr/>
        </p:nvSpPr>
        <p:spPr>
          <a:xfrm>
            <a:off x="0" y="0"/>
            <a:ext cx="4572000" cy="5153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91"/>
          <p:cNvSpPr txBox="1"/>
          <p:nvPr>
            <p:ph type="ctrTitle"/>
          </p:nvPr>
        </p:nvSpPr>
        <p:spPr>
          <a:xfrm>
            <a:off x="311705" y="744575"/>
            <a:ext cx="3528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us Jakarta Sans"/>
              <a:buNone/>
              <a:defRPr b="1" sz="3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24" name="Google Shape;824;p91"/>
          <p:cNvSpPr txBox="1"/>
          <p:nvPr>
            <p:ph idx="1" type="subTitle"/>
          </p:nvPr>
        </p:nvSpPr>
        <p:spPr>
          <a:xfrm>
            <a:off x="4885625" y="744575"/>
            <a:ext cx="3883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"/>
              <a:buNone/>
              <a:defRPr sz="9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825" name="Google Shape;825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6" name="Google Shape;826;p91"/>
          <p:cNvPicPr preferRelativeResize="0"/>
          <p:nvPr/>
        </p:nvPicPr>
        <p:blipFill rotWithShape="1">
          <a:blip r:embed="rId2">
            <a:alphaModFix/>
          </a:blip>
          <a:srcRect b="26852" l="0" r="0" t="26852"/>
          <a:stretch/>
        </p:blipFill>
        <p:spPr>
          <a:xfrm>
            <a:off x="199650" y="4749547"/>
            <a:ext cx="477249" cy="22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content 2">
  <p:cSld name="TITLE_1_1_1_3"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29" name="Google Shape;829;p92"/>
          <p:cNvGrpSpPr/>
          <p:nvPr/>
        </p:nvGrpSpPr>
        <p:grpSpPr>
          <a:xfrm>
            <a:off x="1559321" y="1912517"/>
            <a:ext cx="371700" cy="371700"/>
            <a:chOff x="7182577" y="2114022"/>
            <a:chExt cx="495600" cy="495600"/>
          </a:xfrm>
        </p:grpSpPr>
        <p:sp>
          <p:nvSpPr>
            <p:cNvPr id="830" name="Google Shape;830;p92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F46262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31" name="Google Shape;831;p92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2" name="Google Shape;832;p92"/>
          <p:cNvGrpSpPr/>
          <p:nvPr/>
        </p:nvGrpSpPr>
        <p:grpSpPr>
          <a:xfrm>
            <a:off x="4780823" y="1937843"/>
            <a:ext cx="371700" cy="371700"/>
            <a:chOff x="7182577" y="2114022"/>
            <a:chExt cx="495600" cy="495600"/>
          </a:xfrm>
        </p:grpSpPr>
        <p:sp>
          <p:nvSpPr>
            <p:cNvPr id="833" name="Google Shape;833;p92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F46262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34" name="Google Shape;834;p92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5" name="Google Shape;835;p92"/>
          <p:cNvGrpSpPr/>
          <p:nvPr/>
        </p:nvGrpSpPr>
        <p:grpSpPr>
          <a:xfrm>
            <a:off x="1559321" y="2720321"/>
            <a:ext cx="371700" cy="371700"/>
            <a:chOff x="7182577" y="2114022"/>
            <a:chExt cx="495600" cy="495600"/>
          </a:xfrm>
        </p:grpSpPr>
        <p:sp>
          <p:nvSpPr>
            <p:cNvPr id="836" name="Google Shape;836;p92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F46262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37" name="Google Shape;837;p92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8" name="Google Shape;838;p92"/>
          <p:cNvGrpSpPr/>
          <p:nvPr/>
        </p:nvGrpSpPr>
        <p:grpSpPr>
          <a:xfrm>
            <a:off x="4780823" y="2723967"/>
            <a:ext cx="371700" cy="371700"/>
            <a:chOff x="7182577" y="2114022"/>
            <a:chExt cx="495600" cy="495600"/>
          </a:xfrm>
        </p:grpSpPr>
        <p:sp>
          <p:nvSpPr>
            <p:cNvPr id="839" name="Google Shape;839;p92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F46262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40" name="Google Shape;840;p92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1" name="Google Shape;841;p92"/>
          <p:cNvGrpSpPr/>
          <p:nvPr/>
        </p:nvGrpSpPr>
        <p:grpSpPr>
          <a:xfrm>
            <a:off x="1559321" y="3537868"/>
            <a:ext cx="371700" cy="371700"/>
            <a:chOff x="7182577" y="2114022"/>
            <a:chExt cx="495600" cy="495600"/>
          </a:xfrm>
        </p:grpSpPr>
        <p:sp>
          <p:nvSpPr>
            <p:cNvPr id="842" name="Google Shape;842;p92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F46262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43" name="Google Shape;843;p92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4" name="Google Shape;844;p92"/>
          <p:cNvGrpSpPr/>
          <p:nvPr/>
        </p:nvGrpSpPr>
        <p:grpSpPr>
          <a:xfrm>
            <a:off x="4780823" y="3541515"/>
            <a:ext cx="371700" cy="371700"/>
            <a:chOff x="7182577" y="2114022"/>
            <a:chExt cx="495600" cy="495600"/>
          </a:xfrm>
        </p:grpSpPr>
        <p:sp>
          <p:nvSpPr>
            <p:cNvPr id="845" name="Google Shape;845;p92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F46262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46" name="Google Shape;846;p92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06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7" name="Google Shape;847;p92"/>
          <p:cNvSpPr txBox="1"/>
          <p:nvPr>
            <p:ph type="ctrTitle"/>
          </p:nvPr>
        </p:nvSpPr>
        <p:spPr>
          <a:xfrm>
            <a:off x="1476475" y="1121150"/>
            <a:ext cx="5051400" cy="5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48" name="Google Shape;848;p92"/>
          <p:cNvSpPr txBox="1"/>
          <p:nvPr>
            <p:ph idx="2" type="ctrTitle"/>
          </p:nvPr>
        </p:nvSpPr>
        <p:spPr>
          <a:xfrm>
            <a:off x="1963675" y="17948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49" name="Google Shape;849;p92"/>
          <p:cNvSpPr txBox="1"/>
          <p:nvPr>
            <p:ph idx="1" type="subTitle"/>
          </p:nvPr>
        </p:nvSpPr>
        <p:spPr>
          <a:xfrm>
            <a:off x="1963675" y="2038038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0" name="Google Shape;850;p92"/>
          <p:cNvSpPr txBox="1"/>
          <p:nvPr>
            <p:ph idx="3" type="ctrTitle"/>
          </p:nvPr>
        </p:nvSpPr>
        <p:spPr>
          <a:xfrm>
            <a:off x="1963675" y="264880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51" name="Google Shape;851;p92"/>
          <p:cNvSpPr txBox="1"/>
          <p:nvPr>
            <p:ph idx="4" type="subTitle"/>
          </p:nvPr>
        </p:nvSpPr>
        <p:spPr>
          <a:xfrm>
            <a:off x="1963675" y="2892025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2" name="Google Shape;852;p92"/>
          <p:cNvSpPr txBox="1"/>
          <p:nvPr>
            <p:ph idx="5" type="ctrTitle"/>
          </p:nvPr>
        </p:nvSpPr>
        <p:spPr>
          <a:xfrm>
            <a:off x="1963675" y="34663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53" name="Google Shape;853;p92"/>
          <p:cNvSpPr txBox="1"/>
          <p:nvPr>
            <p:ph idx="6" type="subTitle"/>
          </p:nvPr>
        </p:nvSpPr>
        <p:spPr>
          <a:xfrm>
            <a:off x="1963675" y="3709575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4" name="Google Shape;854;p92"/>
          <p:cNvSpPr txBox="1"/>
          <p:nvPr>
            <p:ph idx="7" type="ctrTitle"/>
          </p:nvPr>
        </p:nvSpPr>
        <p:spPr>
          <a:xfrm>
            <a:off x="5194350" y="18410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55" name="Google Shape;855;p92"/>
          <p:cNvSpPr txBox="1"/>
          <p:nvPr>
            <p:ph idx="8" type="subTitle"/>
          </p:nvPr>
        </p:nvSpPr>
        <p:spPr>
          <a:xfrm>
            <a:off x="5194350" y="2084238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6" name="Google Shape;856;p92"/>
          <p:cNvSpPr txBox="1"/>
          <p:nvPr>
            <p:ph idx="9" type="ctrTitle"/>
          </p:nvPr>
        </p:nvSpPr>
        <p:spPr>
          <a:xfrm>
            <a:off x="5194350" y="264880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57" name="Google Shape;857;p92"/>
          <p:cNvSpPr txBox="1"/>
          <p:nvPr>
            <p:ph idx="13" type="subTitle"/>
          </p:nvPr>
        </p:nvSpPr>
        <p:spPr>
          <a:xfrm>
            <a:off x="5194350" y="2892025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8" name="Google Shape;858;p92"/>
          <p:cNvSpPr txBox="1"/>
          <p:nvPr>
            <p:ph idx="14" type="ctrTitle"/>
          </p:nvPr>
        </p:nvSpPr>
        <p:spPr>
          <a:xfrm>
            <a:off x="5194350" y="345656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59" name="Google Shape;859;p92"/>
          <p:cNvSpPr txBox="1"/>
          <p:nvPr>
            <p:ph idx="15" type="subTitle"/>
          </p:nvPr>
        </p:nvSpPr>
        <p:spPr>
          <a:xfrm>
            <a:off x="5194350" y="3699788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1_1_1_3_1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2" name="Google Shape;862;p93"/>
          <p:cNvSpPr txBox="1"/>
          <p:nvPr>
            <p:ph type="ctrTitle"/>
          </p:nvPr>
        </p:nvSpPr>
        <p:spPr>
          <a:xfrm>
            <a:off x="1162850" y="1395900"/>
            <a:ext cx="2510100" cy="125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63" name="Google Shape;863;p93"/>
          <p:cNvSpPr txBox="1"/>
          <p:nvPr>
            <p:ph idx="2" type="ctrTitle"/>
          </p:nvPr>
        </p:nvSpPr>
        <p:spPr>
          <a:xfrm>
            <a:off x="5194350" y="189772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64" name="Google Shape;864;p93"/>
          <p:cNvSpPr txBox="1"/>
          <p:nvPr>
            <p:ph idx="1" type="subTitle"/>
          </p:nvPr>
        </p:nvSpPr>
        <p:spPr>
          <a:xfrm>
            <a:off x="5194350" y="2140950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5" name="Google Shape;865;p93"/>
          <p:cNvSpPr txBox="1"/>
          <p:nvPr>
            <p:ph idx="3" type="ctrTitle"/>
          </p:nvPr>
        </p:nvSpPr>
        <p:spPr>
          <a:xfrm>
            <a:off x="5194350" y="26771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66" name="Google Shape;866;p93"/>
          <p:cNvSpPr txBox="1"/>
          <p:nvPr>
            <p:ph idx="4" type="subTitle"/>
          </p:nvPr>
        </p:nvSpPr>
        <p:spPr>
          <a:xfrm>
            <a:off x="5194350" y="2920375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7" name="Google Shape;867;p93"/>
          <p:cNvSpPr txBox="1"/>
          <p:nvPr>
            <p:ph idx="5" type="ctrTitle"/>
          </p:nvPr>
        </p:nvSpPr>
        <p:spPr>
          <a:xfrm>
            <a:off x="5194350" y="35049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68" name="Google Shape;868;p93"/>
          <p:cNvSpPr txBox="1"/>
          <p:nvPr>
            <p:ph idx="6" type="subTitle"/>
          </p:nvPr>
        </p:nvSpPr>
        <p:spPr>
          <a:xfrm>
            <a:off x="5194350" y="3748175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9" name="Google Shape;869;p93"/>
          <p:cNvSpPr/>
          <p:nvPr/>
        </p:nvSpPr>
        <p:spPr>
          <a:xfrm>
            <a:off x="-6675" y="-6675"/>
            <a:ext cx="225000" cy="5150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93"/>
          <p:cNvSpPr/>
          <p:nvPr/>
        </p:nvSpPr>
        <p:spPr>
          <a:xfrm>
            <a:off x="4976525" y="1487700"/>
            <a:ext cx="16500" cy="36558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1" name="Google Shape;871;p93"/>
          <p:cNvGrpSpPr/>
          <p:nvPr/>
        </p:nvGrpSpPr>
        <p:grpSpPr>
          <a:xfrm>
            <a:off x="4798921" y="1161454"/>
            <a:ext cx="371700" cy="371700"/>
            <a:chOff x="7182577" y="2114022"/>
            <a:chExt cx="495600" cy="495600"/>
          </a:xfrm>
        </p:grpSpPr>
        <p:sp>
          <p:nvSpPr>
            <p:cNvPr id="872" name="Google Shape;872;p93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30496D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73" name="Google Shape;873;p93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30496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4" name="Google Shape;874;p93"/>
          <p:cNvGrpSpPr/>
          <p:nvPr/>
        </p:nvGrpSpPr>
        <p:grpSpPr>
          <a:xfrm>
            <a:off x="4798921" y="1969258"/>
            <a:ext cx="371700" cy="371700"/>
            <a:chOff x="7182577" y="2114022"/>
            <a:chExt cx="495600" cy="495600"/>
          </a:xfrm>
        </p:grpSpPr>
        <p:sp>
          <p:nvSpPr>
            <p:cNvPr id="875" name="Google Shape;875;p93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30496D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76" name="Google Shape;876;p93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30496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7" name="Google Shape;877;p93"/>
          <p:cNvGrpSpPr/>
          <p:nvPr/>
        </p:nvGrpSpPr>
        <p:grpSpPr>
          <a:xfrm>
            <a:off x="4798921" y="2786806"/>
            <a:ext cx="371700" cy="371700"/>
            <a:chOff x="7182577" y="2114022"/>
            <a:chExt cx="495600" cy="495600"/>
          </a:xfrm>
        </p:grpSpPr>
        <p:sp>
          <p:nvSpPr>
            <p:cNvPr id="878" name="Google Shape;878;p93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30496D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79" name="Google Shape;879;p93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30496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0" name="Google Shape;880;p93"/>
          <p:cNvGrpSpPr/>
          <p:nvPr/>
        </p:nvGrpSpPr>
        <p:grpSpPr>
          <a:xfrm>
            <a:off x="4798921" y="3604356"/>
            <a:ext cx="371700" cy="371700"/>
            <a:chOff x="7182577" y="2114022"/>
            <a:chExt cx="495600" cy="495600"/>
          </a:xfrm>
        </p:grpSpPr>
        <p:sp>
          <p:nvSpPr>
            <p:cNvPr id="881" name="Google Shape;881;p93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30496D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82" name="Google Shape;882;p93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30496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3" name="Google Shape;883;p93"/>
          <p:cNvGrpSpPr/>
          <p:nvPr/>
        </p:nvGrpSpPr>
        <p:grpSpPr>
          <a:xfrm>
            <a:off x="4798921" y="4421906"/>
            <a:ext cx="371700" cy="371700"/>
            <a:chOff x="7182577" y="2114022"/>
            <a:chExt cx="495600" cy="495600"/>
          </a:xfrm>
        </p:grpSpPr>
        <p:sp>
          <p:nvSpPr>
            <p:cNvPr id="884" name="Google Shape;884;p93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30496D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85" name="Google Shape;885;p93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30496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6" name="Google Shape;886;p93"/>
          <p:cNvSpPr txBox="1"/>
          <p:nvPr>
            <p:ph idx="7" type="ctrTitle"/>
          </p:nvPr>
        </p:nvSpPr>
        <p:spPr>
          <a:xfrm>
            <a:off x="5194350" y="43327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87" name="Google Shape;887;p93"/>
          <p:cNvSpPr txBox="1"/>
          <p:nvPr>
            <p:ph idx="8" type="subTitle"/>
          </p:nvPr>
        </p:nvSpPr>
        <p:spPr>
          <a:xfrm>
            <a:off x="5194350" y="4575975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8" name="Google Shape;888;p93"/>
          <p:cNvSpPr txBox="1"/>
          <p:nvPr>
            <p:ph idx="9" type="ctrTitle"/>
          </p:nvPr>
        </p:nvSpPr>
        <p:spPr>
          <a:xfrm>
            <a:off x="5194350" y="10550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89" name="Google Shape;889;p93"/>
          <p:cNvSpPr txBox="1"/>
          <p:nvPr>
            <p:ph idx="13" type="subTitle"/>
          </p:nvPr>
        </p:nvSpPr>
        <p:spPr>
          <a:xfrm>
            <a:off x="5194350" y="1298313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0" name="Google Shape;890;p93"/>
          <p:cNvSpPr txBox="1"/>
          <p:nvPr>
            <p:ph idx="14" type="ctrTitle"/>
          </p:nvPr>
        </p:nvSpPr>
        <p:spPr>
          <a:xfrm>
            <a:off x="1162850" y="26153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 1">
  <p:cSld name="CUSTOM_8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94"/>
          <p:cNvSpPr txBox="1"/>
          <p:nvPr>
            <p:ph type="title"/>
          </p:nvPr>
        </p:nvSpPr>
        <p:spPr>
          <a:xfrm>
            <a:off x="657225" y="521275"/>
            <a:ext cx="849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893" name="Google Shape;893;p94"/>
          <p:cNvGrpSpPr/>
          <p:nvPr/>
        </p:nvGrpSpPr>
        <p:grpSpPr>
          <a:xfrm>
            <a:off x="4478850" y="893425"/>
            <a:ext cx="3747495" cy="3747672"/>
            <a:chOff x="0" y="0"/>
            <a:chExt cx="5012700" cy="5012938"/>
          </a:xfrm>
        </p:grpSpPr>
        <p:sp>
          <p:nvSpPr>
            <p:cNvPr id="894" name="Google Shape;894;p94"/>
            <p:cNvSpPr/>
            <p:nvPr/>
          </p:nvSpPr>
          <p:spPr>
            <a:xfrm>
              <a:off x="0" y="0"/>
              <a:ext cx="5012700" cy="5012700"/>
            </a:xfrm>
            <a:prstGeom prst="ellipse">
              <a:avLst/>
            </a:prstGeom>
            <a:solidFill>
              <a:srgbClr val="F46262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94"/>
            <p:cNvSpPr/>
            <p:nvPr/>
          </p:nvSpPr>
          <p:spPr>
            <a:xfrm>
              <a:off x="397257" y="751919"/>
              <a:ext cx="4260900" cy="4260900"/>
            </a:xfrm>
            <a:prstGeom prst="ellipse">
              <a:avLst/>
            </a:prstGeom>
            <a:solidFill>
              <a:srgbClr val="3049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94"/>
            <p:cNvSpPr/>
            <p:nvPr/>
          </p:nvSpPr>
          <p:spPr>
            <a:xfrm>
              <a:off x="773217" y="1503838"/>
              <a:ext cx="3509100" cy="3509100"/>
            </a:xfrm>
            <a:prstGeom prst="ellipse">
              <a:avLst/>
            </a:prstGeom>
            <a:solidFill>
              <a:srgbClr val="874D83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94"/>
            <p:cNvSpPr/>
            <p:nvPr/>
          </p:nvSpPr>
          <p:spPr>
            <a:xfrm>
              <a:off x="1149176" y="2255757"/>
              <a:ext cx="2757000" cy="2757000"/>
            </a:xfrm>
            <a:prstGeom prst="ellipse">
              <a:avLst/>
            </a:prstGeom>
            <a:solidFill>
              <a:srgbClr val="FEED7D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94"/>
            <p:cNvSpPr/>
            <p:nvPr/>
          </p:nvSpPr>
          <p:spPr>
            <a:xfrm>
              <a:off x="1525136" y="3007677"/>
              <a:ext cx="2005200" cy="2005200"/>
            </a:xfrm>
            <a:prstGeom prst="ellipse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9" name="Google Shape;899;p94"/>
          <p:cNvSpPr txBox="1"/>
          <p:nvPr>
            <p:ph idx="1" type="subTitle"/>
          </p:nvPr>
        </p:nvSpPr>
        <p:spPr>
          <a:xfrm>
            <a:off x="657225" y="1067075"/>
            <a:ext cx="35424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00" name="Google Shape;900;p94"/>
          <p:cNvSpPr txBox="1"/>
          <p:nvPr>
            <p:ph idx="2" type="title"/>
          </p:nvPr>
        </p:nvSpPr>
        <p:spPr>
          <a:xfrm>
            <a:off x="5505850" y="1005300"/>
            <a:ext cx="16935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 b="1" sz="1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1" name="Google Shape;901;p94"/>
          <p:cNvSpPr txBox="1"/>
          <p:nvPr>
            <p:ph idx="3" type="title"/>
          </p:nvPr>
        </p:nvSpPr>
        <p:spPr>
          <a:xfrm>
            <a:off x="5505850" y="1563925"/>
            <a:ext cx="16935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 b="1" sz="1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2" name="Google Shape;902;p94"/>
          <p:cNvSpPr txBox="1"/>
          <p:nvPr>
            <p:ph idx="4" type="title"/>
          </p:nvPr>
        </p:nvSpPr>
        <p:spPr>
          <a:xfrm>
            <a:off x="5505850" y="2122550"/>
            <a:ext cx="16935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 b="1" sz="1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3" name="Google Shape;903;p94"/>
          <p:cNvSpPr txBox="1"/>
          <p:nvPr>
            <p:ph idx="5" type="title"/>
          </p:nvPr>
        </p:nvSpPr>
        <p:spPr>
          <a:xfrm>
            <a:off x="5505850" y="2726200"/>
            <a:ext cx="16935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None/>
              <a:defRPr b="1" sz="140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04" name="Google Shape;904;p94"/>
          <p:cNvSpPr txBox="1"/>
          <p:nvPr>
            <p:ph idx="6" type="title"/>
          </p:nvPr>
        </p:nvSpPr>
        <p:spPr>
          <a:xfrm>
            <a:off x="5505850" y="3655725"/>
            <a:ext cx="16935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None/>
              <a:defRPr b="1" sz="140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content 2">
  <p:cSld name="TITLE_1_1_1_2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95"/>
          <p:cNvSpPr/>
          <p:nvPr/>
        </p:nvSpPr>
        <p:spPr>
          <a:xfrm>
            <a:off x="0" y="9525"/>
            <a:ext cx="4572000" cy="51435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95"/>
          <p:cNvSpPr txBox="1"/>
          <p:nvPr>
            <p:ph type="ctrTitle"/>
          </p:nvPr>
        </p:nvSpPr>
        <p:spPr>
          <a:xfrm>
            <a:off x="311705" y="1545450"/>
            <a:ext cx="3410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Plus Jakarta Sans"/>
              <a:buNone/>
              <a:defRPr b="1" sz="4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08" name="Google Shape;908;p95"/>
          <p:cNvSpPr txBox="1"/>
          <p:nvPr>
            <p:ph idx="1" type="subTitle"/>
          </p:nvPr>
        </p:nvSpPr>
        <p:spPr>
          <a:xfrm>
            <a:off x="4801975" y="5690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09" name="Google Shape;909;p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0" name="Google Shape;910;p95"/>
          <p:cNvSpPr txBox="1"/>
          <p:nvPr>
            <p:ph idx="2" type="subTitle"/>
          </p:nvPr>
        </p:nvSpPr>
        <p:spPr>
          <a:xfrm>
            <a:off x="4801975" y="105940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11" name="Google Shape;911;p95"/>
          <p:cNvSpPr txBox="1"/>
          <p:nvPr>
            <p:ph idx="3" type="subTitle"/>
          </p:nvPr>
        </p:nvSpPr>
        <p:spPr>
          <a:xfrm>
            <a:off x="4801975" y="15454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12" name="Google Shape;912;p95"/>
          <p:cNvSpPr txBox="1"/>
          <p:nvPr>
            <p:ph idx="4" type="subTitle"/>
          </p:nvPr>
        </p:nvSpPr>
        <p:spPr>
          <a:xfrm>
            <a:off x="4801975" y="20288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13" name="Google Shape;913;p95"/>
          <p:cNvSpPr txBox="1"/>
          <p:nvPr>
            <p:ph idx="5" type="subTitle"/>
          </p:nvPr>
        </p:nvSpPr>
        <p:spPr>
          <a:xfrm>
            <a:off x="4801975" y="25218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14" name="Google Shape;914;p95"/>
          <p:cNvSpPr txBox="1"/>
          <p:nvPr>
            <p:ph idx="6" type="subTitle"/>
          </p:nvPr>
        </p:nvSpPr>
        <p:spPr>
          <a:xfrm>
            <a:off x="6823075" y="5690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15" name="Google Shape;915;p95"/>
          <p:cNvSpPr txBox="1"/>
          <p:nvPr>
            <p:ph idx="7" type="subTitle"/>
          </p:nvPr>
        </p:nvSpPr>
        <p:spPr>
          <a:xfrm>
            <a:off x="6823075" y="105940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16" name="Google Shape;916;p95"/>
          <p:cNvSpPr txBox="1"/>
          <p:nvPr>
            <p:ph idx="8" type="subTitle"/>
          </p:nvPr>
        </p:nvSpPr>
        <p:spPr>
          <a:xfrm>
            <a:off x="6823075" y="15454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17" name="Google Shape;917;p95"/>
          <p:cNvSpPr txBox="1"/>
          <p:nvPr>
            <p:ph idx="9" type="subTitle"/>
          </p:nvPr>
        </p:nvSpPr>
        <p:spPr>
          <a:xfrm>
            <a:off x="6823075" y="20288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18" name="Google Shape;918;p95"/>
          <p:cNvSpPr txBox="1"/>
          <p:nvPr>
            <p:ph idx="13" type="subTitle"/>
          </p:nvPr>
        </p:nvSpPr>
        <p:spPr>
          <a:xfrm>
            <a:off x="6823075" y="25218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4">
  <p:cSld name="TITLE_1_1_1_1"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1" name="Google Shape;921;p9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2" name="Google Shape;922;p96"/>
          <p:cNvGrpSpPr/>
          <p:nvPr/>
        </p:nvGrpSpPr>
        <p:grpSpPr>
          <a:xfrm>
            <a:off x="4893500" y="3348599"/>
            <a:ext cx="4326399" cy="1683326"/>
            <a:chOff x="4893500" y="3348599"/>
            <a:chExt cx="4326399" cy="1683326"/>
          </a:xfrm>
        </p:grpSpPr>
        <p:pic>
          <p:nvPicPr>
            <p:cNvPr id="923" name="Google Shape;923;p96"/>
            <p:cNvPicPr preferRelativeResize="0"/>
            <p:nvPr/>
          </p:nvPicPr>
          <p:blipFill rotWithShape="1">
            <a:blip r:embed="rId2">
              <a:alphaModFix amt="10000"/>
            </a:blip>
            <a:srcRect b="0" l="0" r="0" t="0"/>
            <a:stretch/>
          </p:blipFill>
          <p:spPr>
            <a:xfrm rot="-5400000">
              <a:off x="5006106" y="3235993"/>
              <a:ext cx="1683326" cy="19085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4" name="Google Shape;924;p96"/>
            <p:cNvPicPr preferRelativeResize="0"/>
            <p:nvPr/>
          </p:nvPicPr>
          <p:blipFill rotWithShape="1">
            <a:blip r:embed="rId2">
              <a:alphaModFix amt="34000"/>
            </a:blip>
            <a:srcRect b="0" l="0" r="0" t="0"/>
            <a:stretch/>
          </p:blipFill>
          <p:spPr>
            <a:xfrm rot="-5400000">
              <a:off x="5739658" y="3235993"/>
              <a:ext cx="1683326" cy="19085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5" name="Google Shape;925;p96"/>
            <p:cNvPicPr preferRelativeResize="0"/>
            <p:nvPr/>
          </p:nvPicPr>
          <p:blipFill rotWithShape="1">
            <a:blip r:embed="rId2">
              <a:alphaModFix amt="54000"/>
            </a:blip>
            <a:srcRect b="0" l="0" r="0" t="0"/>
            <a:stretch/>
          </p:blipFill>
          <p:spPr>
            <a:xfrm rot="-5400000">
              <a:off x="6581835" y="3235993"/>
              <a:ext cx="1683326" cy="19085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6" name="Google Shape;926;p9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7423967" y="3235993"/>
              <a:ext cx="1683326" cy="190853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27" name="Google Shape;927;p96"/>
          <p:cNvPicPr preferRelativeResize="0"/>
          <p:nvPr/>
        </p:nvPicPr>
        <p:blipFill rotWithShape="1">
          <a:blip r:embed="rId3">
            <a:alphaModFix/>
          </a:blip>
          <a:srcRect b="26931" l="0" r="0" t="25218"/>
          <a:stretch/>
        </p:blipFill>
        <p:spPr>
          <a:xfrm>
            <a:off x="688916" y="664684"/>
            <a:ext cx="1054199" cy="504444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96"/>
          <p:cNvSpPr txBox="1"/>
          <p:nvPr>
            <p:ph type="ctrTitle"/>
          </p:nvPr>
        </p:nvSpPr>
        <p:spPr>
          <a:xfrm>
            <a:off x="612253" y="1296000"/>
            <a:ext cx="50514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Plus Jakarta Sans ExtraBold"/>
              <a:buNone/>
              <a:defRPr sz="48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29" name="Google Shape;929;p96"/>
          <p:cNvSpPr txBox="1"/>
          <p:nvPr>
            <p:ph idx="1" type="subTitle"/>
          </p:nvPr>
        </p:nvSpPr>
        <p:spPr>
          <a:xfrm>
            <a:off x="612250" y="4435000"/>
            <a:ext cx="2872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None/>
              <a:defRPr b="1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 1 1">
  <p:cSld name="TITLE_1_1_1_1_1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97"/>
          <p:cNvSpPr txBox="1"/>
          <p:nvPr>
            <p:ph type="ctrTitle"/>
          </p:nvPr>
        </p:nvSpPr>
        <p:spPr>
          <a:xfrm>
            <a:off x="236201" y="1647038"/>
            <a:ext cx="3889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Plus Jakarta Sans ExtraBold"/>
              <a:buNone/>
              <a:defRPr sz="48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32" name="Google Shape;932;p97"/>
          <p:cNvSpPr txBox="1"/>
          <p:nvPr>
            <p:ph idx="1" type="subTitle"/>
          </p:nvPr>
        </p:nvSpPr>
        <p:spPr>
          <a:xfrm>
            <a:off x="236200" y="3905350"/>
            <a:ext cx="3889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None/>
              <a:defRPr b="1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33" name="Google Shape;933;p97"/>
          <p:cNvSpPr/>
          <p:nvPr>
            <p:ph idx="2" type="pic"/>
          </p:nvPr>
        </p:nvSpPr>
        <p:spPr>
          <a:xfrm>
            <a:off x="4667950" y="0"/>
            <a:ext cx="44760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934" name="Google Shape;934;p9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025" y="235675"/>
            <a:ext cx="873148" cy="8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97"/>
          <p:cNvSpPr/>
          <p:nvPr/>
        </p:nvSpPr>
        <p:spPr>
          <a:xfrm>
            <a:off x="1319928" y="461366"/>
            <a:ext cx="12300" cy="4503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6" name="Google Shape;936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3000" y="578188"/>
            <a:ext cx="1607649" cy="28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9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Plus Jakarta Sans"/>
              <a:buNone/>
              <a:defRPr sz="36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39" name="Google Shape;939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99"/>
          <p:cNvSpPr txBox="1"/>
          <p:nvPr>
            <p:ph type="title"/>
          </p:nvPr>
        </p:nvSpPr>
        <p:spPr>
          <a:xfrm>
            <a:off x="314325" y="2057800"/>
            <a:ext cx="4124400" cy="19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2" name="Google Shape;942;p99"/>
          <p:cNvSpPr/>
          <p:nvPr>
            <p:ph idx="2" type="pic"/>
          </p:nvPr>
        </p:nvSpPr>
        <p:spPr>
          <a:xfrm>
            <a:off x="4668000" y="0"/>
            <a:ext cx="4472700" cy="5150700"/>
          </a:xfrm>
          <a:prstGeom prst="rect">
            <a:avLst/>
          </a:prstGeom>
          <a:noFill/>
          <a:ln>
            <a:noFill/>
          </a:ln>
        </p:spPr>
      </p:sp>
      <p:sp>
        <p:nvSpPr>
          <p:cNvPr id="943" name="Google Shape;943;p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4" name="Google Shape;944;p99"/>
          <p:cNvSpPr/>
          <p:nvPr/>
        </p:nvSpPr>
        <p:spPr>
          <a:xfrm>
            <a:off x="0" y="4111800"/>
            <a:ext cx="4668000" cy="10317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945" name="Google Shape;945;p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025" y="235675"/>
            <a:ext cx="873148" cy="87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99"/>
          <p:cNvPicPr preferRelativeResize="0"/>
          <p:nvPr/>
        </p:nvPicPr>
        <p:blipFill rotWithShape="1">
          <a:blip r:embed="rId3">
            <a:alphaModFix/>
          </a:blip>
          <a:srcRect b="9050" l="15607" r="5046" t="7156"/>
          <a:stretch/>
        </p:blipFill>
        <p:spPr>
          <a:xfrm rot="-409438">
            <a:off x="7408292" y="3485661"/>
            <a:ext cx="1405816" cy="1484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488062">
            <a:off x="1716112" y="1264039"/>
            <a:ext cx="148973" cy="148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93979">
            <a:off x="3418975" y="3615110"/>
            <a:ext cx="460525" cy="460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9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411395">
            <a:off x="3190710" y="-25526"/>
            <a:ext cx="917055" cy="917001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99"/>
          <p:cNvSpPr/>
          <p:nvPr/>
        </p:nvSpPr>
        <p:spPr>
          <a:xfrm rot="1842330">
            <a:off x="7752698" y="363896"/>
            <a:ext cx="159804" cy="138144"/>
          </a:xfrm>
          <a:prstGeom prst="triangle">
            <a:avLst>
              <a:gd fmla="val 50000" name="adj"/>
            </a:avLst>
          </a:prstGeom>
          <a:solidFill>
            <a:srgbClr val="874D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51" name="Google Shape;951;p99"/>
          <p:cNvSpPr/>
          <p:nvPr/>
        </p:nvSpPr>
        <p:spPr>
          <a:xfrm rot="-2480867">
            <a:off x="5300493" y="3931293"/>
            <a:ext cx="159848" cy="138173"/>
          </a:xfrm>
          <a:prstGeom prst="triangle">
            <a:avLst>
              <a:gd fmla="val 50000" name="adj"/>
            </a:avLst>
          </a:prstGeom>
          <a:solidFill>
            <a:srgbClr val="FEED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52" name="Google Shape;952;p99"/>
          <p:cNvSpPr txBox="1"/>
          <p:nvPr>
            <p:ph idx="1" type="subTitle"/>
          </p:nvPr>
        </p:nvSpPr>
        <p:spPr>
          <a:xfrm>
            <a:off x="314325" y="4213600"/>
            <a:ext cx="3872100" cy="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10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5" name="Google Shape;955;p10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56" name="Google Shape;956;p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57" name="Google Shape;957;p10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 3.1">
  <p:cSld name="CUSTOM_16"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101"/>
          <p:cNvSpPr/>
          <p:nvPr/>
        </p:nvSpPr>
        <p:spPr>
          <a:xfrm>
            <a:off x="4900759" y="171400"/>
            <a:ext cx="3930000" cy="4477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71463" rotWithShape="0" algn="bl" dir="4200000" dist="571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101"/>
          <p:cNvSpPr/>
          <p:nvPr/>
        </p:nvSpPr>
        <p:spPr>
          <a:xfrm>
            <a:off x="313250" y="2823350"/>
            <a:ext cx="2181900" cy="1826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101"/>
          <p:cNvSpPr/>
          <p:nvPr/>
        </p:nvSpPr>
        <p:spPr>
          <a:xfrm>
            <a:off x="2525151" y="2823358"/>
            <a:ext cx="2210100" cy="1826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101"/>
          <p:cNvSpPr/>
          <p:nvPr/>
        </p:nvSpPr>
        <p:spPr>
          <a:xfrm>
            <a:off x="5175800" y="2454250"/>
            <a:ext cx="1652700" cy="14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101"/>
          <p:cNvSpPr/>
          <p:nvPr/>
        </p:nvSpPr>
        <p:spPr>
          <a:xfrm>
            <a:off x="5175800" y="3057413"/>
            <a:ext cx="1652700" cy="14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101"/>
          <p:cNvSpPr/>
          <p:nvPr/>
        </p:nvSpPr>
        <p:spPr>
          <a:xfrm>
            <a:off x="5175800" y="3690250"/>
            <a:ext cx="1652700" cy="14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101"/>
          <p:cNvSpPr/>
          <p:nvPr>
            <p:ph idx="2" type="pic"/>
          </p:nvPr>
        </p:nvSpPr>
        <p:spPr>
          <a:xfrm>
            <a:off x="6975550" y="176550"/>
            <a:ext cx="1855200" cy="4472700"/>
          </a:xfrm>
          <a:prstGeom prst="rect">
            <a:avLst/>
          </a:prstGeom>
          <a:noFill/>
          <a:ln>
            <a:noFill/>
          </a:ln>
        </p:spPr>
      </p:sp>
      <p:sp>
        <p:nvSpPr>
          <p:cNvPr id="966" name="Google Shape;966;p101"/>
          <p:cNvSpPr/>
          <p:nvPr/>
        </p:nvSpPr>
        <p:spPr>
          <a:xfrm>
            <a:off x="4965850" y="316350"/>
            <a:ext cx="2350500" cy="134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101"/>
          <p:cNvSpPr/>
          <p:nvPr>
            <p:ph idx="3" type="pic"/>
          </p:nvPr>
        </p:nvSpPr>
        <p:spPr>
          <a:xfrm>
            <a:off x="2533025" y="176550"/>
            <a:ext cx="2210100" cy="2646900"/>
          </a:xfrm>
          <a:prstGeom prst="rect">
            <a:avLst/>
          </a:prstGeom>
          <a:noFill/>
          <a:ln>
            <a:noFill/>
          </a:ln>
        </p:spPr>
      </p:sp>
      <p:sp>
        <p:nvSpPr>
          <p:cNvPr id="968" name="Google Shape;968;p101"/>
          <p:cNvSpPr/>
          <p:nvPr/>
        </p:nvSpPr>
        <p:spPr>
          <a:xfrm>
            <a:off x="313250" y="940275"/>
            <a:ext cx="2519700" cy="163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9" name="Google Shape;969;p1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101"/>
          <p:cNvSpPr txBox="1"/>
          <p:nvPr>
            <p:ph type="title"/>
          </p:nvPr>
        </p:nvSpPr>
        <p:spPr>
          <a:xfrm>
            <a:off x="295230" y="287675"/>
            <a:ext cx="373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Plus Jakarta Sans"/>
              <a:buNone/>
              <a:defRPr b="1" sz="2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1" name="Google Shape;971;p101"/>
          <p:cNvSpPr txBox="1"/>
          <p:nvPr>
            <p:ph idx="1" type="subTitle"/>
          </p:nvPr>
        </p:nvSpPr>
        <p:spPr>
          <a:xfrm>
            <a:off x="429350" y="1053750"/>
            <a:ext cx="2285100" cy="14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72" name="Google Shape;972;p101"/>
          <p:cNvSpPr txBox="1"/>
          <p:nvPr>
            <p:ph idx="4" type="subTitle"/>
          </p:nvPr>
        </p:nvSpPr>
        <p:spPr>
          <a:xfrm>
            <a:off x="465021" y="2956611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73" name="Google Shape;973;p101"/>
          <p:cNvSpPr txBox="1"/>
          <p:nvPr>
            <p:ph idx="5" type="subTitle"/>
          </p:nvPr>
        </p:nvSpPr>
        <p:spPr>
          <a:xfrm>
            <a:off x="471650" y="3436350"/>
            <a:ext cx="18189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74" name="Google Shape;974;p101"/>
          <p:cNvSpPr txBox="1"/>
          <p:nvPr>
            <p:ph idx="6" type="subTitle"/>
          </p:nvPr>
        </p:nvSpPr>
        <p:spPr>
          <a:xfrm>
            <a:off x="2682884" y="2956611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75" name="Google Shape;975;p101"/>
          <p:cNvSpPr txBox="1"/>
          <p:nvPr>
            <p:ph idx="7" type="subTitle"/>
          </p:nvPr>
        </p:nvSpPr>
        <p:spPr>
          <a:xfrm>
            <a:off x="2689513" y="3436350"/>
            <a:ext cx="18189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76" name="Google Shape;976;p101"/>
          <p:cNvSpPr txBox="1"/>
          <p:nvPr>
            <p:ph idx="8" type="subTitle"/>
          </p:nvPr>
        </p:nvSpPr>
        <p:spPr>
          <a:xfrm>
            <a:off x="5074550" y="300825"/>
            <a:ext cx="2181900" cy="2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77" name="Google Shape;977;p101"/>
          <p:cNvSpPr txBox="1"/>
          <p:nvPr>
            <p:ph idx="9" type="subTitle"/>
          </p:nvPr>
        </p:nvSpPr>
        <p:spPr>
          <a:xfrm>
            <a:off x="5092700" y="559650"/>
            <a:ext cx="2052300" cy="10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78" name="Google Shape;978;p101"/>
          <p:cNvSpPr txBox="1"/>
          <p:nvPr>
            <p:ph idx="13" type="subTitle"/>
          </p:nvPr>
        </p:nvSpPr>
        <p:spPr>
          <a:xfrm>
            <a:off x="5062125" y="1683186"/>
            <a:ext cx="1855200" cy="2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79" name="Google Shape;979;p101"/>
          <p:cNvSpPr txBox="1"/>
          <p:nvPr>
            <p:ph idx="14" type="subTitle"/>
          </p:nvPr>
        </p:nvSpPr>
        <p:spPr>
          <a:xfrm>
            <a:off x="5080275" y="2059121"/>
            <a:ext cx="1855200" cy="3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80" name="Google Shape;980;p101"/>
          <p:cNvSpPr txBox="1"/>
          <p:nvPr>
            <p:ph idx="15" type="subTitle"/>
          </p:nvPr>
        </p:nvSpPr>
        <p:spPr>
          <a:xfrm>
            <a:off x="5080275" y="2517725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81" name="Google Shape;981;p101"/>
          <p:cNvSpPr txBox="1"/>
          <p:nvPr>
            <p:ph idx="16" type="subTitle"/>
          </p:nvPr>
        </p:nvSpPr>
        <p:spPr>
          <a:xfrm>
            <a:off x="5083692" y="3142940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82" name="Google Shape;982;p101"/>
          <p:cNvSpPr txBox="1"/>
          <p:nvPr>
            <p:ph idx="17" type="subTitle"/>
          </p:nvPr>
        </p:nvSpPr>
        <p:spPr>
          <a:xfrm>
            <a:off x="5080275" y="3827125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 3.2">
  <p:cSld name="CUSTOM_16_1"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102"/>
          <p:cNvSpPr/>
          <p:nvPr/>
        </p:nvSpPr>
        <p:spPr>
          <a:xfrm>
            <a:off x="4900759" y="171400"/>
            <a:ext cx="3930000" cy="4477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71463" rotWithShape="0" algn="bl" dir="4200000" dist="571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102"/>
          <p:cNvSpPr/>
          <p:nvPr>
            <p:ph idx="2" type="pic"/>
          </p:nvPr>
        </p:nvSpPr>
        <p:spPr>
          <a:xfrm>
            <a:off x="6975550" y="176550"/>
            <a:ext cx="1855200" cy="4472700"/>
          </a:xfrm>
          <a:prstGeom prst="rect">
            <a:avLst/>
          </a:prstGeom>
          <a:noFill/>
          <a:ln>
            <a:noFill/>
          </a:ln>
        </p:spPr>
      </p:sp>
      <p:sp>
        <p:nvSpPr>
          <p:cNvPr id="986" name="Google Shape;986;p102"/>
          <p:cNvSpPr/>
          <p:nvPr/>
        </p:nvSpPr>
        <p:spPr>
          <a:xfrm>
            <a:off x="5001500" y="1716475"/>
            <a:ext cx="2314800" cy="279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102"/>
          <p:cNvSpPr/>
          <p:nvPr/>
        </p:nvSpPr>
        <p:spPr>
          <a:xfrm>
            <a:off x="313250" y="2823350"/>
            <a:ext cx="2181900" cy="1826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102"/>
          <p:cNvSpPr/>
          <p:nvPr/>
        </p:nvSpPr>
        <p:spPr>
          <a:xfrm>
            <a:off x="2525151" y="2823358"/>
            <a:ext cx="2210100" cy="1826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102"/>
          <p:cNvSpPr/>
          <p:nvPr/>
        </p:nvSpPr>
        <p:spPr>
          <a:xfrm>
            <a:off x="5175800" y="2454250"/>
            <a:ext cx="1652700" cy="14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102"/>
          <p:cNvSpPr/>
          <p:nvPr/>
        </p:nvSpPr>
        <p:spPr>
          <a:xfrm>
            <a:off x="5175800" y="3057413"/>
            <a:ext cx="1652700" cy="14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102"/>
          <p:cNvSpPr/>
          <p:nvPr/>
        </p:nvSpPr>
        <p:spPr>
          <a:xfrm>
            <a:off x="5175800" y="3690250"/>
            <a:ext cx="1652700" cy="14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102"/>
          <p:cNvSpPr/>
          <p:nvPr>
            <p:ph idx="3" type="pic"/>
          </p:nvPr>
        </p:nvSpPr>
        <p:spPr>
          <a:xfrm>
            <a:off x="2533025" y="176550"/>
            <a:ext cx="2210100" cy="2646900"/>
          </a:xfrm>
          <a:prstGeom prst="rect">
            <a:avLst/>
          </a:prstGeom>
          <a:noFill/>
          <a:ln>
            <a:noFill/>
          </a:ln>
        </p:spPr>
      </p:sp>
      <p:sp>
        <p:nvSpPr>
          <p:cNvPr id="993" name="Google Shape;993;p102"/>
          <p:cNvSpPr/>
          <p:nvPr/>
        </p:nvSpPr>
        <p:spPr>
          <a:xfrm>
            <a:off x="313250" y="940275"/>
            <a:ext cx="2519700" cy="163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4" name="Google Shape;994;p1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102"/>
          <p:cNvSpPr txBox="1"/>
          <p:nvPr>
            <p:ph type="title"/>
          </p:nvPr>
        </p:nvSpPr>
        <p:spPr>
          <a:xfrm>
            <a:off x="295230" y="287675"/>
            <a:ext cx="373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Plus Jakarta Sans"/>
              <a:buNone/>
              <a:defRPr b="1" sz="2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6" name="Google Shape;996;p102"/>
          <p:cNvSpPr txBox="1"/>
          <p:nvPr>
            <p:ph idx="1" type="subTitle"/>
          </p:nvPr>
        </p:nvSpPr>
        <p:spPr>
          <a:xfrm>
            <a:off x="429350" y="1053750"/>
            <a:ext cx="2285100" cy="14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97" name="Google Shape;997;p102"/>
          <p:cNvSpPr txBox="1"/>
          <p:nvPr>
            <p:ph idx="4" type="subTitle"/>
          </p:nvPr>
        </p:nvSpPr>
        <p:spPr>
          <a:xfrm>
            <a:off x="465021" y="2956611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98" name="Google Shape;998;p102"/>
          <p:cNvSpPr txBox="1"/>
          <p:nvPr>
            <p:ph idx="5" type="subTitle"/>
          </p:nvPr>
        </p:nvSpPr>
        <p:spPr>
          <a:xfrm>
            <a:off x="471650" y="3436350"/>
            <a:ext cx="18189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99" name="Google Shape;999;p102"/>
          <p:cNvSpPr txBox="1"/>
          <p:nvPr>
            <p:ph idx="6" type="subTitle"/>
          </p:nvPr>
        </p:nvSpPr>
        <p:spPr>
          <a:xfrm>
            <a:off x="2682884" y="2956611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000" name="Google Shape;1000;p102"/>
          <p:cNvSpPr txBox="1"/>
          <p:nvPr>
            <p:ph idx="7" type="subTitle"/>
          </p:nvPr>
        </p:nvSpPr>
        <p:spPr>
          <a:xfrm>
            <a:off x="2689513" y="3436350"/>
            <a:ext cx="18189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001" name="Google Shape;1001;p102"/>
          <p:cNvSpPr txBox="1"/>
          <p:nvPr>
            <p:ph idx="8" type="subTitle"/>
          </p:nvPr>
        </p:nvSpPr>
        <p:spPr>
          <a:xfrm>
            <a:off x="5074550" y="183723"/>
            <a:ext cx="1818900" cy="2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002" name="Google Shape;1002;p102"/>
          <p:cNvSpPr txBox="1"/>
          <p:nvPr>
            <p:ph idx="9" type="subTitle"/>
          </p:nvPr>
        </p:nvSpPr>
        <p:spPr>
          <a:xfrm>
            <a:off x="5092700" y="559650"/>
            <a:ext cx="1818900" cy="10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003" name="Google Shape;1003;p102"/>
          <p:cNvSpPr txBox="1"/>
          <p:nvPr>
            <p:ph idx="13" type="subTitle"/>
          </p:nvPr>
        </p:nvSpPr>
        <p:spPr>
          <a:xfrm>
            <a:off x="5062125" y="1683186"/>
            <a:ext cx="1855200" cy="2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004" name="Google Shape;1004;p102"/>
          <p:cNvSpPr txBox="1"/>
          <p:nvPr>
            <p:ph idx="14" type="subTitle"/>
          </p:nvPr>
        </p:nvSpPr>
        <p:spPr>
          <a:xfrm>
            <a:off x="5080275" y="2059121"/>
            <a:ext cx="1855200" cy="3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005" name="Google Shape;1005;p102"/>
          <p:cNvSpPr txBox="1"/>
          <p:nvPr>
            <p:ph idx="15" type="subTitle"/>
          </p:nvPr>
        </p:nvSpPr>
        <p:spPr>
          <a:xfrm>
            <a:off x="5080275" y="2517725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006" name="Google Shape;1006;p102"/>
          <p:cNvSpPr txBox="1"/>
          <p:nvPr>
            <p:ph idx="16" type="subTitle"/>
          </p:nvPr>
        </p:nvSpPr>
        <p:spPr>
          <a:xfrm>
            <a:off x="5083692" y="3142940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007" name="Google Shape;1007;p102"/>
          <p:cNvSpPr txBox="1"/>
          <p:nvPr>
            <p:ph idx="17" type="subTitle"/>
          </p:nvPr>
        </p:nvSpPr>
        <p:spPr>
          <a:xfrm>
            <a:off x="5080275" y="3827125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 content 1">
  <p:cSld name="CUSTOM_13_1"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103"/>
          <p:cNvSpPr txBox="1"/>
          <p:nvPr>
            <p:ph type="title"/>
          </p:nvPr>
        </p:nvSpPr>
        <p:spPr>
          <a:xfrm>
            <a:off x="375300" y="551475"/>
            <a:ext cx="845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0" name="Google Shape;1010;p103"/>
          <p:cNvSpPr txBox="1"/>
          <p:nvPr>
            <p:ph idx="1" type="subTitle"/>
          </p:nvPr>
        </p:nvSpPr>
        <p:spPr>
          <a:xfrm>
            <a:off x="375300" y="1065724"/>
            <a:ext cx="8076000" cy="7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11" name="Google Shape;1011;p103"/>
          <p:cNvSpPr/>
          <p:nvPr/>
        </p:nvSpPr>
        <p:spPr>
          <a:xfrm>
            <a:off x="2273900" y="2255175"/>
            <a:ext cx="1703400" cy="329400"/>
          </a:xfrm>
          <a:prstGeom prst="chevron">
            <a:avLst>
              <a:gd fmla="val 50000" name="adj"/>
            </a:avLst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12" name="Google Shape;1012;p103"/>
          <p:cNvSpPr/>
          <p:nvPr/>
        </p:nvSpPr>
        <p:spPr>
          <a:xfrm>
            <a:off x="2233300" y="2696050"/>
            <a:ext cx="1757100" cy="15438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13" name="Google Shape;1013;p103"/>
          <p:cNvSpPr/>
          <p:nvPr/>
        </p:nvSpPr>
        <p:spPr>
          <a:xfrm>
            <a:off x="4036175" y="2259200"/>
            <a:ext cx="1757100" cy="329400"/>
          </a:xfrm>
          <a:prstGeom prst="chevron">
            <a:avLst>
              <a:gd fmla="val 50000" name="adj"/>
            </a:avLst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14" name="Google Shape;1014;p103"/>
          <p:cNvSpPr/>
          <p:nvPr/>
        </p:nvSpPr>
        <p:spPr>
          <a:xfrm>
            <a:off x="4063024" y="2696050"/>
            <a:ext cx="1703400" cy="15438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15" name="Google Shape;1015;p103"/>
          <p:cNvSpPr/>
          <p:nvPr/>
        </p:nvSpPr>
        <p:spPr>
          <a:xfrm>
            <a:off x="5857575" y="2259203"/>
            <a:ext cx="1703400" cy="329400"/>
          </a:xfrm>
          <a:prstGeom prst="chevron">
            <a:avLst>
              <a:gd fmla="val 50000" name="adj"/>
            </a:avLst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16" name="Google Shape;1016;p103"/>
          <p:cNvSpPr/>
          <p:nvPr/>
        </p:nvSpPr>
        <p:spPr>
          <a:xfrm>
            <a:off x="5857575" y="2696050"/>
            <a:ext cx="1730400" cy="15438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17" name="Google Shape;1017;p103"/>
          <p:cNvSpPr/>
          <p:nvPr/>
        </p:nvSpPr>
        <p:spPr>
          <a:xfrm>
            <a:off x="494150" y="2259125"/>
            <a:ext cx="1703400" cy="329400"/>
          </a:xfrm>
          <a:prstGeom prst="chevron">
            <a:avLst>
              <a:gd fmla="val 50000" name="adj"/>
            </a:avLst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18" name="Google Shape;1018;p103"/>
          <p:cNvSpPr/>
          <p:nvPr/>
        </p:nvSpPr>
        <p:spPr>
          <a:xfrm>
            <a:off x="494150" y="2696050"/>
            <a:ext cx="1666500" cy="15438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19" name="Google Shape;1019;p103"/>
          <p:cNvSpPr txBox="1"/>
          <p:nvPr>
            <p:ph idx="2" type="subTitle"/>
          </p:nvPr>
        </p:nvSpPr>
        <p:spPr>
          <a:xfrm>
            <a:off x="593237" y="2219032"/>
            <a:ext cx="1543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020" name="Google Shape;1020;p103"/>
          <p:cNvSpPr txBox="1"/>
          <p:nvPr>
            <p:ph idx="3" type="subTitle"/>
          </p:nvPr>
        </p:nvSpPr>
        <p:spPr>
          <a:xfrm>
            <a:off x="555650" y="2740450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21" name="Google Shape;1021;p103"/>
          <p:cNvSpPr txBox="1"/>
          <p:nvPr>
            <p:ph idx="4" type="subTitle"/>
          </p:nvPr>
        </p:nvSpPr>
        <p:spPr>
          <a:xfrm>
            <a:off x="2363912" y="2219032"/>
            <a:ext cx="1543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022" name="Google Shape;1022;p103"/>
          <p:cNvSpPr txBox="1"/>
          <p:nvPr>
            <p:ph idx="5" type="subTitle"/>
          </p:nvPr>
        </p:nvSpPr>
        <p:spPr>
          <a:xfrm>
            <a:off x="2326325" y="2740450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23" name="Google Shape;1023;p103"/>
          <p:cNvSpPr txBox="1"/>
          <p:nvPr>
            <p:ph idx="6" type="subTitle"/>
          </p:nvPr>
        </p:nvSpPr>
        <p:spPr>
          <a:xfrm>
            <a:off x="4171031" y="2219032"/>
            <a:ext cx="1543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024" name="Google Shape;1024;p103"/>
          <p:cNvSpPr txBox="1"/>
          <p:nvPr>
            <p:ph idx="7" type="subTitle"/>
          </p:nvPr>
        </p:nvSpPr>
        <p:spPr>
          <a:xfrm>
            <a:off x="4133444" y="2740450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25" name="Google Shape;1025;p103"/>
          <p:cNvSpPr txBox="1"/>
          <p:nvPr>
            <p:ph idx="8" type="subTitle"/>
          </p:nvPr>
        </p:nvSpPr>
        <p:spPr>
          <a:xfrm>
            <a:off x="5959631" y="2219032"/>
            <a:ext cx="1543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026" name="Google Shape;1026;p103"/>
          <p:cNvSpPr txBox="1"/>
          <p:nvPr>
            <p:ph idx="9" type="subTitle"/>
          </p:nvPr>
        </p:nvSpPr>
        <p:spPr>
          <a:xfrm>
            <a:off x="5922044" y="2740450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id="1027" name="Google Shape;1027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 content 2">
  <p:cSld name="CUSTOM_13_1_1"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104"/>
          <p:cNvSpPr txBox="1"/>
          <p:nvPr>
            <p:ph type="title"/>
          </p:nvPr>
        </p:nvSpPr>
        <p:spPr>
          <a:xfrm>
            <a:off x="375300" y="551475"/>
            <a:ext cx="845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0" name="Google Shape;1030;p104"/>
          <p:cNvSpPr txBox="1"/>
          <p:nvPr>
            <p:ph idx="1" type="subTitle"/>
          </p:nvPr>
        </p:nvSpPr>
        <p:spPr>
          <a:xfrm>
            <a:off x="375300" y="1065724"/>
            <a:ext cx="8076000" cy="7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31" name="Google Shape;1031;p104"/>
          <p:cNvSpPr/>
          <p:nvPr/>
        </p:nvSpPr>
        <p:spPr>
          <a:xfrm>
            <a:off x="3134874" y="2008700"/>
            <a:ext cx="2178000" cy="343800"/>
          </a:xfrm>
          <a:prstGeom prst="roundRect">
            <a:avLst>
              <a:gd fmla="val 0" name="adj"/>
            </a:avLst>
          </a:prstGeom>
          <a:solidFill>
            <a:srgbClr val="30496D"/>
          </a:solidFill>
          <a:ln cap="flat" cmpd="sng" w="9525">
            <a:solidFill>
              <a:srgbClr val="3049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32" name="Google Shape;1032;p104"/>
          <p:cNvSpPr/>
          <p:nvPr/>
        </p:nvSpPr>
        <p:spPr>
          <a:xfrm>
            <a:off x="475275" y="2008700"/>
            <a:ext cx="2178000" cy="343800"/>
          </a:xfrm>
          <a:prstGeom prst="roundRect">
            <a:avLst>
              <a:gd fmla="val 0" name="adj"/>
            </a:avLst>
          </a:prstGeom>
          <a:solidFill>
            <a:srgbClr val="F4626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33" name="Google Shape;1033;p104"/>
          <p:cNvSpPr/>
          <p:nvPr/>
        </p:nvSpPr>
        <p:spPr>
          <a:xfrm>
            <a:off x="5794450" y="2008700"/>
            <a:ext cx="2178000" cy="343800"/>
          </a:xfrm>
          <a:prstGeom prst="roundRect">
            <a:avLst>
              <a:gd fmla="val 0" name="adj"/>
            </a:avLst>
          </a:prstGeom>
          <a:solidFill>
            <a:srgbClr val="F4626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34" name="Google Shape;1034;p104"/>
          <p:cNvSpPr/>
          <p:nvPr/>
        </p:nvSpPr>
        <p:spPr>
          <a:xfrm>
            <a:off x="475275" y="2413275"/>
            <a:ext cx="2178000" cy="15903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35" name="Google Shape;1035;p104"/>
          <p:cNvSpPr/>
          <p:nvPr/>
        </p:nvSpPr>
        <p:spPr>
          <a:xfrm>
            <a:off x="3140275" y="2413275"/>
            <a:ext cx="2178000" cy="15903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36" name="Google Shape;1036;p104"/>
          <p:cNvSpPr/>
          <p:nvPr/>
        </p:nvSpPr>
        <p:spPr>
          <a:xfrm>
            <a:off x="5805275" y="2413275"/>
            <a:ext cx="2178000" cy="15903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37" name="Google Shape;1037;p104"/>
          <p:cNvSpPr txBox="1"/>
          <p:nvPr>
            <p:ph idx="2" type="subTitle"/>
          </p:nvPr>
        </p:nvSpPr>
        <p:spPr>
          <a:xfrm>
            <a:off x="537675" y="1983788"/>
            <a:ext cx="205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038" name="Google Shape;1038;p104"/>
          <p:cNvSpPr txBox="1"/>
          <p:nvPr>
            <p:ph idx="3" type="subTitle"/>
          </p:nvPr>
        </p:nvSpPr>
        <p:spPr>
          <a:xfrm>
            <a:off x="537663" y="2496525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39" name="Google Shape;1039;p104"/>
          <p:cNvSpPr txBox="1"/>
          <p:nvPr>
            <p:ph idx="4" type="subTitle"/>
          </p:nvPr>
        </p:nvSpPr>
        <p:spPr>
          <a:xfrm>
            <a:off x="3197262" y="1983788"/>
            <a:ext cx="205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040" name="Google Shape;1040;p104"/>
          <p:cNvSpPr txBox="1"/>
          <p:nvPr>
            <p:ph idx="5" type="subTitle"/>
          </p:nvPr>
        </p:nvSpPr>
        <p:spPr>
          <a:xfrm>
            <a:off x="3197250" y="2496525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41" name="Google Shape;1041;p104"/>
          <p:cNvSpPr txBox="1"/>
          <p:nvPr>
            <p:ph idx="6" type="subTitle"/>
          </p:nvPr>
        </p:nvSpPr>
        <p:spPr>
          <a:xfrm>
            <a:off x="5856887" y="1983788"/>
            <a:ext cx="205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042" name="Google Shape;1042;p104"/>
          <p:cNvSpPr txBox="1"/>
          <p:nvPr>
            <p:ph idx="7" type="subTitle"/>
          </p:nvPr>
        </p:nvSpPr>
        <p:spPr>
          <a:xfrm>
            <a:off x="5856875" y="2496525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id="1043" name="Google Shape;1043;p1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s 1 ">
  <p:cSld name="CUSTOM_12"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105"/>
          <p:cNvSpPr/>
          <p:nvPr/>
        </p:nvSpPr>
        <p:spPr>
          <a:xfrm>
            <a:off x="0" y="3300"/>
            <a:ext cx="9144000" cy="5136900"/>
          </a:xfrm>
          <a:prstGeom prst="rect">
            <a:avLst/>
          </a:prstGeom>
          <a:solidFill>
            <a:srgbClr val="3049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6" name="Google Shape;1046;p105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-1" y="-412975"/>
            <a:ext cx="9143997" cy="6103436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105"/>
          <p:cNvSpPr/>
          <p:nvPr/>
        </p:nvSpPr>
        <p:spPr>
          <a:xfrm>
            <a:off x="2172025" y="1455675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105"/>
          <p:cNvSpPr txBox="1"/>
          <p:nvPr/>
        </p:nvSpPr>
        <p:spPr>
          <a:xfrm>
            <a:off x="4399600" y="3518550"/>
            <a:ext cx="45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lus Jakarta Sans SemiBold"/>
              <a:buChar char="-"/>
            </a:pPr>
            <a:r>
              <a:t/>
            </a:r>
            <a:endParaRPr b="0" i="0" sz="900" u="none" cap="none" strike="noStrike">
              <a:solidFill>
                <a:srgbClr val="FFFFFF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049" name="Google Shape;1049;p105"/>
          <p:cNvSpPr txBox="1"/>
          <p:nvPr>
            <p:ph idx="1" type="subTitle"/>
          </p:nvPr>
        </p:nvSpPr>
        <p:spPr>
          <a:xfrm>
            <a:off x="2046600" y="1916988"/>
            <a:ext cx="5034000" cy="13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050" name="Google Shape;1050;p105"/>
          <p:cNvSpPr txBox="1"/>
          <p:nvPr>
            <p:ph idx="2" type="subTitle"/>
          </p:nvPr>
        </p:nvSpPr>
        <p:spPr>
          <a:xfrm>
            <a:off x="4839320" y="3366807"/>
            <a:ext cx="23382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SemiBold"/>
              <a:buNone/>
              <a:defRPr sz="10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s 2 ">
  <p:cSld name="CUSTOM_11"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106"/>
          <p:cNvSpPr/>
          <p:nvPr/>
        </p:nvSpPr>
        <p:spPr>
          <a:xfrm>
            <a:off x="0" y="3300"/>
            <a:ext cx="9144000" cy="51369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3" name="Google Shape;1053;p106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1" y="-471037"/>
            <a:ext cx="9143997" cy="6085587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106"/>
          <p:cNvSpPr txBox="1"/>
          <p:nvPr/>
        </p:nvSpPr>
        <p:spPr>
          <a:xfrm>
            <a:off x="4572000" y="3262325"/>
            <a:ext cx="45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lus Jakarta Sans SemiBold"/>
              <a:buChar char="-"/>
            </a:pPr>
            <a:r>
              <a:t/>
            </a:r>
            <a:endParaRPr b="0" i="0" sz="900" u="none" cap="none" strike="noStrike">
              <a:solidFill>
                <a:srgbClr val="FFFFFF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055" name="Google Shape;1055;p106"/>
          <p:cNvSpPr/>
          <p:nvPr/>
        </p:nvSpPr>
        <p:spPr>
          <a:xfrm>
            <a:off x="1785000" y="1281925"/>
            <a:ext cx="2412900" cy="2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106"/>
          <p:cNvSpPr/>
          <p:nvPr/>
        </p:nvSpPr>
        <p:spPr>
          <a:xfrm>
            <a:off x="4946100" y="1281925"/>
            <a:ext cx="2412900" cy="2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106"/>
          <p:cNvSpPr/>
          <p:nvPr/>
        </p:nvSpPr>
        <p:spPr>
          <a:xfrm>
            <a:off x="4347075" y="1104013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106"/>
          <p:cNvSpPr/>
          <p:nvPr/>
        </p:nvSpPr>
        <p:spPr>
          <a:xfrm>
            <a:off x="1785000" y="3840275"/>
            <a:ext cx="2412900" cy="2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106"/>
          <p:cNvSpPr/>
          <p:nvPr/>
        </p:nvSpPr>
        <p:spPr>
          <a:xfrm>
            <a:off x="4946100" y="3840275"/>
            <a:ext cx="2412900" cy="2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106"/>
          <p:cNvSpPr/>
          <p:nvPr/>
        </p:nvSpPr>
        <p:spPr>
          <a:xfrm rot="10800000">
            <a:off x="4347075" y="3662363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106"/>
          <p:cNvSpPr txBox="1"/>
          <p:nvPr>
            <p:ph idx="1" type="subTitle"/>
          </p:nvPr>
        </p:nvSpPr>
        <p:spPr>
          <a:xfrm>
            <a:off x="2081400" y="1729950"/>
            <a:ext cx="4981200" cy="12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062" name="Google Shape;1062;p106"/>
          <p:cNvSpPr txBox="1"/>
          <p:nvPr>
            <p:ph idx="2" type="subTitle"/>
          </p:nvPr>
        </p:nvSpPr>
        <p:spPr>
          <a:xfrm>
            <a:off x="4983450" y="3205763"/>
            <a:ext cx="23382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SemiBold"/>
              <a:buNone/>
              <a:defRPr sz="10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stimonial 01">
  <p:cSld name="CUSTOM_10"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107"/>
          <p:cNvSpPr txBox="1"/>
          <p:nvPr>
            <p:ph type="title"/>
          </p:nvPr>
        </p:nvSpPr>
        <p:spPr>
          <a:xfrm>
            <a:off x="657225" y="445025"/>
            <a:ext cx="817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5" name="Google Shape;1065;p107"/>
          <p:cNvSpPr/>
          <p:nvPr/>
        </p:nvSpPr>
        <p:spPr>
          <a:xfrm>
            <a:off x="733425" y="1641550"/>
            <a:ext cx="3624300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6" name="Google Shape;1066;p107"/>
          <p:cNvSpPr/>
          <p:nvPr/>
        </p:nvSpPr>
        <p:spPr>
          <a:xfrm>
            <a:off x="733450" y="3089323"/>
            <a:ext cx="1444800" cy="377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067" name="Google Shape;1067;p107"/>
          <p:cNvSpPr/>
          <p:nvPr/>
        </p:nvSpPr>
        <p:spPr>
          <a:xfrm>
            <a:off x="4884925" y="1641550"/>
            <a:ext cx="3624300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8" name="Google Shape;1068;p107"/>
          <p:cNvSpPr/>
          <p:nvPr>
            <p:ph idx="2" type="pic"/>
          </p:nvPr>
        </p:nvSpPr>
        <p:spPr>
          <a:xfrm>
            <a:off x="733450" y="1643050"/>
            <a:ext cx="1447800" cy="1447800"/>
          </a:xfrm>
          <a:prstGeom prst="rect">
            <a:avLst/>
          </a:prstGeom>
          <a:noFill/>
          <a:ln>
            <a:noFill/>
          </a:ln>
        </p:spPr>
      </p:sp>
      <p:sp>
        <p:nvSpPr>
          <p:cNvPr id="1069" name="Google Shape;1069;p107"/>
          <p:cNvSpPr/>
          <p:nvPr/>
        </p:nvSpPr>
        <p:spPr>
          <a:xfrm>
            <a:off x="503400" y="1373263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107"/>
          <p:cNvSpPr/>
          <p:nvPr>
            <p:ph idx="3" type="pic"/>
          </p:nvPr>
        </p:nvSpPr>
        <p:spPr>
          <a:xfrm>
            <a:off x="4883475" y="1643050"/>
            <a:ext cx="1447800" cy="1447800"/>
          </a:xfrm>
          <a:prstGeom prst="rect">
            <a:avLst/>
          </a:prstGeom>
          <a:noFill/>
          <a:ln>
            <a:noFill/>
          </a:ln>
        </p:spPr>
      </p:sp>
      <p:sp>
        <p:nvSpPr>
          <p:cNvPr id="1071" name="Google Shape;1071;p107"/>
          <p:cNvSpPr/>
          <p:nvPr/>
        </p:nvSpPr>
        <p:spPr>
          <a:xfrm>
            <a:off x="4654900" y="1373263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107"/>
          <p:cNvSpPr txBox="1"/>
          <p:nvPr>
            <p:ph idx="4" type="ctrTitle"/>
          </p:nvPr>
        </p:nvSpPr>
        <p:spPr>
          <a:xfrm>
            <a:off x="747550" y="3158625"/>
            <a:ext cx="1416600" cy="2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Medium"/>
              <a:buNone/>
              <a:defRPr sz="9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3" name="Google Shape;1073;p107"/>
          <p:cNvSpPr txBox="1"/>
          <p:nvPr>
            <p:ph idx="1" type="subTitle"/>
          </p:nvPr>
        </p:nvSpPr>
        <p:spPr>
          <a:xfrm>
            <a:off x="2481525" y="1563775"/>
            <a:ext cx="1996200" cy="18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Plus Jakarta Sans"/>
              <a:buNone/>
              <a:defRPr sz="800">
                <a:solidFill>
                  <a:srgbClr val="7F7F7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074" name="Google Shape;1074;p107"/>
          <p:cNvSpPr/>
          <p:nvPr/>
        </p:nvSpPr>
        <p:spPr>
          <a:xfrm>
            <a:off x="4883475" y="3089325"/>
            <a:ext cx="1447800" cy="377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075" name="Google Shape;1075;p107"/>
          <p:cNvSpPr txBox="1"/>
          <p:nvPr>
            <p:ph idx="5" type="ctrTitle"/>
          </p:nvPr>
        </p:nvSpPr>
        <p:spPr>
          <a:xfrm>
            <a:off x="4900575" y="3158625"/>
            <a:ext cx="1416600" cy="2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Medium"/>
              <a:buNone/>
              <a:defRPr sz="9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6" name="Google Shape;1076;p107"/>
          <p:cNvSpPr txBox="1"/>
          <p:nvPr>
            <p:ph idx="6" type="subTitle"/>
          </p:nvPr>
        </p:nvSpPr>
        <p:spPr>
          <a:xfrm>
            <a:off x="6563400" y="1572000"/>
            <a:ext cx="1996200" cy="18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Plus Jakarta Sans"/>
              <a:buNone/>
              <a:defRPr sz="800">
                <a:solidFill>
                  <a:srgbClr val="7F7F7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pic>
        <p:nvPicPr>
          <p:cNvPr id="1077" name="Google Shape;1077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stimonial 2">
  <p:cSld name="CUSTOM_10_1"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08"/>
          <p:cNvSpPr txBox="1"/>
          <p:nvPr>
            <p:ph type="title"/>
          </p:nvPr>
        </p:nvSpPr>
        <p:spPr>
          <a:xfrm>
            <a:off x="657225" y="445025"/>
            <a:ext cx="817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0" name="Google Shape;1080;p108"/>
          <p:cNvSpPr/>
          <p:nvPr/>
        </p:nvSpPr>
        <p:spPr>
          <a:xfrm>
            <a:off x="4884925" y="1641550"/>
            <a:ext cx="3624300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1" name="Google Shape;1081;p108"/>
          <p:cNvSpPr/>
          <p:nvPr/>
        </p:nvSpPr>
        <p:spPr>
          <a:xfrm>
            <a:off x="2572125" y="1373263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108"/>
          <p:cNvSpPr/>
          <p:nvPr>
            <p:ph idx="2" type="pic"/>
          </p:nvPr>
        </p:nvSpPr>
        <p:spPr>
          <a:xfrm>
            <a:off x="4707138" y="1643050"/>
            <a:ext cx="1624200" cy="1890600"/>
          </a:xfrm>
          <a:prstGeom prst="rect">
            <a:avLst/>
          </a:prstGeom>
          <a:noFill/>
          <a:ln>
            <a:noFill/>
          </a:ln>
        </p:spPr>
      </p:sp>
      <p:sp>
        <p:nvSpPr>
          <p:cNvPr id="1083" name="Google Shape;1083;p108"/>
          <p:cNvSpPr/>
          <p:nvPr/>
        </p:nvSpPr>
        <p:spPr>
          <a:xfrm>
            <a:off x="6647050" y="1373263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108"/>
          <p:cNvSpPr txBox="1"/>
          <p:nvPr>
            <p:ph idx="1" type="subTitle"/>
          </p:nvPr>
        </p:nvSpPr>
        <p:spPr>
          <a:xfrm>
            <a:off x="2481525" y="1889850"/>
            <a:ext cx="1996200" cy="18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Plus Jakarta Sans"/>
              <a:buNone/>
              <a:defRPr sz="800">
                <a:solidFill>
                  <a:srgbClr val="7F7F7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085" name="Google Shape;1085;p108"/>
          <p:cNvSpPr txBox="1"/>
          <p:nvPr>
            <p:ph idx="3" type="subTitle"/>
          </p:nvPr>
        </p:nvSpPr>
        <p:spPr>
          <a:xfrm>
            <a:off x="6563400" y="1898075"/>
            <a:ext cx="1996200" cy="18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Plus Jakarta Sans"/>
              <a:buNone/>
              <a:defRPr sz="800">
                <a:solidFill>
                  <a:srgbClr val="7F7F7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086" name="Google Shape;1086;p108"/>
          <p:cNvSpPr/>
          <p:nvPr>
            <p:ph idx="4" type="pic"/>
          </p:nvPr>
        </p:nvSpPr>
        <p:spPr>
          <a:xfrm>
            <a:off x="627888" y="1643050"/>
            <a:ext cx="1624200" cy="1890600"/>
          </a:xfrm>
          <a:prstGeom prst="rect">
            <a:avLst/>
          </a:prstGeom>
          <a:noFill/>
          <a:ln>
            <a:noFill/>
          </a:ln>
        </p:spPr>
      </p:sp>
      <p:pic>
        <p:nvPicPr>
          <p:cNvPr id="1087" name="Google Shape;1087;p1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">
  <p:cSld name="CUSTOM_9"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109"/>
          <p:cNvSpPr txBox="1"/>
          <p:nvPr>
            <p:ph type="title"/>
          </p:nvPr>
        </p:nvSpPr>
        <p:spPr>
          <a:xfrm>
            <a:off x="747900" y="521275"/>
            <a:ext cx="745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1090" name="Google Shape;1090;p109"/>
          <p:cNvGraphicFramePr/>
          <p:nvPr/>
        </p:nvGraphicFramePr>
        <p:xfrm>
          <a:off x="741075" y="161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{613A0997-6323-4278-BD82-C2A74B1DFADB}</a:tableStyleId>
              </a:tblPr>
              <a:tblGrid>
                <a:gridCol w="1626500"/>
                <a:gridCol w="971800"/>
                <a:gridCol w="971800"/>
                <a:gridCol w="971800"/>
                <a:gridCol w="971800"/>
                <a:gridCol w="971800"/>
                <a:gridCol w="964950"/>
              </a:tblGrid>
              <a:tr h="32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7425" marB="27425" marR="64000" marL="64000" anchor="ctr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</a:tr>
              <a:tr h="32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2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2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475">
                <a:tc gridSpan="6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595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5959"/>
                    </a:solidFill>
                  </a:tcPr>
                </a:tc>
              </a:tr>
            </a:tbl>
          </a:graphicData>
        </a:graphic>
      </p:graphicFrame>
      <p:pic>
        <p:nvPicPr>
          <p:cNvPr id="1091" name="Google Shape;1091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7">
  <p:cSld name="CUSTOM_7"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110"/>
          <p:cNvSpPr/>
          <p:nvPr/>
        </p:nvSpPr>
        <p:spPr>
          <a:xfrm>
            <a:off x="0" y="0"/>
            <a:ext cx="9144000" cy="5153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110"/>
          <p:cNvSpPr txBox="1"/>
          <p:nvPr>
            <p:ph type="title"/>
          </p:nvPr>
        </p:nvSpPr>
        <p:spPr>
          <a:xfrm>
            <a:off x="311700" y="22902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5">
  <p:cSld name="CUSTOM_5"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111"/>
          <p:cNvSpPr/>
          <p:nvPr/>
        </p:nvSpPr>
        <p:spPr>
          <a:xfrm>
            <a:off x="0" y="0"/>
            <a:ext cx="9144000" cy="5153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111"/>
          <p:cNvSpPr txBox="1"/>
          <p:nvPr>
            <p:ph type="title"/>
          </p:nvPr>
        </p:nvSpPr>
        <p:spPr>
          <a:xfrm>
            <a:off x="311700" y="22902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Plus Jakarta Sans"/>
              <a:buNone/>
              <a:defRPr b="1" sz="41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CUSTOM_6"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112"/>
          <p:cNvSpPr/>
          <p:nvPr/>
        </p:nvSpPr>
        <p:spPr>
          <a:xfrm>
            <a:off x="0" y="0"/>
            <a:ext cx="9144000" cy="5153100"/>
          </a:xfrm>
          <a:prstGeom prst="rect">
            <a:avLst/>
          </a:prstGeom>
          <a:solidFill>
            <a:srgbClr val="F359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112"/>
          <p:cNvSpPr txBox="1"/>
          <p:nvPr>
            <p:ph type="title"/>
          </p:nvPr>
        </p:nvSpPr>
        <p:spPr>
          <a:xfrm>
            <a:off x="311700" y="22902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Plus Jakarta Sans"/>
              <a:buNone/>
              <a:defRPr b="1" sz="41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3" name="Google Shape;1103;p1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 sz="1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04" name="Google Shape;1104;p1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 sz="1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05" name="Google Shape;1105;p1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1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08" name="Google Shape;1108;p1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09" name="Google Shape;1109;p1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1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Plus Jakarta Sans"/>
              <a:buNone/>
              <a:defRPr b="1" sz="36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3" name="Google Shape;1113;p1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us Jakarta Sans"/>
              <a:buNone/>
              <a:defRPr sz="21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14" name="Google Shape;1114;p1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115" name="Google Shape;1115;p1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16" name="Google Shape;1116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1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19" name="Google Shape;1119;p1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1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22" name="Google Shape;1122;p1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3" name="Google Shape;1123;p1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26" name="Google Shape;1126;p1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Color Grey - Blank">
  <p:cSld name="Blank_3"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119"/>
          <p:cNvSpPr/>
          <p:nvPr/>
        </p:nvSpPr>
        <p:spPr>
          <a:xfrm>
            <a:off x="4554300" y="0"/>
            <a:ext cx="4589700" cy="51435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9" name="Google Shape;1129;p119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1130" name="Google Shape;1130;p119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119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119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119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119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119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36" name="Google Shape;1136;p1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ix + Google Content slide with Image">
  <p:cSld name="CUSTOM"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120"/>
          <p:cNvSpPr/>
          <p:nvPr>
            <p:ph idx="2" type="pic"/>
          </p:nvPr>
        </p:nvSpPr>
        <p:spPr>
          <a:xfrm>
            <a:off x="4580025" y="0"/>
            <a:ext cx="4563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39" name="Google Shape;1139;p120"/>
          <p:cNvSpPr txBox="1"/>
          <p:nvPr>
            <p:ph type="ctrTitle"/>
          </p:nvPr>
        </p:nvSpPr>
        <p:spPr>
          <a:xfrm>
            <a:off x="285025" y="1575125"/>
            <a:ext cx="3541500" cy="19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Plus Jakarta Sans ExtraBold"/>
              <a:buNone/>
              <a:defRPr sz="4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1140" name="Google Shape;1140;p1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025" y="235675"/>
            <a:ext cx="873148" cy="8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120"/>
          <p:cNvSpPr/>
          <p:nvPr/>
        </p:nvSpPr>
        <p:spPr>
          <a:xfrm>
            <a:off x="1319928" y="461366"/>
            <a:ext cx="12300" cy="4503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2" name="Google Shape;1142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3000" y="578188"/>
            <a:ext cx="1607649" cy="28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ix + Azure Content slide with Image 2">
  <p:cSld name="CUSTOM_17"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121"/>
          <p:cNvSpPr/>
          <p:nvPr>
            <p:ph idx="2" type="pic"/>
          </p:nvPr>
        </p:nvSpPr>
        <p:spPr>
          <a:xfrm>
            <a:off x="4580025" y="0"/>
            <a:ext cx="4563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45" name="Google Shape;1145;p121"/>
          <p:cNvSpPr txBox="1"/>
          <p:nvPr>
            <p:ph type="ctrTitle"/>
          </p:nvPr>
        </p:nvSpPr>
        <p:spPr>
          <a:xfrm>
            <a:off x="285025" y="1575125"/>
            <a:ext cx="3541500" cy="19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Plus Jakarta Sans ExtraBold"/>
              <a:buNone/>
              <a:defRPr sz="4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1146" name="Google Shape;1146;p1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025" y="235675"/>
            <a:ext cx="873148" cy="8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p121"/>
          <p:cNvSpPr/>
          <p:nvPr/>
        </p:nvSpPr>
        <p:spPr>
          <a:xfrm>
            <a:off x="1319928" y="461366"/>
            <a:ext cx="12300" cy="4503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8" name="Google Shape;1148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3000" y="452418"/>
            <a:ext cx="1396951" cy="40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ix + AWS Content slide with Image 2">
  <p:cSld name="CUSTOM_17_1"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122"/>
          <p:cNvSpPr/>
          <p:nvPr>
            <p:ph idx="2" type="pic"/>
          </p:nvPr>
        </p:nvSpPr>
        <p:spPr>
          <a:xfrm>
            <a:off x="4580025" y="0"/>
            <a:ext cx="4563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51" name="Google Shape;1151;p122"/>
          <p:cNvSpPr txBox="1"/>
          <p:nvPr>
            <p:ph type="ctrTitle"/>
          </p:nvPr>
        </p:nvSpPr>
        <p:spPr>
          <a:xfrm>
            <a:off x="285025" y="1575125"/>
            <a:ext cx="3541500" cy="19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Plus Jakarta Sans ExtraBold"/>
              <a:buNone/>
              <a:defRPr sz="4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1152" name="Google Shape;1152;p1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025" y="235675"/>
            <a:ext cx="873148" cy="8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p122"/>
          <p:cNvSpPr/>
          <p:nvPr/>
        </p:nvSpPr>
        <p:spPr>
          <a:xfrm>
            <a:off x="1345216" y="461366"/>
            <a:ext cx="12300" cy="4503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4" name="Google Shape;1154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1746" y="484610"/>
            <a:ext cx="674800" cy="403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ix + Google Content slide with Image 1">
  <p:cSld name="CUSTOM_15"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123"/>
          <p:cNvSpPr txBox="1"/>
          <p:nvPr>
            <p:ph type="ctrTitle"/>
          </p:nvPr>
        </p:nvSpPr>
        <p:spPr>
          <a:xfrm>
            <a:off x="285025" y="1575125"/>
            <a:ext cx="3541500" cy="19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Plus Jakarta Sans ExtraBold"/>
              <a:buNone/>
              <a:defRPr sz="4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1157" name="Google Shape;1157;p1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025" y="235675"/>
            <a:ext cx="873148" cy="8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123"/>
          <p:cNvSpPr/>
          <p:nvPr/>
        </p:nvSpPr>
        <p:spPr>
          <a:xfrm>
            <a:off x="1319928" y="461366"/>
            <a:ext cx="12300" cy="4503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9" name="Google Shape;1159;p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3000" y="578188"/>
            <a:ext cx="1607649" cy="28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with Image 1">
  <p:cSld name="CUSTOM_14"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24"/>
          <p:cNvSpPr/>
          <p:nvPr>
            <p:ph idx="2" type="pic"/>
          </p:nvPr>
        </p:nvSpPr>
        <p:spPr>
          <a:xfrm>
            <a:off x="4580025" y="0"/>
            <a:ext cx="4563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62" name="Google Shape;1162;p124"/>
          <p:cNvSpPr txBox="1"/>
          <p:nvPr>
            <p:ph type="ctrTitle"/>
          </p:nvPr>
        </p:nvSpPr>
        <p:spPr>
          <a:xfrm>
            <a:off x="432650" y="885125"/>
            <a:ext cx="26904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63" name="Google Shape;1163;p124"/>
          <p:cNvSpPr txBox="1"/>
          <p:nvPr>
            <p:ph idx="3" type="ctrTitle"/>
          </p:nvPr>
        </p:nvSpPr>
        <p:spPr>
          <a:xfrm>
            <a:off x="432650" y="13816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1164" name="Google Shape;1164;p1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ert layout">
  <p:cSld name="CUSTOM_13"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125"/>
          <p:cNvSpPr/>
          <p:nvPr/>
        </p:nvSpPr>
        <p:spPr>
          <a:xfrm>
            <a:off x="766464" y="1501439"/>
            <a:ext cx="7644300" cy="305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7" name="Google Shape;1167;p125"/>
          <p:cNvSpPr txBox="1"/>
          <p:nvPr>
            <p:ph type="ctrTitle"/>
          </p:nvPr>
        </p:nvSpPr>
        <p:spPr>
          <a:xfrm>
            <a:off x="661950" y="370775"/>
            <a:ext cx="3541500" cy="8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68" name="Google Shape;1168;p125"/>
          <p:cNvSpPr txBox="1"/>
          <p:nvPr>
            <p:ph idx="2" type="ctrTitle"/>
          </p:nvPr>
        </p:nvSpPr>
        <p:spPr>
          <a:xfrm>
            <a:off x="4431500" y="22459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169" name="Google Shape;1169;p125"/>
          <p:cNvSpPr/>
          <p:nvPr>
            <p:ph idx="3" type="pic"/>
          </p:nvPr>
        </p:nvSpPr>
        <p:spPr>
          <a:xfrm>
            <a:off x="766475" y="1501400"/>
            <a:ext cx="30540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170" name="Google Shape;1170;p125"/>
          <p:cNvSpPr txBox="1"/>
          <p:nvPr>
            <p:ph idx="4" type="ctrTitle"/>
          </p:nvPr>
        </p:nvSpPr>
        <p:spPr>
          <a:xfrm>
            <a:off x="4431500" y="19452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171" name="Google Shape;1171;p125"/>
          <p:cNvSpPr txBox="1"/>
          <p:nvPr>
            <p:ph idx="5" type="ctrTitle"/>
          </p:nvPr>
        </p:nvSpPr>
        <p:spPr>
          <a:xfrm>
            <a:off x="4431500" y="164466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"/>
              <a:buNone/>
              <a:defRPr b="1" sz="1200">
                <a:solidFill>
                  <a:srgbClr val="F4626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1172" name="Google Shape;1172;p1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Expert layout">
  <p:cSld name="CUSTOM_13_2"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126"/>
          <p:cNvSpPr txBox="1"/>
          <p:nvPr>
            <p:ph type="ctrTitle"/>
          </p:nvPr>
        </p:nvSpPr>
        <p:spPr>
          <a:xfrm>
            <a:off x="620150" y="529675"/>
            <a:ext cx="60357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75" name="Google Shape;1175;p126"/>
          <p:cNvSpPr/>
          <p:nvPr>
            <p:ph idx="2" type="pic"/>
          </p:nvPr>
        </p:nvSpPr>
        <p:spPr>
          <a:xfrm>
            <a:off x="733425" y="1366325"/>
            <a:ext cx="1444800" cy="144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76" name="Google Shape;1176;p126"/>
          <p:cNvSpPr/>
          <p:nvPr>
            <p:ph idx="3" type="pic"/>
          </p:nvPr>
        </p:nvSpPr>
        <p:spPr>
          <a:xfrm>
            <a:off x="733425" y="3116900"/>
            <a:ext cx="1444800" cy="144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77" name="Google Shape;1177;p126"/>
          <p:cNvSpPr/>
          <p:nvPr>
            <p:ph idx="4" type="pic"/>
          </p:nvPr>
        </p:nvSpPr>
        <p:spPr>
          <a:xfrm>
            <a:off x="4788050" y="1366325"/>
            <a:ext cx="1444800" cy="144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78" name="Google Shape;1178;p126"/>
          <p:cNvSpPr/>
          <p:nvPr>
            <p:ph idx="5" type="pic"/>
          </p:nvPr>
        </p:nvSpPr>
        <p:spPr>
          <a:xfrm>
            <a:off x="4788050" y="3116900"/>
            <a:ext cx="1444800" cy="144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79" name="Google Shape;1179;p126"/>
          <p:cNvSpPr/>
          <p:nvPr/>
        </p:nvSpPr>
        <p:spPr>
          <a:xfrm>
            <a:off x="1334318" y="2512334"/>
            <a:ext cx="1511700" cy="3018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180" name="Google Shape;1180;p126"/>
          <p:cNvSpPr/>
          <p:nvPr/>
        </p:nvSpPr>
        <p:spPr>
          <a:xfrm>
            <a:off x="1334318" y="4253375"/>
            <a:ext cx="1511700" cy="3018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181" name="Google Shape;1181;p126"/>
          <p:cNvSpPr/>
          <p:nvPr/>
        </p:nvSpPr>
        <p:spPr>
          <a:xfrm>
            <a:off x="5387205" y="2512334"/>
            <a:ext cx="1511700" cy="3018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182" name="Google Shape;1182;p126"/>
          <p:cNvSpPr/>
          <p:nvPr/>
        </p:nvSpPr>
        <p:spPr>
          <a:xfrm>
            <a:off x="5387205" y="4253375"/>
            <a:ext cx="1511700" cy="3018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183" name="Google Shape;1183;p126"/>
          <p:cNvSpPr txBox="1"/>
          <p:nvPr>
            <p:ph idx="6" type="ctrTitle"/>
          </p:nvPr>
        </p:nvSpPr>
        <p:spPr>
          <a:xfrm>
            <a:off x="2291850" y="19671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184" name="Google Shape;1184;p126"/>
          <p:cNvSpPr txBox="1"/>
          <p:nvPr>
            <p:ph idx="7" type="ctrTitle"/>
          </p:nvPr>
        </p:nvSpPr>
        <p:spPr>
          <a:xfrm>
            <a:off x="2291850" y="16665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185" name="Google Shape;1185;p126"/>
          <p:cNvSpPr txBox="1"/>
          <p:nvPr>
            <p:ph idx="8" type="ctrTitle"/>
          </p:nvPr>
        </p:nvSpPr>
        <p:spPr>
          <a:xfrm>
            <a:off x="6347175" y="19671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186" name="Google Shape;1186;p126"/>
          <p:cNvSpPr txBox="1"/>
          <p:nvPr>
            <p:ph idx="9" type="ctrTitle"/>
          </p:nvPr>
        </p:nvSpPr>
        <p:spPr>
          <a:xfrm>
            <a:off x="6347175" y="16665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187" name="Google Shape;1187;p126"/>
          <p:cNvSpPr txBox="1"/>
          <p:nvPr>
            <p:ph idx="13" type="ctrTitle"/>
          </p:nvPr>
        </p:nvSpPr>
        <p:spPr>
          <a:xfrm>
            <a:off x="6347175" y="367587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188" name="Google Shape;1188;p126"/>
          <p:cNvSpPr txBox="1"/>
          <p:nvPr>
            <p:ph idx="14" type="ctrTitle"/>
          </p:nvPr>
        </p:nvSpPr>
        <p:spPr>
          <a:xfrm>
            <a:off x="6347175" y="33752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189" name="Google Shape;1189;p126"/>
          <p:cNvSpPr txBox="1"/>
          <p:nvPr>
            <p:ph idx="15" type="ctrTitle"/>
          </p:nvPr>
        </p:nvSpPr>
        <p:spPr>
          <a:xfrm>
            <a:off x="2291850" y="367587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190" name="Google Shape;1190;p126"/>
          <p:cNvSpPr txBox="1"/>
          <p:nvPr>
            <p:ph idx="16" type="ctrTitle"/>
          </p:nvPr>
        </p:nvSpPr>
        <p:spPr>
          <a:xfrm>
            <a:off x="2291850" y="33752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191" name="Google Shape;1191;p126"/>
          <p:cNvSpPr txBox="1"/>
          <p:nvPr>
            <p:ph idx="17" type="ctrTitle"/>
          </p:nvPr>
        </p:nvSpPr>
        <p:spPr>
          <a:xfrm>
            <a:off x="1452375" y="2437275"/>
            <a:ext cx="1275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192" name="Google Shape;1192;p126"/>
          <p:cNvSpPr txBox="1"/>
          <p:nvPr>
            <p:ph idx="18" type="ctrTitle"/>
          </p:nvPr>
        </p:nvSpPr>
        <p:spPr>
          <a:xfrm>
            <a:off x="5505250" y="2437275"/>
            <a:ext cx="1275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193" name="Google Shape;1193;p126"/>
          <p:cNvSpPr txBox="1"/>
          <p:nvPr>
            <p:ph idx="19" type="ctrTitle"/>
          </p:nvPr>
        </p:nvSpPr>
        <p:spPr>
          <a:xfrm>
            <a:off x="1452375" y="4154325"/>
            <a:ext cx="1275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194" name="Google Shape;1194;p126"/>
          <p:cNvSpPr txBox="1"/>
          <p:nvPr>
            <p:ph idx="20" type="ctrTitle"/>
          </p:nvPr>
        </p:nvSpPr>
        <p:spPr>
          <a:xfrm>
            <a:off x="5505250" y="4154325"/>
            <a:ext cx="1275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1195" name="Google Shape;1195;p1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product 1">
  <p:cSld name="CUSTOM_13_2_1"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127"/>
          <p:cNvSpPr txBox="1"/>
          <p:nvPr>
            <p:ph type="ctrTitle"/>
          </p:nvPr>
        </p:nvSpPr>
        <p:spPr>
          <a:xfrm>
            <a:off x="432650" y="885125"/>
            <a:ext cx="26904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1198" name="Google Shape;1198;p1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48500" y="1120675"/>
            <a:ext cx="5724976" cy="326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127"/>
          <p:cNvSpPr/>
          <p:nvPr/>
        </p:nvSpPr>
        <p:spPr>
          <a:xfrm>
            <a:off x="3911050" y="1340450"/>
            <a:ext cx="4362900" cy="2755800"/>
          </a:xfrm>
          <a:prstGeom prst="rect">
            <a:avLst/>
          </a:prstGeom>
          <a:solidFill>
            <a:srgbClr val="3049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127"/>
          <p:cNvSpPr txBox="1"/>
          <p:nvPr>
            <p:ph idx="2" type="ctrTitle"/>
          </p:nvPr>
        </p:nvSpPr>
        <p:spPr>
          <a:xfrm>
            <a:off x="432650" y="24013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201" name="Google Shape;1201;p127"/>
          <p:cNvSpPr/>
          <p:nvPr>
            <p:ph idx="3" type="pic"/>
          </p:nvPr>
        </p:nvSpPr>
        <p:spPr>
          <a:xfrm>
            <a:off x="3911050" y="1340450"/>
            <a:ext cx="4362900" cy="2755800"/>
          </a:xfrm>
          <a:prstGeom prst="rect">
            <a:avLst/>
          </a:prstGeom>
          <a:noFill/>
          <a:ln>
            <a:noFill/>
          </a:ln>
        </p:spPr>
      </p:sp>
      <p:pic>
        <p:nvPicPr>
          <p:cNvPr id="1202" name="Google Shape;1202;p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4552" y="2397059"/>
            <a:ext cx="715900" cy="71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3" name="Google Shape;1203;p1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product 2">
  <p:cSld name="CUSTOM_13_2_1_1"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128"/>
          <p:cNvSpPr txBox="1"/>
          <p:nvPr>
            <p:ph type="ctrTitle"/>
          </p:nvPr>
        </p:nvSpPr>
        <p:spPr>
          <a:xfrm>
            <a:off x="432650" y="885125"/>
            <a:ext cx="26904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06" name="Google Shape;1206;p128"/>
          <p:cNvSpPr txBox="1"/>
          <p:nvPr>
            <p:ph idx="2" type="ctrTitle"/>
          </p:nvPr>
        </p:nvSpPr>
        <p:spPr>
          <a:xfrm>
            <a:off x="432650" y="24013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grpSp>
        <p:nvGrpSpPr>
          <p:cNvPr id="1207" name="Google Shape;1207;p128"/>
          <p:cNvGrpSpPr/>
          <p:nvPr/>
        </p:nvGrpSpPr>
        <p:grpSpPr>
          <a:xfrm rot="-5400000">
            <a:off x="4626657" y="367340"/>
            <a:ext cx="3214002" cy="4533167"/>
            <a:chOff x="0" y="0"/>
            <a:chExt cx="2701296" cy="3810024"/>
          </a:xfrm>
        </p:grpSpPr>
        <p:sp>
          <p:nvSpPr>
            <p:cNvPr id="1208" name="Google Shape;1208;p128"/>
            <p:cNvSpPr/>
            <p:nvPr/>
          </p:nvSpPr>
          <p:spPr>
            <a:xfrm>
              <a:off x="0" y="0"/>
              <a:ext cx="2701296" cy="3810024"/>
            </a:xfrm>
            <a:custGeom>
              <a:rect b="b" l="l" r="r" t="t"/>
              <a:pathLst>
                <a:path extrusionOk="0" h="21600" w="21600">
                  <a:moveTo>
                    <a:pt x="20422" y="21600"/>
                  </a:moveTo>
                  <a:lnTo>
                    <a:pt x="1178" y="21600"/>
                  </a:lnTo>
                  <a:cubicBezTo>
                    <a:pt x="525" y="21600"/>
                    <a:pt x="0" y="21228"/>
                    <a:pt x="0" y="20767"/>
                  </a:cubicBezTo>
                  <a:lnTo>
                    <a:pt x="0" y="835"/>
                  </a:lnTo>
                  <a:cubicBezTo>
                    <a:pt x="0" y="372"/>
                    <a:pt x="525" y="0"/>
                    <a:pt x="1178" y="0"/>
                  </a:cubicBezTo>
                  <a:lnTo>
                    <a:pt x="20422" y="0"/>
                  </a:lnTo>
                  <a:cubicBezTo>
                    <a:pt x="21075" y="0"/>
                    <a:pt x="21600" y="372"/>
                    <a:pt x="21600" y="835"/>
                  </a:cubicBezTo>
                  <a:lnTo>
                    <a:pt x="21600" y="20767"/>
                  </a:lnTo>
                  <a:cubicBezTo>
                    <a:pt x="21600" y="21228"/>
                    <a:pt x="21075" y="21600"/>
                    <a:pt x="20422" y="21600"/>
                  </a:cubicBezTo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209" name="Google Shape;1209;p128"/>
            <p:cNvSpPr/>
            <p:nvPr/>
          </p:nvSpPr>
          <p:spPr>
            <a:xfrm>
              <a:off x="16384" y="16384"/>
              <a:ext cx="2666682" cy="3775410"/>
            </a:xfrm>
            <a:custGeom>
              <a:rect b="b" l="l" r="r" t="t"/>
              <a:pathLst>
                <a:path extrusionOk="0" h="21600" w="21600">
                  <a:moveTo>
                    <a:pt x="20547" y="21600"/>
                  </a:moveTo>
                  <a:lnTo>
                    <a:pt x="1053" y="21600"/>
                  </a:lnTo>
                  <a:cubicBezTo>
                    <a:pt x="468" y="21600"/>
                    <a:pt x="0" y="21269"/>
                    <a:pt x="0" y="20858"/>
                  </a:cubicBezTo>
                  <a:lnTo>
                    <a:pt x="0" y="744"/>
                  </a:lnTo>
                  <a:cubicBezTo>
                    <a:pt x="0" y="331"/>
                    <a:pt x="468" y="0"/>
                    <a:pt x="1053" y="0"/>
                  </a:cubicBezTo>
                  <a:lnTo>
                    <a:pt x="20547" y="0"/>
                  </a:lnTo>
                  <a:cubicBezTo>
                    <a:pt x="21132" y="0"/>
                    <a:pt x="21600" y="331"/>
                    <a:pt x="21600" y="744"/>
                  </a:cubicBezTo>
                  <a:lnTo>
                    <a:pt x="21600" y="20858"/>
                  </a:lnTo>
                  <a:cubicBezTo>
                    <a:pt x="21600" y="21269"/>
                    <a:pt x="21132" y="21600"/>
                    <a:pt x="20547" y="21600"/>
                  </a:cubicBezTo>
                </a:path>
              </a:pathLst>
            </a:custGeom>
            <a:solidFill>
              <a:srgbClr val="080808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210" name="Google Shape;1210;p128"/>
            <p:cNvSpPr/>
            <p:nvPr/>
          </p:nvSpPr>
          <p:spPr>
            <a:xfrm>
              <a:off x="154746" y="320416"/>
              <a:ext cx="2389986" cy="3169152"/>
            </a:xfrm>
            <a:custGeom>
              <a:rect b="b" l="l" r="r" t="t"/>
              <a:pathLst>
                <a:path extrusionOk="0" h="21600" w="21600">
                  <a:moveTo>
                    <a:pt x="21443" y="21600"/>
                  </a:moveTo>
                  <a:lnTo>
                    <a:pt x="157" y="21600"/>
                  </a:lnTo>
                  <a:cubicBezTo>
                    <a:pt x="71" y="21600"/>
                    <a:pt x="0" y="21547"/>
                    <a:pt x="0" y="21482"/>
                  </a:cubicBezTo>
                  <a:lnTo>
                    <a:pt x="0" y="118"/>
                  </a:lnTo>
                  <a:cubicBezTo>
                    <a:pt x="0" y="53"/>
                    <a:pt x="71" y="0"/>
                    <a:pt x="157" y="0"/>
                  </a:cubicBezTo>
                  <a:lnTo>
                    <a:pt x="21443" y="0"/>
                  </a:lnTo>
                  <a:cubicBezTo>
                    <a:pt x="21533" y="0"/>
                    <a:pt x="21600" y="53"/>
                    <a:pt x="21600" y="118"/>
                  </a:cubicBezTo>
                  <a:lnTo>
                    <a:pt x="21600" y="21482"/>
                  </a:lnTo>
                  <a:cubicBezTo>
                    <a:pt x="21600" y="21547"/>
                    <a:pt x="21533" y="21600"/>
                    <a:pt x="21443" y="21600"/>
                  </a:cubicBezTo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211" name="Google Shape;1211;p128"/>
            <p:cNvSpPr/>
            <p:nvPr/>
          </p:nvSpPr>
          <p:spPr>
            <a:xfrm>
              <a:off x="163849" y="327699"/>
              <a:ext cx="2373570" cy="3152790"/>
            </a:xfrm>
            <a:custGeom>
              <a:rect b="b" l="l" r="r" t="t"/>
              <a:pathLst>
                <a:path extrusionOk="0" h="21600" w="21600">
                  <a:moveTo>
                    <a:pt x="21442" y="21600"/>
                  </a:moveTo>
                  <a:lnTo>
                    <a:pt x="158" y="21600"/>
                  </a:lnTo>
                  <a:cubicBezTo>
                    <a:pt x="71" y="21600"/>
                    <a:pt x="0" y="21546"/>
                    <a:pt x="0" y="21481"/>
                  </a:cubicBezTo>
                  <a:lnTo>
                    <a:pt x="0" y="119"/>
                  </a:lnTo>
                  <a:cubicBezTo>
                    <a:pt x="0" y="54"/>
                    <a:pt x="71" y="0"/>
                    <a:pt x="158" y="0"/>
                  </a:cubicBezTo>
                  <a:lnTo>
                    <a:pt x="21442" y="0"/>
                  </a:lnTo>
                  <a:cubicBezTo>
                    <a:pt x="21532" y="0"/>
                    <a:pt x="21600" y="54"/>
                    <a:pt x="21600" y="119"/>
                  </a:cubicBezTo>
                  <a:lnTo>
                    <a:pt x="21600" y="21481"/>
                  </a:lnTo>
                  <a:cubicBezTo>
                    <a:pt x="21600" y="21546"/>
                    <a:pt x="21532" y="21600"/>
                    <a:pt x="21442" y="21600"/>
                  </a:cubicBezTo>
                </a:path>
              </a:pathLst>
            </a:custGeom>
            <a:solidFill>
              <a:srgbClr val="3D3D3F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212" name="Google Shape;1212;p128"/>
            <p:cNvSpPr/>
            <p:nvPr/>
          </p:nvSpPr>
          <p:spPr>
            <a:xfrm>
              <a:off x="1329305" y="149589"/>
              <a:ext cx="43003" cy="42698"/>
            </a:xfrm>
            <a:custGeom>
              <a:rect b="b" l="l" r="r" t="t"/>
              <a:pathLst>
                <a:path extrusionOk="0" h="21296" w="21448">
                  <a:moveTo>
                    <a:pt x="11463" y="52"/>
                  </a:moveTo>
                  <a:cubicBezTo>
                    <a:pt x="13501" y="52"/>
                    <a:pt x="15131" y="663"/>
                    <a:pt x="16761" y="1682"/>
                  </a:cubicBezTo>
                  <a:cubicBezTo>
                    <a:pt x="18391" y="2905"/>
                    <a:pt x="19206" y="4127"/>
                    <a:pt x="20225" y="5961"/>
                  </a:cubicBezTo>
                  <a:cubicBezTo>
                    <a:pt x="21040" y="7795"/>
                    <a:pt x="21448" y="9629"/>
                    <a:pt x="21448" y="11463"/>
                  </a:cubicBezTo>
                  <a:cubicBezTo>
                    <a:pt x="21244" y="13501"/>
                    <a:pt x="20633" y="14927"/>
                    <a:pt x="19614" y="16557"/>
                  </a:cubicBezTo>
                  <a:cubicBezTo>
                    <a:pt x="18391" y="18188"/>
                    <a:pt x="17169" y="19410"/>
                    <a:pt x="15335" y="20225"/>
                  </a:cubicBezTo>
                  <a:cubicBezTo>
                    <a:pt x="13501" y="21040"/>
                    <a:pt x="11667" y="21448"/>
                    <a:pt x="9833" y="21244"/>
                  </a:cubicBezTo>
                  <a:cubicBezTo>
                    <a:pt x="7795" y="21244"/>
                    <a:pt x="6369" y="20633"/>
                    <a:pt x="4739" y="19410"/>
                  </a:cubicBezTo>
                  <a:cubicBezTo>
                    <a:pt x="3108" y="18391"/>
                    <a:pt x="1886" y="17169"/>
                    <a:pt x="1071" y="15335"/>
                  </a:cubicBezTo>
                  <a:cubicBezTo>
                    <a:pt x="256" y="13501"/>
                    <a:pt x="-152" y="11871"/>
                    <a:pt x="52" y="9833"/>
                  </a:cubicBezTo>
                  <a:cubicBezTo>
                    <a:pt x="256" y="7999"/>
                    <a:pt x="663" y="6369"/>
                    <a:pt x="1886" y="4739"/>
                  </a:cubicBezTo>
                  <a:cubicBezTo>
                    <a:pt x="2905" y="3108"/>
                    <a:pt x="4127" y="1886"/>
                    <a:pt x="5961" y="1071"/>
                  </a:cubicBezTo>
                  <a:cubicBezTo>
                    <a:pt x="7591" y="256"/>
                    <a:pt x="9425" y="-152"/>
                    <a:pt x="11463" y="52"/>
                  </a:cubicBezTo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213" name="Google Shape;1213;p128"/>
            <p:cNvSpPr/>
            <p:nvPr/>
          </p:nvSpPr>
          <p:spPr>
            <a:xfrm>
              <a:off x="1334463" y="156822"/>
              <a:ext cx="30564" cy="31828"/>
            </a:xfrm>
            <a:custGeom>
              <a:rect b="b" l="l" r="r" t="t"/>
              <a:pathLst>
                <a:path extrusionOk="0" h="21254" w="21600">
                  <a:moveTo>
                    <a:pt x="17568" y="2074"/>
                  </a:moveTo>
                  <a:cubicBezTo>
                    <a:pt x="19008" y="3196"/>
                    <a:pt x="20160" y="4879"/>
                    <a:pt x="21024" y="6562"/>
                  </a:cubicBezTo>
                  <a:cubicBezTo>
                    <a:pt x="21600" y="8526"/>
                    <a:pt x="21600" y="9929"/>
                    <a:pt x="21600" y="11892"/>
                  </a:cubicBezTo>
                  <a:cubicBezTo>
                    <a:pt x="21312" y="13856"/>
                    <a:pt x="20736" y="15539"/>
                    <a:pt x="19584" y="16942"/>
                  </a:cubicBezTo>
                  <a:cubicBezTo>
                    <a:pt x="18432" y="18625"/>
                    <a:pt x="16992" y="19466"/>
                    <a:pt x="15264" y="20308"/>
                  </a:cubicBezTo>
                  <a:cubicBezTo>
                    <a:pt x="13248" y="21149"/>
                    <a:pt x="11520" y="21430"/>
                    <a:pt x="9504" y="21149"/>
                  </a:cubicBezTo>
                  <a:cubicBezTo>
                    <a:pt x="7488" y="20869"/>
                    <a:pt x="5760" y="20308"/>
                    <a:pt x="4320" y="18905"/>
                  </a:cubicBezTo>
                  <a:cubicBezTo>
                    <a:pt x="2592" y="17783"/>
                    <a:pt x="1728" y="16381"/>
                    <a:pt x="864" y="14698"/>
                  </a:cubicBezTo>
                  <a:cubicBezTo>
                    <a:pt x="0" y="13014"/>
                    <a:pt x="0" y="11051"/>
                    <a:pt x="0" y="9368"/>
                  </a:cubicBezTo>
                  <a:cubicBezTo>
                    <a:pt x="288" y="7404"/>
                    <a:pt x="1152" y="5721"/>
                    <a:pt x="2304" y="4038"/>
                  </a:cubicBezTo>
                  <a:cubicBezTo>
                    <a:pt x="3456" y="2635"/>
                    <a:pt x="4608" y="1513"/>
                    <a:pt x="6624" y="672"/>
                  </a:cubicBezTo>
                  <a:cubicBezTo>
                    <a:pt x="8352" y="111"/>
                    <a:pt x="10368" y="-170"/>
                    <a:pt x="12384" y="111"/>
                  </a:cubicBezTo>
                  <a:cubicBezTo>
                    <a:pt x="14400" y="391"/>
                    <a:pt x="15840" y="952"/>
                    <a:pt x="17568" y="2074"/>
                  </a:cubicBezTo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214" name="Google Shape;1214;p128"/>
            <p:cNvSpPr/>
            <p:nvPr/>
          </p:nvSpPr>
          <p:spPr>
            <a:xfrm>
              <a:off x="1341745" y="163849"/>
              <a:ext cx="17766" cy="17766"/>
            </a:xfrm>
            <a:custGeom>
              <a:rect b="b" l="l" r="r" t="t"/>
              <a:pathLst>
                <a:path extrusionOk="0" h="21600" w="21600">
                  <a:moveTo>
                    <a:pt x="19543" y="5143"/>
                  </a:moveTo>
                  <a:cubicBezTo>
                    <a:pt x="20571" y="6686"/>
                    <a:pt x="21086" y="8229"/>
                    <a:pt x="21600" y="10286"/>
                  </a:cubicBezTo>
                  <a:cubicBezTo>
                    <a:pt x="21600" y="12857"/>
                    <a:pt x="21086" y="14400"/>
                    <a:pt x="20057" y="15943"/>
                  </a:cubicBezTo>
                  <a:cubicBezTo>
                    <a:pt x="19029" y="18000"/>
                    <a:pt x="18000" y="19029"/>
                    <a:pt x="16457" y="20057"/>
                  </a:cubicBezTo>
                  <a:cubicBezTo>
                    <a:pt x="14914" y="21086"/>
                    <a:pt x="12857" y="21600"/>
                    <a:pt x="11314" y="21600"/>
                  </a:cubicBezTo>
                  <a:cubicBezTo>
                    <a:pt x="9257" y="21600"/>
                    <a:pt x="7200" y="21086"/>
                    <a:pt x="5657" y="20057"/>
                  </a:cubicBezTo>
                  <a:cubicBezTo>
                    <a:pt x="4114" y="19543"/>
                    <a:pt x="2571" y="18000"/>
                    <a:pt x="1543" y="16457"/>
                  </a:cubicBezTo>
                  <a:cubicBezTo>
                    <a:pt x="514" y="14914"/>
                    <a:pt x="0" y="13371"/>
                    <a:pt x="0" y="11314"/>
                  </a:cubicBezTo>
                  <a:cubicBezTo>
                    <a:pt x="0" y="9257"/>
                    <a:pt x="0" y="7714"/>
                    <a:pt x="1029" y="5657"/>
                  </a:cubicBezTo>
                  <a:cubicBezTo>
                    <a:pt x="2057" y="4114"/>
                    <a:pt x="2571" y="2571"/>
                    <a:pt x="4629" y="1543"/>
                  </a:cubicBezTo>
                  <a:cubicBezTo>
                    <a:pt x="6171" y="514"/>
                    <a:pt x="8229" y="0"/>
                    <a:pt x="10286" y="0"/>
                  </a:cubicBezTo>
                  <a:cubicBezTo>
                    <a:pt x="12343" y="0"/>
                    <a:pt x="13886" y="514"/>
                    <a:pt x="15429" y="1029"/>
                  </a:cubicBezTo>
                  <a:cubicBezTo>
                    <a:pt x="17486" y="2057"/>
                    <a:pt x="18514" y="3086"/>
                    <a:pt x="19543" y="5143"/>
                  </a:cubicBezTo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215" name="Google Shape;1215;p128"/>
            <p:cNvSpPr/>
            <p:nvPr/>
          </p:nvSpPr>
          <p:spPr>
            <a:xfrm>
              <a:off x="1266470" y="3573105"/>
              <a:ext cx="166793" cy="166691"/>
            </a:xfrm>
            <a:custGeom>
              <a:rect b="b" l="l" r="r" t="t"/>
              <a:pathLst>
                <a:path extrusionOk="0" h="21316" w="21329">
                  <a:moveTo>
                    <a:pt x="18219" y="3122"/>
                  </a:moveTo>
                  <a:cubicBezTo>
                    <a:pt x="19595" y="4495"/>
                    <a:pt x="20442" y="5974"/>
                    <a:pt x="20972" y="7875"/>
                  </a:cubicBezTo>
                  <a:cubicBezTo>
                    <a:pt x="21448" y="9777"/>
                    <a:pt x="21448" y="11467"/>
                    <a:pt x="20972" y="13368"/>
                  </a:cubicBezTo>
                  <a:cubicBezTo>
                    <a:pt x="20442" y="15269"/>
                    <a:pt x="19595" y="16801"/>
                    <a:pt x="18219" y="18174"/>
                  </a:cubicBezTo>
                  <a:cubicBezTo>
                    <a:pt x="16842" y="19600"/>
                    <a:pt x="15360" y="20445"/>
                    <a:pt x="13454" y="20920"/>
                  </a:cubicBezTo>
                  <a:cubicBezTo>
                    <a:pt x="11548" y="21448"/>
                    <a:pt x="9801" y="21448"/>
                    <a:pt x="7948" y="20920"/>
                  </a:cubicBezTo>
                  <a:cubicBezTo>
                    <a:pt x="6042" y="20445"/>
                    <a:pt x="4507" y="19547"/>
                    <a:pt x="3130" y="18121"/>
                  </a:cubicBezTo>
                  <a:cubicBezTo>
                    <a:pt x="1701" y="16748"/>
                    <a:pt x="854" y="15269"/>
                    <a:pt x="377" y="13368"/>
                  </a:cubicBezTo>
                  <a:cubicBezTo>
                    <a:pt x="-152" y="11467"/>
                    <a:pt x="-99" y="9777"/>
                    <a:pt x="377" y="7875"/>
                  </a:cubicBezTo>
                  <a:cubicBezTo>
                    <a:pt x="907" y="5974"/>
                    <a:pt x="1701" y="4548"/>
                    <a:pt x="3130" y="3122"/>
                  </a:cubicBezTo>
                  <a:cubicBezTo>
                    <a:pt x="4507" y="1749"/>
                    <a:pt x="6042" y="904"/>
                    <a:pt x="7948" y="376"/>
                  </a:cubicBezTo>
                  <a:cubicBezTo>
                    <a:pt x="9801" y="-99"/>
                    <a:pt x="11548" y="-152"/>
                    <a:pt x="13454" y="376"/>
                  </a:cubicBezTo>
                  <a:cubicBezTo>
                    <a:pt x="15360" y="851"/>
                    <a:pt x="16842" y="1696"/>
                    <a:pt x="18219" y="3122"/>
                  </a:cubicBezTo>
                </a:path>
              </a:pathLst>
            </a:custGeom>
            <a:solidFill>
              <a:srgbClr val="EAEAEA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216" name="Google Shape;1216;p128"/>
            <p:cNvSpPr/>
            <p:nvPr/>
          </p:nvSpPr>
          <p:spPr>
            <a:xfrm>
              <a:off x="1265282" y="3573741"/>
              <a:ext cx="79704" cy="86994"/>
            </a:xfrm>
            <a:custGeom>
              <a:rect b="b" l="l" r="r" t="t"/>
              <a:pathLst>
                <a:path extrusionOk="0" h="21600" w="21600">
                  <a:moveTo>
                    <a:pt x="6107" y="6408"/>
                  </a:moveTo>
                  <a:cubicBezTo>
                    <a:pt x="1696" y="10542"/>
                    <a:pt x="0" y="15089"/>
                    <a:pt x="0" y="21600"/>
                  </a:cubicBezTo>
                  <a:lnTo>
                    <a:pt x="21600" y="21600"/>
                  </a:lnTo>
                  <a:lnTo>
                    <a:pt x="21600" y="0"/>
                  </a:lnTo>
                  <a:cubicBezTo>
                    <a:pt x="16850" y="0"/>
                    <a:pt x="10404" y="2377"/>
                    <a:pt x="6107" y="6408"/>
                  </a:cubicBezTo>
                </a:path>
              </a:pathLst>
            </a:custGeom>
            <a:solidFill>
              <a:srgbClr val="9E9E9E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217" name="Google Shape;1217;p128"/>
            <p:cNvSpPr/>
            <p:nvPr/>
          </p:nvSpPr>
          <p:spPr>
            <a:xfrm>
              <a:off x="1279846" y="3573058"/>
              <a:ext cx="116100" cy="84034"/>
            </a:xfrm>
            <a:custGeom>
              <a:rect b="b" l="l" r="r" t="t"/>
              <a:pathLst>
                <a:path extrusionOk="0" h="20865" w="21600">
                  <a:moveTo>
                    <a:pt x="10034" y="396"/>
                  </a:moveTo>
                  <a:cubicBezTo>
                    <a:pt x="5821" y="1425"/>
                    <a:pt x="2298" y="4716"/>
                    <a:pt x="0" y="9036"/>
                  </a:cubicBezTo>
                  <a:lnTo>
                    <a:pt x="12715" y="20865"/>
                  </a:lnTo>
                  <a:lnTo>
                    <a:pt x="21600" y="3791"/>
                  </a:lnTo>
                  <a:cubicBezTo>
                    <a:pt x="18383" y="602"/>
                    <a:pt x="14170" y="-735"/>
                    <a:pt x="10034" y="396"/>
                  </a:cubicBezTo>
                </a:path>
              </a:pathLst>
            </a:custGeom>
            <a:solidFill>
              <a:srgbClr val="B5B5B5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218" name="Google Shape;1218;p128"/>
            <p:cNvSpPr/>
            <p:nvPr/>
          </p:nvSpPr>
          <p:spPr>
            <a:xfrm>
              <a:off x="1310796" y="3573238"/>
              <a:ext cx="112482" cy="83857"/>
            </a:xfrm>
            <a:custGeom>
              <a:rect b="b" l="l" r="r" t="t"/>
              <a:pathLst>
                <a:path extrusionOk="0" h="20821" w="21600">
                  <a:moveTo>
                    <a:pt x="12105" y="970"/>
                  </a:moveTo>
                  <a:cubicBezTo>
                    <a:pt x="7991" y="-779"/>
                    <a:pt x="3640" y="-59"/>
                    <a:pt x="0" y="2307"/>
                  </a:cubicBezTo>
                  <a:lnTo>
                    <a:pt x="7279" y="20821"/>
                  </a:lnTo>
                  <a:lnTo>
                    <a:pt x="21600" y="11358"/>
                  </a:lnTo>
                  <a:cubicBezTo>
                    <a:pt x="19622" y="6318"/>
                    <a:pt x="16299" y="2718"/>
                    <a:pt x="12105" y="970"/>
                  </a:cubicBezTo>
                </a:path>
              </a:pathLst>
            </a:custGeom>
            <a:solidFill>
              <a:srgbClr val="D3D3D3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219" name="Google Shape;1219;p128"/>
            <p:cNvSpPr/>
            <p:nvPr/>
          </p:nvSpPr>
          <p:spPr>
            <a:xfrm>
              <a:off x="1352668" y="3653845"/>
              <a:ext cx="79704" cy="86994"/>
            </a:xfrm>
            <a:custGeom>
              <a:rect b="b" l="l" r="r" t="t"/>
              <a:pathLst>
                <a:path extrusionOk="0" h="21600" w="21600">
                  <a:moveTo>
                    <a:pt x="15380" y="15089"/>
                  </a:moveTo>
                  <a:cubicBezTo>
                    <a:pt x="19904" y="11058"/>
                    <a:pt x="21600" y="6408"/>
                    <a:pt x="21600" y="0"/>
                  </a:cubicBezTo>
                  <a:lnTo>
                    <a:pt x="0" y="0"/>
                  </a:lnTo>
                  <a:lnTo>
                    <a:pt x="0" y="21600"/>
                  </a:lnTo>
                  <a:cubicBezTo>
                    <a:pt x="4750" y="21600"/>
                    <a:pt x="11083" y="19223"/>
                    <a:pt x="15380" y="15089"/>
                  </a:cubicBezTo>
                </a:path>
              </a:pathLst>
            </a:custGeom>
            <a:solidFill>
              <a:srgbClr val="9E9E9E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220" name="Google Shape;1220;p128"/>
            <p:cNvSpPr/>
            <p:nvPr/>
          </p:nvSpPr>
          <p:spPr>
            <a:xfrm>
              <a:off x="1301693" y="3657486"/>
              <a:ext cx="116100" cy="82627"/>
            </a:xfrm>
            <a:custGeom>
              <a:rect b="b" l="l" r="r" t="t"/>
              <a:pathLst>
                <a:path extrusionOk="0" h="20958" w="21600">
                  <a:moveTo>
                    <a:pt x="11607" y="20665"/>
                  </a:moveTo>
                  <a:cubicBezTo>
                    <a:pt x="15758" y="19627"/>
                    <a:pt x="19371" y="16304"/>
                    <a:pt x="21600" y="11942"/>
                  </a:cubicBezTo>
                  <a:lnTo>
                    <a:pt x="8840" y="0"/>
                  </a:lnTo>
                  <a:lnTo>
                    <a:pt x="0" y="17238"/>
                  </a:lnTo>
                  <a:cubicBezTo>
                    <a:pt x="3228" y="20250"/>
                    <a:pt x="7379" y="21600"/>
                    <a:pt x="11607" y="20665"/>
                  </a:cubicBezTo>
                </a:path>
              </a:pathLst>
            </a:custGeom>
            <a:solidFill>
              <a:srgbClr val="B5B5B5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221" name="Google Shape;1221;p128"/>
            <p:cNvSpPr/>
            <p:nvPr/>
          </p:nvSpPr>
          <p:spPr>
            <a:xfrm>
              <a:off x="1274385" y="3657486"/>
              <a:ext cx="112482" cy="83857"/>
            </a:xfrm>
            <a:custGeom>
              <a:rect b="b" l="l" r="r" t="t"/>
              <a:pathLst>
                <a:path extrusionOk="0" h="20821" w="21600">
                  <a:moveTo>
                    <a:pt x="9450" y="19851"/>
                  </a:moveTo>
                  <a:cubicBezTo>
                    <a:pt x="13659" y="21600"/>
                    <a:pt x="17947" y="20880"/>
                    <a:pt x="21600" y="18514"/>
                  </a:cubicBezTo>
                  <a:lnTo>
                    <a:pt x="14294" y="0"/>
                  </a:lnTo>
                  <a:lnTo>
                    <a:pt x="0" y="9463"/>
                  </a:lnTo>
                  <a:cubicBezTo>
                    <a:pt x="1985" y="14194"/>
                    <a:pt x="5321" y="17897"/>
                    <a:pt x="9450" y="19851"/>
                  </a:cubicBezTo>
                </a:path>
              </a:pathLst>
            </a:custGeom>
            <a:solidFill>
              <a:srgbClr val="D3D3D3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222" name="Google Shape;1222;p128"/>
            <p:cNvSpPr/>
            <p:nvPr/>
          </p:nvSpPr>
          <p:spPr>
            <a:xfrm>
              <a:off x="1275313" y="3583666"/>
              <a:ext cx="147127" cy="146976"/>
            </a:xfrm>
            <a:custGeom>
              <a:rect b="b" l="l" r="r" t="t"/>
              <a:pathLst>
                <a:path extrusionOk="0" h="21324" w="21346">
                  <a:moveTo>
                    <a:pt x="18234" y="3103"/>
                  </a:moveTo>
                  <a:cubicBezTo>
                    <a:pt x="19610" y="4535"/>
                    <a:pt x="20448" y="6027"/>
                    <a:pt x="20986" y="7877"/>
                  </a:cubicBezTo>
                  <a:cubicBezTo>
                    <a:pt x="21465" y="9786"/>
                    <a:pt x="21465" y="11576"/>
                    <a:pt x="20986" y="13426"/>
                  </a:cubicBezTo>
                  <a:cubicBezTo>
                    <a:pt x="20448" y="15335"/>
                    <a:pt x="19610" y="16827"/>
                    <a:pt x="18234" y="18199"/>
                  </a:cubicBezTo>
                  <a:cubicBezTo>
                    <a:pt x="16858" y="19631"/>
                    <a:pt x="15302" y="20467"/>
                    <a:pt x="13447" y="20944"/>
                  </a:cubicBezTo>
                  <a:cubicBezTo>
                    <a:pt x="11533" y="21481"/>
                    <a:pt x="9857" y="21421"/>
                    <a:pt x="7943" y="20944"/>
                  </a:cubicBezTo>
                  <a:cubicBezTo>
                    <a:pt x="6028" y="20407"/>
                    <a:pt x="4532" y="19631"/>
                    <a:pt x="3156" y="18199"/>
                  </a:cubicBezTo>
                  <a:cubicBezTo>
                    <a:pt x="1780" y="16827"/>
                    <a:pt x="882" y="15275"/>
                    <a:pt x="404" y="13426"/>
                  </a:cubicBezTo>
                  <a:cubicBezTo>
                    <a:pt x="-135" y="11516"/>
                    <a:pt x="-135" y="9786"/>
                    <a:pt x="404" y="7877"/>
                  </a:cubicBezTo>
                  <a:cubicBezTo>
                    <a:pt x="882" y="6027"/>
                    <a:pt x="1780" y="4535"/>
                    <a:pt x="3156" y="3103"/>
                  </a:cubicBezTo>
                  <a:cubicBezTo>
                    <a:pt x="4532" y="1731"/>
                    <a:pt x="6028" y="895"/>
                    <a:pt x="7943" y="358"/>
                  </a:cubicBezTo>
                  <a:cubicBezTo>
                    <a:pt x="9857" y="-119"/>
                    <a:pt x="11592" y="-119"/>
                    <a:pt x="13447" y="358"/>
                  </a:cubicBezTo>
                  <a:cubicBezTo>
                    <a:pt x="15362" y="895"/>
                    <a:pt x="16858" y="1731"/>
                    <a:pt x="18234" y="3103"/>
                  </a:cubicBezTo>
                </a:path>
              </a:pathLst>
            </a:custGeom>
            <a:solidFill>
              <a:srgbClr val="080808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</p:grpSp>
      <p:sp>
        <p:nvSpPr>
          <p:cNvPr id="1223" name="Google Shape;1223;p128"/>
          <p:cNvSpPr/>
          <p:nvPr/>
        </p:nvSpPr>
        <p:spPr>
          <a:xfrm>
            <a:off x="4353325" y="1195225"/>
            <a:ext cx="3759000" cy="2854800"/>
          </a:xfrm>
          <a:prstGeom prst="rect">
            <a:avLst/>
          </a:prstGeom>
          <a:solidFill>
            <a:srgbClr val="3049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128"/>
          <p:cNvSpPr/>
          <p:nvPr>
            <p:ph idx="3" type="pic"/>
          </p:nvPr>
        </p:nvSpPr>
        <p:spPr>
          <a:xfrm>
            <a:off x="4353325" y="1193850"/>
            <a:ext cx="3759000" cy="2854800"/>
          </a:xfrm>
          <a:prstGeom prst="rect">
            <a:avLst/>
          </a:prstGeom>
          <a:noFill/>
          <a:ln>
            <a:noFill/>
          </a:ln>
        </p:spPr>
      </p:sp>
      <p:pic>
        <p:nvPicPr>
          <p:cNvPr id="1225" name="Google Shape;1225;p1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20239" y="2251528"/>
            <a:ext cx="764776" cy="764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1.1">
  <p:cSld name="CUSTOM_13_2_1_1_2"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129"/>
          <p:cNvSpPr txBox="1"/>
          <p:nvPr>
            <p:ph type="ctrTitle"/>
          </p:nvPr>
        </p:nvSpPr>
        <p:spPr>
          <a:xfrm>
            <a:off x="432650" y="598650"/>
            <a:ext cx="3630600" cy="78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29" name="Google Shape;1229;p129"/>
          <p:cNvSpPr txBox="1"/>
          <p:nvPr>
            <p:ph idx="2" type="ctrTitle"/>
          </p:nvPr>
        </p:nvSpPr>
        <p:spPr>
          <a:xfrm>
            <a:off x="432650" y="24013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grpSp>
        <p:nvGrpSpPr>
          <p:cNvPr id="1230" name="Google Shape;1230;p129"/>
          <p:cNvGrpSpPr/>
          <p:nvPr/>
        </p:nvGrpSpPr>
        <p:grpSpPr>
          <a:xfrm>
            <a:off x="4749675" y="598652"/>
            <a:ext cx="1163350" cy="415500"/>
            <a:chOff x="4749675" y="773950"/>
            <a:chExt cx="1163350" cy="415500"/>
          </a:xfrm>
        </p:grpSpPr>
        <p:sp>
          <p:nvSpPr>
            <p:cNvPr id="1231" name="Google Shape;1231;p129"/>
            <p:cNvSpPr/>
            <p:nvPr/>
          </p:nvSpPr>
          <p:spPr>
            <a:xfrm>
              <a:off x="4749925" y="773950"/>
              <a:ext cx="11631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232" name="Google Shape;1232;p129"/>
            <p:cNvSpPr txBox="1"/>
            <p:nvPr/>
          </p:nvSpPr>
          <p:spPr>
            <a:xfrm>
              <a:off x="4749675" y="877750"/>
              <a:ext cx="116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2010</a:t>
              </a:r>
              <a:endParaRPr b="0" i="0" sz="12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grpSp>
        <p:nvGrpSpPr>
          <p:cNvPr id="1233" name="Google Shape;1233;p129"/>
          <p:cNvGrpSpPr/>
          <p:nvPr/>
        </p:nvGrpSpPr>
        <p:grpSpPr>
          <a:xfrm>
            <a:off x="4749675" y="2149602"/>
            <a:ext cx="1163350" cy="415500"/>
            <a:chOff x="4749675" y="773950"/>
            <a:chExt cx="1163350" cy="415500"/>
          </a:xfrm>
        </p:grpSpPr>
        <p:sp>
          <p:nvSpPr>
            <p:cNvPr id="1234" name="Google Shape;1234;p129"/>
            <p:cNvSpPr/>
            <p:nvPr/>
          </p:nvSpPr>
          <p:spPr>
            <a:xfrm>
              <a:off x="4749925" y="773950"/>
              <a:ext cx="11631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235" name="Google Shape;1235;p129"/>
            <p:cNvSpPr txBox="1"/>
            <p:nvPr/>
          </p:nvSpPr>
          <p:spPr>
            <a:xfrm>
              <a:off x="4749675" y="877750"/>
              <a:ext cx="116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2011</a:t>
              </a:r>
              <a:endParaRPr b="0" i="0" sz="12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grpSp>
        <p:nvGrpSpPr>
          <p:cNvPr id="1236" name="Google Shape;1236;p129"/>
          <p:cNvGrpSpPr/>
          <p:nvPr/>
        </p:nvGrpSpPr>
        <p:grpSpPr>
          <a:xfrm>
            <a:off x="4749675" y="3741577"/>
            <a:ext cx="1163350" cy="415500"/>
            <a:chOff x="4749675" y="773950"/>
            <a:chExt cx="1163350" cy="415500"/>
          </a:xfrm>
        </p:grpSpPr>
        <p:sp>
          <p:nvSpPr>
            <p:cNvPr id="1237" name="Google Shape;1237;p129"/>
            <p:cNvSpPr/>
            <p:nvPr/>
          </p:nvSpPr>
          <p:spPr>
            <a:xfrm>
              <a:off x="4749925" y="773950"/>
              <a:ext cx="11631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238" name="Google Shape;1238;p129"/>
            <p:cNvSpPr txBox="1"/>
            <p:nvPr/>
          </p:nvSpPr>
          <p:spPr>
            <a:xfrm>
              <a:off x="4749675" y="877750"/>
              <a:ext cx="116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2012</a:t>
              </a:r>
              <a:endParaRPr b="0" i="0" sz="12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cxnSp>
        <p:nvCxnSpPr>
          <p:cNvPr id="1239" name="Google Shape;1239;p129"/>
          <p:cNvCxnSpPr/>
          <p:nvPr/>
        </p:nvCxnSpPr>
        <p:spPr>
          <a:xfrm>
            <a:off x="5312025" y="1146727"/>
            <a:ext cx="0" cy="87030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0" name="Google Shape;1240;p129"/>
          <p:cNvCxnSpPr/>
          <p:nvPr/>
        </p:nvCxnSpPr>
        <p:spPr>
          <a:xfrm>
            <a:off x="5312025" y="4276952"/>
            <a:ext cx="0" cy="71190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1" name="Google Shape;1241;p129"/>
          <p:cNvCxnSpPr/>
          <p:nvPr/>
        </p:nvCxnSpPr>
        <p:spPr>
          <a:xfrm>
            <a:off x="5312025" y="2706077"/>
            <a:ext cx="0" cy="87030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2" name="Google Shape;1242;p129"/>
          <p:cNvSpPr txBox="1"/>
          <p:nvPr>
            <p:ph idx="3" type="ctrTitle"/>
          </p:nvPr>
        </p:nvSpPr>
        <p:spPr>
          <a:xfrm>
            <a:off x="6138075" y="7863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243" name="Google Shape;1243;p129"/>
          <p:cNvSpPr txBox="1"/>
          <p:nvPr>
            <p:ph idx="4" type="ctrTitle"/>
          </p:nvPr>
        </p:nvSpPr>
        <p:spPr>
          <a:xfrm>
            <a:off x="6138075" y="4856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244" name="Google Shape;1244;p129"/>
          <p:cNvSpPr txBox="1"/>
          <p:nvPr>
            <p:ph idx="5" type="ctrTitle"/>
          </p:nvPr>
        </p:nvSpPr>
        <p:spPr>
          <a:xfrm>
            <a:off x="6138075" y="23372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245" name="Google Shape;1245;p129"/>
          <p:cNvSpPr txBox="1"/>
          <p:nvPr>
            <p:ph idx="6" type="ctrTitle"/>
          </p:nvPr>
        </p:nvSpPr>
        <p:spPr>
          <a:xfrm>
            <a:off x="6138075" y="203662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246" name="Google Shape;1246;p129"/>
          <p:cNvSpPr txBox="1"/>
          <p:nvPr>
            <p:ph idx="7" type="ctrTitle"/>
          </p:nvPr>
        </p:nvSpPr>
        <p:spPr>
          <a:xfrm>
            <a:off x="6138075" y="39292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247" name="Google Shape;1247;p129"/>
          <p:cNvSpPr txBox="1"/>
          <p:nvPr>
            <p:ph idx="8" type="ctrTitle"/>
          </p:nvPr>
        </p:nvSpPr>
        <p:spPr>
          <a:xfrm>
            <a:off x="6138075" y="36286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pic>
        <p:nvPicPr>
          <p:cNvPr id="1248" name="Google Shape;1248;p1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1.2">
  <p:cSld name="CUSTOM_13_2_1_1_2_1"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30"/>
          <p:cNvSpPr txBox="1"/>
          <p:nvPr>
            <p:ph type="ctrTitle"/>
          </p:nvPr>
        </p:nvSpPr>
        <p:spPr>
          <a:xfrm>
            <a:off x="432650" y="598650"/>
            <a:ext cx="3630600" cy="78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51" name="Google Shape;1251;p130"/>
          <p:cNvSpPr txBox="1"/>
          <p:nvPr>
            <p:ph idx="2" type="ctrTitle"/>
          </p:nvPr>
        </p:nvSpPr>
        <p:spPr>
          <a:xfrm>
            <a:off x="432650" y="24013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252" name="Google Shape;1252;p130"/>
          <p:cNvSpPr txBox="1"/>
          <p:nvPr>
            <p:ph idx="3" type="ctrTitle"/>
          </p:nvPr>
        </p:nvSpPr>
        <p:spPr>
          <a:xfrm>
            <a:off x="6138075" y="112850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253" name="Google Shape;1253;p130"/>
          <p:cNvSpPr txBox="1"/>
          <p:nvPr>
            <p:ph idx="4" type="ctrTitle"/>
          </p:nvPr>
        </p:nvSpPr>
        <p:spPr>
          <a:xfrm>
            <a:off x="6138075" y="82787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254" name="Google Shape;1254;p130"/>
          <p:cNvSpPr txBox="1"/>
          <p:nvPr>
            <p:ph idx="5" type="ctrTitle"/>
          </p:nvPr>
        </p:nvSpPr>
        <p:spPr>
          <a:xfrm>
            <a:off x="6138075" y="27204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255" name="Google Shape;1255;p130"/>
          <p:cNvSpPr txBox="1"/>
          <p:nvPr>
            <p:ph idx="6" type="ctrTitle"/>
          </p:nvPr>
        </p:nvSpPr>
        <p:spPr>
          <a:xfrm>
            <a:off x="6138075" y="241986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256" name="Google Shape;1256;p130"/>
          <p:cNvSpPr txBox="1"/>
          <p:nvPr>
            <p:ph idx="7" type="ctrTitle"/>
          </p:nvPr>
        </p:nvSpPr>
        <p:spPr>
          <a:xfrm>
            <a:off x="6138075" y="427142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257" name="Google Shape;1257;p130"/>
          <p:cNvSpPr txBox="1"/>
          <p:nvPr>
            <p:ph idx="8" type="ctrTitle"/>
          </p:nvPr>
        </p:nvSpPr>
        <p:spPr>
          <a:xfrm>
            <a:off x="6138075" y="397080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grpSp>
        <p:nvGrpSpPr>
          <p:cNvPr id="1258" name="Google Shape;1258;p130"/>
          <p:cNvGrpSpPr/>
          <p:nvPr/>
        </p:nvGrpSpPr>
        <p:grpSpPr>
          <a:xfrm>
            <a:off x="4749675" y="4083777"/>
            <a:ext cx="1163350" cy="415500"/>
            <a:chOff x="4749675" y="773950"/>
            <a:chExt cx="1163350" cy="415500"/>
          </a:xfrm>
        </p:grpSpPr>
        <p:sp>
          <p:nvSpPr>
            <p:cNvPr id="1259" name="Google Shape;1259;p130"/>
            <p:cNvSpPr/>
            <p:nvPr/>
          </p:nvSpPr>
          <p:spPr>
            <a:xfrm>
              <a:off x="4749925" y="773950"/>
              <a:ext cx="11631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260" name="Google Shape;1260;p130"/>
            <p:cNvSpPr txBox="1"/>
            <p:nvPr/>
          </p:nvSpPr>
          <p:spPr>
            <a:xfrm>
              <a:off x="4749675" y="877750"/>
              <a:ext cx="116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2015</a:t>
              </a:r>
              <a:endParaRPr b="0" i="0" sz="12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grpSp>
        <p:nvGrpSpPr>
          <p:cNvPr id="1261" name="Google Shape;1261;p130"/>
          <p:cNvGrpSpPr/>
          <p:nvPr/>
        </p:nvGrpSpPr>
        <p:grpSpPr>
          <a:xfrm>
            <a:off x="4749675" y="2532827"/>
            <a:ext cx="1163350" cy="415500"/>
            <a:chOff x="4749675" y="773950"/>
            <a:chExt cx="1163350" cy="415500"/>
          </a:xfrm>
        </p:grpSpPr>
        <p:sp>
          <p:nvSpPr>
            <p:cNvPr id="1262" name="Google Shape;1262;p130"/>
            <p:cNvSpPr/>
            <p:nvPr/>
          </p:nvSpPr>
          <p:spPr>
            <a:xfrm>
              <a:off x="4749925" y="773950"/>
              <a:ext cx="11631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263" name="Google Shape;1263;p130"/>
            <p:cNvSpPr txBox="1"/>
            <p:nvPr/>
          </p:nvSpPr>
          <p:spPr>
            <a:xfrm>
              <a:off x="4749675" y="877750"/>
              <a:ext cx="116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2014</a:t>
              </a:r>
              <a:endParaRPr b="0" i="0" sz="12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grpSp>
        <p:nvGrpSpPr>
          <p:cNvPr id="1264" name="Google Shape;1264;p130"/>
          <p:cNvGrpSpPr/>
          <p:nvPr/>
        </p:nvGrpSpPr>
        <p:grpSpPr>
          <a:xfrm>
            <a:off x="4749675" y="940852"/>
            <a:ext cx="1163350" cy="415500"/>
            <a:chOff x="4749675" y="773950"/>
            <a:chExt cx="1163350" cy="415500"/>
          </a:xfrm>
        </p:grpSpPr>
        <p:sp>
          <p:nvSpPr>
            <p:cNvPr id="1265" name="Google Shape;1265;p130"/>
            <p:cNvSpPr/>
            <p:nvPr/>
          </p:nvSpPr>
          <p:spPr>
            <a:xfrm>
              <a:off x="4749925" y="773950"/>
              <a:ext cx="11631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266" name="Google Shape;1266;p130"/>
            <p:cNvSpPr txBox="1"/>
            <p:nvPr/>
          </p:nvSpPr>
          <p:spPr>
            <a:xfrm>
              <a:off x="4749675" y="877750"/>
              <a:ext cx="116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2013</a:t>
              </a:r>
              <a:endParaRPr b="0" i="0" sz="12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cxnSp>
        <p:nvCxnSpPr>
          <p:cNvPr id="1267" name="Google Shape;1267;p130"/>
          <p:cNvCxnSpPr/>
          <p:nvPr/>
        </p:nvCxnSpPr>
        <p:spPr>
          <a:xfrm rot="10800000">
            <a:off x="5350675" y="3080902"/>
            <a:ext cx="0" cy="87030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8" name="Google Shape;1268;p130"/>
          <p:cNvCxnSpPr/>
          <p:nvPr/>
        </p:nvCxnSpPr>
        <p:spPr>
          <a:xfrm rot="10800000">
            <a:off x="5350675" y="109077"/>
            <a:ext cx="0" cy="71190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9" name="Google Shape;1269;p130"/>
          <p:cNvCxnSpPr/>
          <p:nvPr/>
        </p:nvCxnSpPr>
        <p:spPr>
          <a:xfrm rot="10800000">
            <a:off x="5350675" y="1521552"/>
            <a:ext cx="0" cy="87030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70" name="Google Shape;1270;p1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 1">
  <p:cSld name="CUSTOM_13_2_1_1_2_1_2"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131"/>
          <p:cNvSpPr txBox="1"/>
          <p:nvPr>
            <p:ph type="ctrTitle"/>
          </p:nvPr>
        </p:nvSpPr>
        <p:spPr>
          <a:xfrm>
            <a:off x="432650" y="783850"/>
            <a:ext cx="2487600" cy="78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73" name="Google Shape;1273;p131"/>
          <p:cNvSpPr txBox="1"/>
          <p:nvPr>
            <p:ph idx="2" type="ctrTitle"/>
          </p:nvPr>
        </p:nvSpPr>
        <p:spPr>
          <a:xfrm>
            <a:off x="432650" y="24214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274" name="Google Shape;1274;p131"/>
          <p:cNvSpPr txBox="1"/>
          <p:nvPr>
            <p:ph idx="3" type="ctrTitle"/>
          </p:nvPr>
        </p:nvSpPr>
        <p:spPr>
          <a:xfrm>
            <a:off x="4451450" y="10507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275" name="Google Shape;1275;p131"/>
          <p:cNvSpPr txBox="1"/>
          <p:nvPr>
            <p:ph idx="4" type="ctrTitle"/>
          </p:nvPr>
        </p:nvSpPr>
        <p:spPr>
          <a:xfrm>
            <a:off x="4451450" y="7500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276" name="Google Shape;1276;p131"/>
          <p:cNvSpPr txBox="1"/>
          <p:nvPr>
            <p:ph idx="5" type="ctrTitle"/>
          </p:nvPr>
        </p:nvSpPr>
        <p:spPr>
          <a:xfrm>
            <a:off x="4451450" y="25516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277" name="Google Shape;1277;p131"/>
          <p:cNvSpPr txBox="1"/>
          <p:nvPr>
            <p:ph idx="6" type="ctrTitle"/>
          </p:nvPr>
        </p:nvSpPr>
        <p:spPr>
          <a:xfrm>
            <a:off x="4451450" y="225102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278" name="Google Shape;1278;p131"/>
          <p:cNvSpPr txBox="1"/>
          <p:nvPr>
            <p:ph idx="7" type="ctrTitle"/>
          </p:nvPr>
        </p:nvSpPr>
        <p:spPr>
          <a:xfrm>
            <a:off x="4451450" y="405257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279" name="Google Shape;1279;p131"/>
          <p:cNvSpPr txBox="1"/>
          <p:nvPr>
            <p:ph idx="8" type="ctrTitle"/>
          </p:nvPr>
        </p:nvSpPr>
        <p:spPr>
          <a:xfrm>
            <a:off x="4451450" y="37519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280" name="Google Shape;1280;p131"/>
          <p:cNvSpPr/>
          <p:nvPr/>
        </p:nvSpPr>
        <p:spPr>
          <a:xfrm flipH="1">
            <a:off x="3845050" y="1418700"/>
            <a:ext cx="39000" cy="37248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131"/>
          <p:cNvSpPr/>
          <p:nvPr/>
        </p:nvSpPr>
        <p:spPr>
          <a:xfrm>
            <a:off x="3516669" y="722921"/>
            <a:ext cx="695700" cy="695700"/>
          </a:xfrm>
          <a:prstGeom prst="roundRect">
            <a:avLst>
              <a:gd fmla="val 16667" name="adj"/>
            </a:avLst>
          </a:prstGeom>
          <a:solidFill>
            <a:srgbClr val="F46262"/>
          </a:solidFill>
          <a:ln>
            <a:noFill/>
          </a:ln>
          <a:effectLst>
            <a:outerShdw blurRad="762000" sx="97000" rotWithShape="0" algn="t" dir="5400000" dist="698500" sy="97000">
              <a:srgbClr val="000000">
                <a:alpha val="941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2" name="Google Shape;1282;p131"/>
          <p:cNvSpPr/>
          <p:nvPr/>
        </p:nvSpPr>
        <p:spPr>
          <a:xfrm>
            <a:off x="3516669" y="2194449"/>
            <a:ext cx="695700" cy="695700"/>
          </a:xfrm>
          <a:prstGeom prst="roundRect">
            <a:avLst>
              <a:gd fmla="val 16667" name="adj"/>
            </a:avLst>
          </a:prstGeom>
          <a:solidFill>
            <a:srgbClr val="F46262"/>
          </a:solidFill>
          <a:ln>
            <a:noFill/>
          </a:ln>
          <a:effectLst>
            <a:outerShdw blurRad="762000" sx="97000" rotWithShape="0" algn="t" dir="5400000" dist="698500" sy="97000">
              <a:srgbClr val="000000">
                <a:alpha val="941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3" name="Google Shape;1283;p131"/>
          <p:cNvSpPr/>
          <p:nvPr/>
        </p:nvSpPr>
        <p:spPr>
          <a:xfrm>
            <a:off x="3516669" y="3724798"/>
            <a:ext cx="695700" cy="695700"/>
          </a:xfrm>
          <a:prstGeom prst="roundRect">
            <a:avLst>
              <a:gd fmla="val 16667" name="adj"/>
            </a:avLst>
          </a:prstGeom>
          <a:solidFill>
            <a:srgbClr val="F46262"/>
          </a:solidFill>
          <a:ln>
            <a:noFill/>
          </a:ln>
          <a:effectLst>
            <a:outerShdw blurRad="762000" sx="97000" rotWithShape="0" algn="t" dir="5400000" dist="698500" sy="97000">
              <a:srgbClr val="000000">
                <a:alpha val="941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84" name="Google Shape;1284;p1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07950" y="2374799"/>
            <a:ext cx="313200" cy="335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5" name="Google Shape;1285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6752" y="3904890"/>
            <a:ext cx="335600" cy="33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6" name="Google Shape;1286;p1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6752" y="903002"/>
            <a:ext cx="335600" cy="33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131"/>
          <p:cNvSpPr txBox="1"/>
          <p:nvPr>
            <p:ph idx="9" type="ctrTitle"/>
          </p:nvPr>
        </p:nvSpPr>
        <p:spPr>
          <a:xfrm>
            <a:off x="432650" y="20806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1288" name="Google Shape;1288;p1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 2">
  <p:cSld name="CUSTOM_13_2_1_1_2_1_2_1"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132"/>
          <p:cNvSpPr txBox="1"/>
          <p:nvPr>
            <p:ph type="ctrTitle"/>
          </p:nvPr>
        </p:nvSpPr>
        <p:spPr>
          <a:xfrm>
            <a:off x="302400" y="327575"/>
            <a:ext cx="4494900" cy="54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91" name="Google Shape;1291;p132"/>
          <p:cNvSpPr txBox="1"/>
          <p:nvPr>
            <p:ph idx="2" type="ctrTitle"/>
          </p:nvPr>
        </p:nvSpPr>
        <p:spPr>
          <a:xfrm>
            <a:off x="328350" y="1190275"/>
            <a:ext cx="19260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292" name="Google Shape;1292;p132"/>
          <p:cNvSpPr/>
          <p:nvPr/>
        </p:nvSpPr>
        <p:spPr>
          <a:xfrm>
            <a:off x="302400" y="1615663"/>
            <a:ext cx="1926000" cy="283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  <a:effectLst>
            <a:outerShdw blurRad="314325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3" name="Google Shape;1293;p132"/>
          <p:cNvSpPr/>
          <p:nvPr/>
        </p:nvSpPr>
        <p:spPr>
          <a:xfrm>
            <a:off x="315275" y="1607965"/>
            <a:ext cx="1926000" cy="53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4" name="Google Shape;1294;p132"/>
          <p:cNvSpPr/>
          <p:nvPr/>
        </p:nvSpPr>
        <p:spPr>
          <a:xfrm>
            <a:off x="2518640" y="1615651"/>
            <a:ext cx="1926000" cy="283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  <a:effectLst>
            <a:outerShdw blurRad="314325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5" name="Google Shape;1295;p132"/>
          <p:cNvSpPr/>
          <p:nvPr/>
        </p:nvSpPr>
        <p:spPr>
          <a:xfrm>
            <a:off x="2518652" y="1607977"/>
            <a:ext cx="1926000" cy="53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6" name="Google Shape;1296;p132"/>
          <p:cNvSpPr/>
          <p:nvPr/>
        </p:nvSpPr>
        <p:spPr>
          <a:xfrm>
            <a:off x="6902725" y="1615649"/>
            <a:ext cx="1926000" cy="283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  <a:effectLst>
            <a:outerShdw blurRad="314325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7" name="Google Shape;1297;p132"/>
          <p:cNvSpPr/>
          <p:nvPr/>
        </p:nvSpPr>
        <p:spPr>
          <a:xfrm>
            <a:off x="6915595" y="1607965"/>
            <a:ext cx="1926000" cy="53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8" name="Google Shape;1298;p132"/>
          <p:cNvSpPr/>
          <p:nvPr/>
        </p:nvSpPr>
        <p:spPr>
          <a:xfrm>
            <a:off x="4709044" y="1615663"/>
            <a:ext cx="1926000" cy="283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  <a:effectLst>
            <a:outerShdw blurRad="314325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9" name="Google Shape;1299;p132"/>
          <p:cNvSpPr/>
          <p:nvPr/>
        </p:nvSpPr>
        <p:spPr>
          <a:xfrm>
            <a:off x="4722017" y="1607965"/>
            <a:ext cx="1926000" cy="53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0" name="Google Shape;1300;p132"/>
          <p:cNvSpPr txBox="1"/>
          <p:nvPr>
            <p:ph idx="3" type="ctrTitle"/>
          </p:nvPr>
        </p:nvSpPr>
        <p:spPr>
          <a:xfrm>
            <a:off x="397825" y="1776625"/>
            <a:ext cx="16512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301" name="Google Shape;1301;p132"/>
          <p:cNvSpPr txBox="1"/>
          <p:nvPr>
            <p:ph idx="4" type="ctrTitle"/>
          </p:nvPr>
        </p:nvSpPr>
        <p:spPr>
          <a:xfrm>
            <a:off x="2656050" y="1776625"/>
            <a:ext cx="16512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302" name="Google Shape;1302;p132"/>
          <p:cNvSpPr txBox="1"/>
          <p:nvPr>
            <p:ph idx="5" type="ctrTitle"/>
          </p:nvPr>
        </p:nvSpPr>
        <p:spPr>
          <a:xfrm>
            <a:off x="4859425" y="1776625"/>
            <a:ext cx="16512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303" name="Google Shape;1303;p132"/>
          <p:cNvSpPr txBox="1"/>
          <p:nvPr>
            <p:ph idx="6" type="ctrTitle"/>
          </p:nvPr>
        </p:nvSpPr>
        <p:spPr>
          <a:xfrm>
            <a:off x="7036850" y="1776625"/>
            <a:ext cx="16512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304" name="Google Shape;1304;p132"/>
          <p:cNvSpPr txBox="1"/>
          <p:nvPr>
            <p:ph idx="7" type="ctrTitle"/>
          </p:nvPr>
        </p:nvSpPr>
        <p:spPr>
          <a:xfrm>
            <a:off x="2518650" y="1190275"/>
            <a:ext cx="19260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05" name="Google Shape;1305;p132"/>
          <p:cNvSpPr txBox="1"/>
          <p:nvPr>
            <p:ph idx="8" type="ctrTitle"/>
          </p:nvPr>
        </p:nvSpPr>
        <p:spPr>
          <a:xfrm>
            <a:off x="4722025" y="1190275"/>
            <a:ext cx="19260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06" name="Google Shape;1306;p132"/>
          <p:cNvSpPr txBox="1"/>
          <p:nvPr>
            <p:ph idx="9" type="ctrTitle"/>
          </p:nvPr>
        </p:nvSpPr>
        <p:spPr>
          <a:xfrm>
            <a:off x="6899450" y="1190275"/>
            <a:ext cx="19260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pic>
        <p:nvPicPr>
          <p:cNvPr id="1307" name="Google Shape;1307;p1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2">
  <p:cSld name="CUSTOM_13_2_1_1_2_1_1"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133"/>
          <p:cNvSpPr txBox="1"/>
          <p:nvPr>
            <p:ph type="ctrTitle"/>
          </p:nvPr>
        </p:nvSpPr>
        <p:spPr>
          <a:xfrm>
            <a:off x="432650" y="598650"/>
            <a:ext cx="3630600" cy="78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10" name="Google Shape;1310;p133"/>
          <p:cNvSpPr txBox="1"/>
          <p:nvPr>
            <p:ph idx="2" type="ctrTitle"/>
          </p:nvPr>
        </p:nvSpPr>
        <p:spPr>
          <a:xfrm>
            <a:off x="432650" y="14692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311" name="Google Shape;1311;p133"/>
          <p:cNvSpPr txBox="1"/>
          <p:nvPr>
            <p:ph idx="3" type="ctrTitle"/>
          </p:nvPr>
        </p:nvSpPr>
        <p:spPr>
          <a:xfrm>
            <a:off x="432650" y="2612563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312" name="Google Shape;1312;p133"/>
          <p:cNvSpPr txBox="1"/>
          <p:nvPr>
            <p:ph idx="4" type="ctrTitle"/>
          </p:nvPr>
        </p:nvSpPr>
        <p:spPr>
          <a:xfrm>
            <a:off x="432650" y="2221338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grpSp>
        <p:nvGrpSpPr>
          <p:cNvPr id="1313" name="Google Shape;1313;p133"/>
          <p:cNvGrpSpPr/>
          <p:nvPr/>
        </p:nvGrpSpPr>
        <p:grpSpPr>
          <a:xfrm>
            <a:off x="458692" y="3156850"/>
            <a:ext cx="875888" cy="415500"/>
            <a:chOff x="699342" y="3156850"/>
            <a:chExt cx="875888" cy="415500"/>
          </a:xfrm>
        </p:grpSpPr>
        <p:sp>
          <p:nvSpPr>
            <p:cNvPr id="1314" name="Google Shape;1314;p133"/>
            <p:cNvSpPr/>
            <p:nvPr/>
          </p:nvSpPr>
          <p:spPr>
            <a:xfrm>
              <a:off x="699530" y="3156850"/>
              <a:ext cx="8757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315" name="Google Shape;1315;p133"/>
            <p:cNvSpPr txBox="1"/>
            <p:nvPr/>
          </p:nvSpPr>
          <p:spPr>
            <a:xfrm>
              <a:off x="699342" y="3260650"/>
              <a:ext cx="8757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2010</a:t>
              </a:r>
              <a:endParaRPr sz="1200"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cxnSp>
        <p:nvCxnSpPr>
          <p:cNvPr id="1316" name="Google Shape;1316;p133"/>
          <p:cNvCxnSpPr>
            <a:stCxn id="1317" idx="1"/>
          </p:cNvCxnSpPr>
          <p:nvPr/>
        </p:nvCxnSpPr>
        <p:spPr>
          <a:xfrm rot="10800000">
            <a:off x="1335492" y="3364600"/>
            <a:ext cx="681300" cy="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18" name="Google Shape;1318;p133"/>
          <p:cNvGrpSpPr/>
          <p:nvPr/>
        </p:nvGrpSpPr>
        <p:grpSpPr>
          <a:xfrm>
            <a:off x="2016792" y="3156850"/>
            <a:ext cx="875888" cy="415500"/>
            <a:chOff x="699342" y="3156850"/>
            <a:chExt cx="875888" cy="415500"/>
          </a:xfrm>
        </p:grpSpPr>
        <p:sp>
          <p:nvSpPr>
            <p:cNvPr id="1319" name="Google Shape;1319;p133"/>
            <p:cNvSpPr/>
            <p:nvPr/>
          </p:nvSpPr>
          <p:spPr>
            <a:xfrm>
              <a:off x="699530" y="3156850"/>
              <a:ext cx="8757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317" name="Google Shape;1317;p133"/>
            <p:cNvSpPr txBox="1"/>
            <p:nvPr/>
          </p:nvSpPr>
          <p:spPr>
            <a:xfrm>
              <a:off x="699342" y="3260650"/>
              <a:ext cx="8757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2011</a:t>
              </a:r>
              <a:endParaRPr sz="1200"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cxnSp>
        <p:nvCxnSpPr>
          <p:cNvPr id="1320" name="Google Shape;1320;p133"/>
          <p:cNvCxnSpPr>
            <a:stCxn id="1321" idx="1"/>
          </p:cNvCxnSpPr>
          <p:nvPr/>
        </p:nvCxnSpPr>
        <p:spPr>
          <a:xfrm rot="10800000">
            <a:off x="2893592" y="3364600"/>
            <a:ext cx="681300" cy="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22" name="Google Shape;1322;p133"/>
          <p:cNvGrpSpPr/>
          <p:nvPr/>
        </p:nvGrpSpPr>
        <p:grpSpPr>
          <a:xfrm>
            <a:off x="3574892" y="3156850"/>
            <a:ext cx="875888" cy="415500"/>
            <a:chOff x="699342" y="3156850"/>
            <a:chExt cx="875888" cy="415500"/>
          </a:xfrm>
        </p:grpSpPr>
        <p:sp>
          <p:nvSpPr>
            <p:cNvPr id="1323" name="Google Shape;1323;p133"/>
            <p:cNvSpPr/>
            <p:nvPr/>
          </p:nvSpPr>
          <p:spPr>
            <a:xfrm>
              <a:off x="699530" y="3156850"/>
              <a:ext cx="8757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321" name="Google Shape;1321;p133"/>
            <p:cNvSpPr txBox="1"/>
            <p:nvPr/>
          </p:nvSpPr>
          <p:spPr>
            <a:xfrm>
              <a:off x="699342" y="3260650"/>
              <a:ext cx="8757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2012</a:t>
              </a:r>
              <a:endParaRPr sz="1200"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cxnSp>
        <p:nvCxnSpPr>
          <p:cNvPr id="1324" name="Google Shape;1324;p133"/>
          <p:cNvCxnSpPr>
            <a:stCxn id="1325" idx="1"/>
          </p:cNvCxnSpPr>
          <p:nvPr/>
        </p:nvCxnSpPr>
        <p:spPr>
          <a:xfrm rot="10800000">
            <a:off x="4439642" y="3364600"/>
            <a:ext cx="681300" cy="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26" name="Google Shape;1326;p133"/>
          <p:cNvGrpSpPr/>
          <p:nvPr/>
        </p:nvGrpSpPr>
        <p:grpSpPr>
          <a:xfrm>
            <a:off x="5120942" y="3156850"/>
            <a:ext cx="875888" cy="415500"/>
            <a:chOff x="699342" y="3156850"/>
            <a:chExt cx="875888" cy="415500"/>
          </a:xfrm>
        </p:grpSpPr>
        <p:sp>
          <p:nvSpPr>
            <p:cNvPr id="1327" name="Google Shape;1327;p133"/>
            <p:cNvSpPr/>
            <p:nvPr/>
          </p:nvSpPr>
          <p:spPr>
            <a:xfrm>
              <a:off x="699530" y="3156850"/>
              <a:ext cx="8757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325" name="Google Shape;1325;p133"/>
            <p:cNvSpPr txBox="1"/>
            <p:nvPr/>
          </p:nvSpPr>
          <p:spPr>
            <a:xfrm>
              <a:off x="699342" y="3260650"/>
              <a:ext cx="8757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2013</a:t>
              </a:r>
              <a:endParaRPr sz="1200"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cxnSp>
        <p:nvCxnSpPr>
          <p:cNvPr id="1328" name="Google Shape;1328;p133"/>
          <p:cNvCxnSpPr>
            <a:stCxn id="1329" idx="1"/>
          </p:cNvCxnSpPr>
          <p:nvPr/>
        </p:nvCxnSpPr>
        <p:spPr>
          <a:xfrm rot="10800000">
            <a:off x="5997742" y="3364600"/>
            <a:ext cx="681300" cy="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0" name="Google Shape;1330;p133"/>
          <p:cNvGrpSpPr/>
          <p:nvPr/>
        </p:nvGrpSpPr>
        <p:grpSpPr>
          <a:xfrm>
            <a:off x="6679042" y="3156850"/>
            <a:ext cx="875888" cy="415500"/>
            <a:chOff x="699342" y="3156850"/>
            <a:chExt cx="875888" cy="415500"/>
          </a:xfrm>
        </p:grpSpPr>
        <p:sp>
          <p:nvSpPr>
            <p:cNvPr id="1331" name="Google Shape;1331;p133"/>
            <p:cNvSpPr/>
            <p:nvPr/>
          </p:nvSpPr>
          <p:spPr>
            <a:xfrm>
              <a:off x="699530" y="3156850"/>
              <a:ext cx="8757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329" name="Google Shape;1329;p133"/>
            <p:cNvSpPr txBox="1"/>
            <p:nvPr/>
          </p:nvSpPr>
          <p:spPr>
            <a:xfrm>
              <a:off x="699342" y="3260650"/>
              <a:ext cx="8757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2014</a:t>
              </a:r>
              <a:endParaRPr sz="1200"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sp>
        <p:nvSpPr>
          <p:cNvPr id="1332" name="Google Shape;1332;p133"/>
          <p:cNvSpPr txBox="1"/>
          <p:nvPr>
            <p:ph idx="5" type="ctrTitle"/>
          </p:nvPr>
        </p:nvSpPr>
        <p:spPr>
          <a:xfrm>
            <a:off x="2016800" y="4089163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333" name="Google Shape;1333;p133"/>
          <p:cNvSpPr txBox="1"/>
          <p:nvPr>
            <p:ph idx="6" type="ctrTitle"/>
          </p:nvPr>
        </p:nvSpPr>
        <p:spPr>
          <a:xfrm>
            <a:off x="2016800" y="3697938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34" name="Google Shape;1334;p133"/>
          <p:cNvSpPr txBox="1"/>
          <p:nvPr>
            <p:ph idx="7" type="ctrTitle"/>
          </p:nvPr>
        </p:nvSpPr>
        <p:spPr>
          <a:xfrm>
            <a:off x="3574900" y="2596950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335" name="Google Shape;1335;p133"/>
          <p:cNvSpPr txBox="1"/>
          <p:nvPr>
            <p:ph idx="8" type="ctrTitle"/>
          </p:nvPr>
        </p:nvSpPr>
        <p:spPr>
          <a:xfrm>
            <a:off x="3574900" y="2205725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36" name="Google Shape;1336;p133"/>
          <p:cNvSpPr txBox="1"/>
          <p:nvPr>
            <p:ph idx="9" type="ctrTitle"/>
          </p:nvPr>
        </p:nvSpPr>
        <p:spPr>
          <a:xfrm>
            <a:off x="6679050" y="2612563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337" name="Google Shape;1337;p133"/>
          <p:cNvSpPr txBox="1"/>
          <p:nvPr>
            <p:ph idx="13" type="ctrTitle"/>
          </p:nvPr>
        </p:nvSpPr>
        <p:spPr>
          <a:xfrm>
            <a:off x="6679050" y="2221338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38" name="Google Shape;1338;p133"/>
          <p:cNvSpPr txBox="1"/>
          <p:nvPr>
            <p:ph idx="14" type="ctrTitle"/>
          </p:nvPr>
        </p:nvSpPr>
        <p:spPr>
          <a:xfrm>
            <a:off x="5120950" y="4089163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339" name="Google Shape;1339;p133"/>
          <p:cNvSpPr txBox="1"/>
          <p:nvPr>
            <p:ph idx="15" type="ctrTitle"/>
          </p:nvPr>
        </p:nvSpPr>
        <p:spPr>
          <a:xfrm>
            <a:off x="5120950" y="3697938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pic>
        <p:nvPicPr>
          <p:cNvPr id="1340" name="Google Shape;1340;p1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CUSTOM_13_2_1_1_1"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34"/>
          <p:cNvSpPr txBox="1"/>
          <p:nvPr>
            <p:ph type="ctrTitle"/>
          </p:nvPr>
        </p:nvSpPr>
        <p:spPr>
          <a:xfrm>
            <a:off x="432650" y="599350"/>
            <a:ext cx="64740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43" name="Google Shape;1343;p134"/>
          <p:cNvSpPr txBox="1"/>
          <p:nvPr>
            <p:ph idx="2" type="ctrTitle"/>
          </p:nvPr>
        </p:nvSpPr>
        <p:spPr>
          <a:xfrm>
            <a:off x="432650" y="10958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1344" name="Google Shape;1344;p134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 rot="-5400000">
            <a:off x="6940805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5" name="Google Shape;1345;p134"/>
          <p:cNvPicPr preferRelativeResize="0"/>
          <p:nvPr/>
        </p:nvPicPr>
        <p:blipFill rotWithShape="1">
          <a:blip r:embed="rId2">
            <a:alphaModFix amt="34000"/>
          </a:blip>
          <a:srcRect b="0" l="0" r="0" t="0"/>
          <a:stretch/>
        </p:blipFill>
        <p:spPr>
          <a:xfrm rot="-5400000">
            <a:off x="7337210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6" name="Google Shape;1346;p134"/>
          <p:cNvPicPr preferRelativeResize="0"/>
          <p:nvPr/>
        </p:nvPicPr>
        <p:blipFill rotWithShape="1">
          <a:blip r:embed="rId2">
            <a:alphaModFix amt="54000"/>
          </a:blip>
          <a:srcRect b="0" l="0" r="0" t="0"/>
          <a:stretch/>
        </p:blipFill>
        <p:spPr>
          <a:xfrm rot="-5400000">
            <a:off x="7792316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7" name="Google Shape;1347;p1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8247397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8" name="Google Shape;1348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le content 2">
  <p:cSld name="CUSTOM_13_2_1_1_1_1"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135"/>
          <p:cNvSpPr txBox="1"/>
          <p:nvPr>
            <p:ph type="ctrTitle"/>
          </p:nvPr>
        </p:nvSpPr>
        <p:spPr>
          <a:xfrm>
            <a:off x="432650" y="599350"/>
            <a:ext cx="64740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51" name="Google Shape;1351;p135"/>
          <p:cNvSpPr txBox="1"/>
          <p:nvPr>
            <p:ph idx="2" type="ctrTitle"/>
          </p:nvPr>
        </p:nvSpPr>
        <p:spPr>
          <a:xfrm>
            <a:off x="432650" y="15836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1352" name="Google Shape;1352;p135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 rot="-5400000">
            <a:off x="6940805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3" name="Google Shape;1353;p135"/>
          <p:cNvPicPr preferRelativeResize="0"/>
          <p:nvPr/>
        </p:nvPicPr>
        <p:blipFill rotWithShape="1">
          <a:blip r:embed="rId2">
            <a:alphaModFix amt="34000"/>
          </a:blip>
          <a:srcRect b="0" l="0" r="0" t="0"/>
          <a:stretch/>
        </p:blipFill>
        <p:spPr>
          <a:xfrm rot="-5400000">
            <a:off x="7337210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4" name="Google Shape;1354;p135"/>
          <p:cNvPicPr preferRelativeResize="0"/>
          <p:nvPr/>
        </p:nvPicPr>
        <p:blipFill rotWithShape="1">
          <a:blip r:embed="rId2">
            <a:alphaModFix amt="54000"/>
          </a:blip>
          <a:srcRect b="0" l="0" r="0" t="0"/>
          <a:stretch/>
        </p:blipFill>
        <p:spPr>
          <a:xfrm rot="-5400000">
            <a:off x="7792316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5" name="Google Shape;1355;p1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8247397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135"/>
          <p:cNvSpPr txBox="1"/>
          <p:nvPr>
            <p:ph idx="3" type="ctrTitle"/>
          </p:nvPr>
        </p:nvSpPr>
        <p:spPr>
          <a:xfrm>
            <a:off x="432650" y="10958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1357" name="Google Shape;1357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le content 3">
  <p:cSld name="CUSTOM_13_2_1_1_1_1_1"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136"/>
          <p:cNvSpPr txBox="1"/>
          <p:nvPr>
            <p:ph type="ctrTitle"/>
          </p:nvPr>
        </p:nvSpPr>
        <p:spPr>
          <a:xfrm>
            <a:off x="432650" y="599350"/>
            <a:ext cx="64740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60" name="Google Shape;1360;p136"/>
          <p:cNvSpPr txBox="1"/>
          <p:nvPr>
            <p:ph idx="2" type="ctrTitle"/>
          </p:nvPr>
        </p:nvSpPr>
        <p:spPr>
          <a:xfrm>
            <a:off x="432650" y="1583800"/>
            <a:ext cx="36516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361" name="Google Shape;1361;p136"/>
          <p:cNvSpPr txBox="1"/>
          <p:nvPr>
            <p:ph idx="3" type="ctrTitle"/>
          </p:nvPr>
        </p:nvSpPr>
        <p:spPr>
          <a:xfrm>
            <a:off x="432650" y="10958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362" name="Google Shape;1362;p136"/>
          <p:cNvSpPr txBox="1"/>
          <p:nvPr>
            <p:ph idx="4" type="ctrTitle"/>
          </p:nvPr>
        </p:nvSpPr>
        <p:spPr>
          <a:xfrm>
            <a:off x="4515850" y="1583800"/>
            <a:ext cx="36516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1363" name="Google Shape;1363;p1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le content 4">
  <p:cSld name="CUSTOM_13_2_1_1_1_1_1_1"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137"/>
          <p:cNvSpPr txBox="1"/>
          <p:nvPr>
            <p:ph type="ctrTitle"/>
          </p:nvPr>
        </p:nvSpPr>
        <p:spPr>
          <a:xfrm>
            <a:off x="432650" y="599350"/>
            <a:ext cx="64740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66" name="Google Shape;1366;p137"/>
          <p:cNvSpPr txBox="1"/>
          <p:nvPr>
            <p:ph idx="2" type="ctrTitle"/>
          </p:nvPr>
        </p:nvSpPr>
        <p:spPr>
          <a:xfrm>
            <a:off x="432650" y="1583800"/>
            <a:ext cx="24396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367" name="Google Shape;1367;p137"/>
          <p:cNvSpPr txBox="1"/>
          <p:nvPr>
            <p:ph idx="3" type="ctrTitle"/>
          </p:nvPr>
        </p:nvSpPr>
        <p:spPr>
          <a:xfrm>
            <a:off x="432650" y="10958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368" name="Google Shape;1368;p137"/>
          <p:cNvSpPr txBox="1"/>
          <p:nvPr>
            <p:ph idx="4" type="ctrTitle"/>
          </p:nvPr>
        </p:nvSpPr>
        <p:spPr>
          <a:xfrm>
            <a:off x="3094325" y="1583800"/>
            <a:ext cx="24396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369" name="Google Shape;1369;p137"/>
          <p:cNvSpPr txBox="1"/>
          <p:nvPr>
            <p:ph idx="5" type="ctrTitle"/>
          </p:nvPr>
        </p:nvSpPr>
        <p:spPr>
          <a:xfrm>
            <a:off x="5756000" y="1583800"/>
            <a:ext cx="24396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1370" name="Google Shape;1370;p1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le content 5">
  <p:cSld name="CUSTOM_13_2_1_1_1_1_1_1_1"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138"/>
          <p:cNvSpPr txBox="1"/>
          <p:nvPr>
            <p:ph type="ctrTitle"/>
          </p:nvPr>
        </p:nvSpPr>
        <p:spPr>
          <a:xfrm>
            <a:off x="432650" y="599350"/>
            <a:ext cx="64740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73" name="Google Shape;1373;p138"/>
          <p:cNvSpPr txBox="1"/>
          <p:nvPr>
            <p:ph idx="2" type="ctrTitle"/>
          </p:nvPr>
        </p:nvSpPr>
        <p:spPr>
          <a:xfrm>
            <a:off x="432650" y="1583800"/>
            <a:ext cx="17913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374" name="Google Shape;1374;p138"/>
          <p:cNvSpPr txBox="1"/>
          <p:nvPr>
            <p:ph idx="3" type="ctrTitle"/>
          </p:nvPr>
        </p:nvSpPr>
        <p:spPr>
          <a:xfrm>
            <a:off x="432650" y="10958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375" name="Google Shape;1375;p138"/>
          <p:cNvSpPr txBox="1"/>
          <p:nvPr>
            <p:ph idx="4" type="ctrTitle"/>
          </p:nvPr>
        </p:nvSpPr>
        <p:spPr>
          <a:xfrm>
            <a:off x="2506989" y="1583800"/>
            <a:ext cx="17913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376" name="Google Shape;1376;p138"/>
          <p:cNvSpPr txBox="1"/>
          <p:nvPr>
            <p:ph idx="5" type="ctrTitle"/>
          </p:nvPr>
        </p:nvSpPr>
        <p:spPr>
          <a:xfrm>
            <a:off x="4581328" y="1583800"/>
            <a:ext cx="17913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377" name="Google Shape;1377;p138"/>
          <p:cNvSpPr txBox="1"/>
          <p:nvPr>
            <p:ph idx="6" type="ctrTitle"/>
          </p:nvPr>
        </p:nvSpPr>
        <p:spPr>
          <a:xfrm>
            <a:off x="6655667" y="1583800"/>
            <a:ext cx="17913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1378" name="Google Shape;1378;p1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139"/>
          <p:cNvSpPr txBox="1"/>
          <p:nvPr>
            <p:ph type="title"/>
          </p:nvPr>
        </p:nvSpPr>
        <p:spPr>
          <a:xfrm>
            <a:off x="576550" y="452000"/>
            <a:ext cx="530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81" name="Google Shape;1381;p139" title="Points scored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07075" y="1347875"/>
            <a:ext cx="3580326" cy="2213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2" name="Google Shape;1382;p139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125" y="1347874"/>
            <a:ext cx="3580326" cy="2213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3" name="Google Shape;1383;p1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1_1"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140"/>
          <p:cNvSpPr txBox="1"/>
          <p:nvPr>
            <p:ph type="title"/>
          </p:nvPr>
        </p:nvSpPr>
        <p:spPr>
          <a:xfrm>
            <a:off x="576550" y="452000"/>
            <a:ext cx="530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86" name="Google Shape;1386;p140" title="Points scored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61500" y="1572700"/>
            <a:ext cx="3777426" cy="2335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140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5600" y="1572700"/>
            <a:ext cx="3777426" cy="2335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3"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14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1" name="Google Shape;1391;p141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 rot="-5400000">
            <a:off x="6940805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2" name="Google Shape;1392;p141"/>
          <p:cNvPicPr preferRelativeResize="0"/>
          <p:nvPr/>
        </p:nvPicPr>
        <p:blipFill rotWithShape="1">
          <a:blip r:embed="rId2">
            <a:alphaModFix amt="34000"/>
          </a:blip>
          <a:srcRect b="0" l="0" r="0" t="0"/>
          <a:stretch/>
        </p:blipFill>
        <p:spPr>
          <a:xfrm rot="-5400000">
            <a:off x="7337210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3" name="Google Shape;1393;p141"/>
          <p:cNvPicPr preferRelativeResize="0"/>
          <p:nvPr/>
        </p:nvPicPr>
        <p:blipFill rotWithShape="1">
          <a:blip r:embed="rId2">
            <a:alphaModFix amt="54000"/>
          </a:blip>
          <a:srcRect b="0" l="0" r="0" t="0"/>
          <a:stretch/>
        </p:blipFill>
        <p:spPr>
          <a:xfrm rot="-5400000">
            <a:off x="7792316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4" name="Google Shape;1394;p1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8247397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5" name="Google Shape;1395;p141"/>
          <p:cNvPicPr preferRelativeResize="0"/>
          <p:nvPr/>
        </p:nvPicPr>
        <p:blipFill rotWithShape="1">
          <a:blip r:embed="rId3">
            <a:alphaModFix/>
          </a:blip>
          <a:srcRect b="26931" l="0" r="0" t="25218"/>
          <a:stretch/>
        </p:blipFill>
        <p:spPr>
          <a:xfrm>
            <a:off x="433791" y="4261284"/>
            <a:ext cx="1054199" cy="504444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41"/>
          <p:cNvSpPr txBox="1"/>
          <p:nvPr>
            <p:ph type="title"/>
          </p:nvPr>
        </p:nvSpPr>
        <p:spPr>
          <a:xfrm>
            <a:off x="433800" y="581900"/>
            <a:ext cx="7035600" cy="192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Font typeface="Plus Jakarta Sans"/>
              <a:buNone/>
              <a:defRPr b="1" sz="6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97" name="Google Shape;1397;p141"/>
          <p:cNvSpPr txBox="1"/>
          <p:nvPr>
            <p:ph idx="1" type="subTitle"/>
          </p:nvPr>
        </p:nvSpPr>
        <p:spPr>
          <a:xfrm>
            <a:off x="562775" y="234132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None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CUSTOM_4"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142"/>
          <p:cNvSpPr/>
          <p:nvPr>
            <p:ph idx="2" type="pic"/>
          </p:nvPr>
        </p:nvSpPr>
        <p:spPr>
          <a:xfrm>
            <a:off x="0" y="0"/>
            <a:ext cx="9144000" cy="3371100"/>
          </a:xfrm>
          <a:prstGeom prst="rect">
            <a:avLst/>
          </a:prstGeom>
          <a:noFill/>
          <a:ln>
            <a:noFill/>
          </a:ln>
        </p:spPr>
      </p:sp>
      <p:sp>
        <p:nvSpPr>
          <p:cNvPr id="1400" name="Google Shape;1400;p142"/>
          <p:cNvSpPr txBox="1"/>
          <p:nvPr>
            <p:ph type="title"/>
          </p:nvPr>
        </p:nvSpPr>
        <p:spPr>
          <a:xfrm>
            <a:off x="623400" y="521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1" name="Google Shape;1401;p142"/>
          <p:cNvSpPr/>
          <p:nvPr/>
        </p:nvSpPr>
        <p:spPr>
          <a:xfrm>
            <a:off x="0" y="3371150"/>
            <a:ext cx="9144000" cy="1772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142"/>
          <p:cNvSpPr/>
          <p:nvPr/>
        </p:nvSpPr>
        <p:spPr>
          <a:xfrm>
            <a:off x="4942187" y="3904872"/>
            <a:ext cx="2141700" cy="857400"/>
          </a:xfrm>
          <a:prstGeom prst="roundRect">
            <a:avLst>
              <a:gd fmla="val 7110" name="adj"/>
            </a:avLst>
          </a:prstGeom>
          <a:solidFill>
            <a:srgbClr val="FFFFFF"/>
          </a:solidFill>
          <a:ln>
            <a:noFill/>
          </a:ln>
          <a:effectLst>
            <a:outerShdw blurRad="431800" sx="43000" rotWithShape="0" algn="t" dir="5400000" dist="241300" sy="43000">
              <a:srgbClr val="000000">
                <a:alpha val="7843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403" name="Google Shape;1403;p142"/>
          <p:cNvSpPr txBox="1"/>
          <p:nvPr/>
        </p:nvSpPr>
        <p:spPr>
          <a:xfrm>
            <a:off x="6549444" y="4544948"/>
            <a:ext cx="49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4626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Minutes</a:t>
            </a:r>
            <a:endParaRPr b="0" i="0" sz="1100" u="none" cap="none" strike="noStrike">
              <a:solidFill>
                <a:srgbClr val="F4626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404" name="Google Shape;1404;p142"/>
          <p:cNvSpPr txBox="1"/>
          <p:nvPr>
            <p:ph idx="1" type="subTitle"/>
          </p:nvPr>
        </p:nvSpPr>
        <p:spPr>
          <a:xfrm>
            <a:off x="785675" y="3967567"/>
            <a:ext cx="3513000" cy="7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5" name="Google Shape;1405;p142"/>
          <p:cNvSpPr txBox="1"/>
          <p:nvPr>
            <p:ph hasCustomPrompt="1" idx="3" type="title"/>
          </p:nvPr>
        </p:nvSpPr>
        <p:spPr>
          <a:xfrm>
            <a:off x="5037450" y="4024267"/>
            <a:ext cx="1900500" cy="61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r>
              <a:t>xx%</a:t>
            </a:r>
          </a:p>
        </p:txBody>
      </p:sp>
      <p:pic>
        <p:nvPicPr>
          <p:cNvPr id="1406" name="Google Shape;1406;p142"/>
          <p:cNvPicPr preferRelativeResize="0"/>
          <p:nvPr/>
        </p:nvPicPr>
        <p:blipFill rotWithShape="1">
          <a:blip r:embed="rId2">
            <a:alphaModFix/>
          </a:blip>
          <a:srcRect b="26852" l="0" r="0" t="26852"/>
          <a:stretch/>
        </p:blipFill>
        <p:spPr>
          <a:xfrm>
            <a:off x="199650" y="4749547"/>
            <a:ext cx="477249" cy="22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 1">
  <p:cSld name="CUSTOM_4_1"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143"/>
          <p:cNvSpPr/>
          <p:nvPr>
            <p:ph idx="2" type="pic"/>
          </p:nvPr>
        </p:nvSpPr>
        <p:spPr>
          <a:xfrm>
            <a:off x="0" y="0"/>
            <a:ext cx="9144000" cy="3371100"/>
          </a:xfrm>
          <a:prstGeom prst="rect">
            <a:avLst/>
          </a:prstGeom>
          <a:noFill/>
          <a:ln>
            <a:noFill/>
          </a:ln>
        </p:spPr>
      </p:sp>
      <p:sp>
        <p:nvSpPr>
          <p:cNvPr id="1409" name="Google Shape;1409;p143"/>
          <p:cNvSpPr txBox="1"/>
          <p:nvPr>
            <p:ph type="title"/>
          </p:nvPr>
        </p:nvSpPr>
        <p:spPr>
          <a:xfrm>
            <a:off x="623400" y="521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0" name="Google Shape;1410;p143"/>
          <p:cNvSpPr/>
          <p:nvPr/>
        </p:nvSpPr>
        <p:spPr>
          <a:xfrm>
            <a:off x="0" y="3371150"/>
            <a:ext cx="9144000" cy="1772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143"/>
          <p:cNvSpPr/>
          <p:nvPr/>
        </p:nvSpPr>
        <p:spPr>
          <a:xfrm>
            <a:off x="4942187" y="3594047"/>
            <a:ext cx="2141700" cy="857400"/>
          </a:xfrm>
          <a:prstGeom prst="roundRect">
            <a:avLst>
              <a:gd fmla="val 7110" name="adj"/>
            </a:avLst>
          </a:prstGeom>
          <a:solidFill>
            <a:srgbClr val="FFFFFF"/>
          </a:solidFill>
          <a:ln>
            <a:noFill/>
          </a:ln>
          <a:effectLst>
            <a:outerShdw blurRad="431800" sx="43000" rotWithShape="0" algn="t" dir="5400000" dist="241300" sy="43000">
              <a:srgbClr val="000000">
                <a:alpha val="7843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412" name="Google Shape;1412;p143"/>
          <p:cNvSpPr txBox="1"/>
          <p:nvPr/>
        </p:nvSpPr>
        <p:spPr>
          <a:xfrm>
            <a:off x="6549444" y="4234123"/>
            <a:ext cx="49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4626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Minutes</a:t>
            </a:r>
            <a:endParaRPr b="0" i="0" sz="1100" u="none" cap="none" strike="noStrike">
              <a:solidFill>
                <a:srgbClr val="F4626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413" name="Google Shape;1413;p143"/>
          <p:cNvSpPr txBox="1"/>
          <p:nvPr>
            <p:ph idx="1" type="subTitle"/>
          </p:nvPr>
        </p:nvSpPr>
        <p:spPr>
          <a:xfrm>
            <a:off x="785675" y="3656742"/>
            <a:ext cx="3513000" cy="7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4" name="Google Shape;1414;p143"/>
          <p:cNvSpPr txBox="1"/>
          <p:nvPr>
            <p:ph hasCustomPrompt="1" idx="3" type="title"/>
          </p:nvPr>
        </p:nvSpPr>
        <p:spPr>
          <a:xfrm>
            <a:off x="5037450" y="3713442"/>
            <a:ext cx="1900500" cy="61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r>
              <a:t>xx%</a:t>
            </a:r>
          </a:p>
        </p:txBody>
      </p:sp>
      <p:sp>
        <p:nvSpPr>
          <p:cNvPr id="1415" name="Google Shape;1415;p143"/>
          <p:cNvSpPr/>
          <p:nvPr/>
        </p:nvSpPr>
        <p:spPr>
          <a:xfrm>
            <a:off x="0" y="4636300"/>
            <a:ext cx="9144000" cy="5073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143"/>
          <p:cNvSpPr txBox="1"/>
          <p:nvPr/>
        </p:nvSpPr>
        <p:spPr>
          <a:xfrm>
            <a:off x="318150" y="4674400"/>
            <a:ext cx="8507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Disclaimer: In the appendix slides below you will find a slide called “Photography” with a drive link where you will find chosen images as well. You can swap the image above with those from the “Photography ”drive.</a:t>
            </a:r>
            <a:endParaRPr sz="8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3">
  <p:cSld name="TITLE_3"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14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19" name="Google Shape;1419;p14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20" name="Google Shape;1420;p1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8">
  <p:cSld name="BLANK_28"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2" name="Google Shape;1422;p145"/>
          <p:cNvPicPr preferRelativeResize="0"/>
          <p:nvPr/>
        </p:nvPicPr>
        <p:blipFill rotWithShape="1">
          <a:blip r:embed="rId2">
            <a:alphaModFix/>
          </a:blip>
          <a:srcRect b="19897" l="17345" r="9805" t="21804"/>
          <a:stretch/>
        </p:blipFill>
        <p:spPr>
          <a:xfrm>
            <a:off x="206768" y="4721093"/>
            <a:ext cx="1423160" cy="351476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145"/>
          <p:cNvSpPr txBox="1"/>
          <p:nvPr/>
        </p:nvSpPr>
        <p:spPr>
          <a:xfrm>
            <a:off x="425625" y="784300"/>
            <a:ext cx="32436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ix">
  <p:cSld name="BLANK_1">
    <p:bg>
      <p:bgPr>
        <a:solidFill>
          <a:srgbClr val="F8F8F8"/>
        </a:solidFill>
      </p:bgPr>
    </p:bg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5" name="Google Shape;1425;p146"/>
          <p:cNvPicPr preferRelativeResize="0"/>
          <p:nvPr/>
        </p:nvPicPr>
        <p:blipFill rotWithShape="1">
          <a:blip r:embed="rId2">
            <a:alphaModFix/>
          </a:blip>
          <a:srcRect b="31404" l="0" r="0" t="28549"/>
          <a:stretch/>
        </p:blipFill>
        <p:spPr>
          <a:xfrm>
            <a:off x="8099450" y="225088"/>
            <a:ext cx="764699" cy="306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ix 1">
  <p:cSld name="CAPTION_ONLY_1"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7" name="Google Shape;1427;p147"/>
          <p:cNvPicPr preferRelativeResize="0"/>
          <p:nvPr/>
        </p:nvPicPr>
        <p:blipFill rotWithShape="1">
          <a:blip r:embed="rId2">
            <a:alphaModFix/>
          </a:blip>
          <a:srcRect b="31404" l="0" r="0" t="28549"/>
          <a:stretch/>
        </p:blipFill>
        <p:spPr>
          <a:xfrm>
            <a:off x="8099450" y="225088"/>
            <a:ext cx="764699" cy="306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5">
  <p:cSld name="TITLE_AND_BODY_5"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1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0" name="Google Shape;1430;p1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31" name="Google Shape;1431;p148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32" name="Google Shape;1432;p1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1">
  <p:cSld name="TITLE_AND_BODY_11"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149"/>
          <p:cNvSpPr txBox="1"/>
          <p:nvPr>
            <p:ph type="title"/>
          </p:nvPr>
        </p:nvSpPr>
        <p:spPr>
          <a:xfrm>
            <a:off x="1593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5" name="Google Shape;1435;p149"/>
          <p:cNvSpPr txBox="1"/>
          <p:nvPr>
            <p:ph idx="1" type="body"/>
          </p:nvPr>
        </p:nvSpPr>
        <p:spPr>
          <a:xfrm>
            <a:off x="159300" y="863550"/>
            <a:ext cx="8733300" cy="37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36" name="Google Shape;1436;p1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37" name="Google Shape;1437;p1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Header Slide 1 1 1">
  <p:cSld name="CUSTOM_6_1_2_2"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150"/>
          <p:cNvSpPr/>
          <p:nvPr/>
        </p:nvSpPr>
        <p:spPr>
          <a:xfrm rot="1200381">
            <a:off x="568588" y="4242720"/>
            <a:ext cx="295787" cy="208015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 w="12700">
            <a:solidFill>
              <a:srgbClr val="4073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150"/>
          <p:cNvSpPr/>
          <p:nvPr/>
        </p:nvSpPr>
        <p:spPr>
          <a:xfrm rot="-9599910">
            <a:off x="8352250" y="1268465"/>
            <a:ext cx="316064" cy="222229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ap="flat" cmpd="sng" w="12700">
            <a:solidFill>
              <a:srgbClr val="2791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150"/>
          <p:cNvSpPr txBox="1"/>
          <p:nvPr>
            <p:ph idx="1" type="body"/>
          </p:nvPr>
        </p:nvSpPr>
        <p:spPr>
          <a:xfrm>
            <a:off x="263768" y="239505"/>
            <a:ext cx="39609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i="0" sz="2300">
                <a:solidFill>
                  <a:srgbClr val="000000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indent="-22860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None/>
              <a:defRPr/>
            </a:lvl5pPr>
            <a:lvl6pPr indent="-32385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442" name="Google Shape;1442;p150"/>
          <p:cNvSpPr txBox="1"/>
          <p:nvPr>
            <p:ph idx="2" type="body"/>
          </p:nvPr>
        </p:nvSpPr>
        <p:spPr>
          <a:xfrm>
            <a:off x="263768" y="587066"/>
            <a:ext cx="39609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500">
                <a:solidFill>
                  <a:srgbClr val="33220E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2860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None/>
              <a:defRPr/>
            </a:lvl5pPr>
            <a:lvl6pPr indent="-32385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151"/>
          <p:cNvSpPr/>
          <p:nvPr/>
        </p:nvSpPr>
        <p:spPr>
          <a:xfrm>
            <a:off x="132" y="-198"/>
            <a:ext cx="9144000" cy="594000"/>
          </a:xfrm>
          <a:prstGeom prst="rect">
            <a:avLst/>
          </a:prstGeom>
          <a:solidFill>
            <a:srgbClr val="002D5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151"/>
          <p:cNvSpPr txBox="1"/>
          <p:nvPr>
            <p:ph type="title"/>
          </p:nvPr>
        </p:nvSpPr>
        <p:spPr>
          <a:xfrm>
            <a:off x="132" y="92944"/>
            <a:ext cx="9143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Header Slide 3">
  <p:cSld name="CUSTOM_6_1_3_2"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Three Column 3">
  <p:cSld name="CUSTOM_2_3_2_3"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5">
  <p:cSld name="TITLE_5"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15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50" name="Google Shape;1450;p15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51" name="Google Shape;1451;p1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6"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15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454" name="Google Shape;1454;p155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55" name="Google Shape;1455;p15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456" name="Google Shape;1456;p15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457" name="Google Shape;1457;p1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Header Slide 3 1">
  <p:cSld name="CUSTOM_6_1_1_1"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156"/>
          <p:cNvSpPr txBox="1"/>
          <p:nvPr>
            <p:ph idx="1" type="body"/>
          </p:nvPr>
        </p:nvSpPr>
        <p:spPr>
          <a:xfrm>
            <a:off x="263768" y="239505"/>
            <a:ext cx="39609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lus Jakarta Sans"/>
              <a:buNone/>
              <a:defRPr b="1" i="0" sz="22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Plus Jakarta Sans"/>
              <a:buNone/>
              <a:defRPr sz="22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Plus Jakarta Sans"/>
              <a:buNone/>
              <a:defRPr sz="22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22860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Plus Jakarta Sans"/>
              <a:buNone/>
              <a:defRPr sz="22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22860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Plus Jakarta Sans"/>
              <a:buNone/>
              <a:defRPr sz="22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683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Plus Jakarta Sans"/>
              <a:buChar char="■"/>
              <a:defRPr sz="22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683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Plus Jakarta Sans"/>
              <a:buChar char="●"/>
              <a:defRPr sz="22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683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Plus Jakarta Sans"/>
              <a:buChar char="○"/>
              <a:defRPr sz="22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683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Plus Jakarta Sans"/>
              <a:buChar char="■"/>
              <a:defRPr sz="22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460" name="Google Shape;1460;p156"/>
          <p:cNvSpPr txBox="1"/>
          <p:nvPr/>
        </p:nvSpPr>
        <p:spPr>
          <a:xfrm>
            <a:off x="263775" y="912600"/>
            <a:ext cx="8088900" cy="35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220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461" name="Google Shape;1461;p156"/>
          <p:cNvCxnSpPr/>
          <p:nvPr/>
        </p:nvCxnSpPr>
        <p:spPr>
          <a:xfrm>
            <a:off x="845660" y="4730063"/>
            <a:ext cx="0" cy="271200"/>
          </a:xfrm>
          <a:prstGeom prst="straightConnector1">
            <a:avLst/>
          </a:prstGeom>
          <a:noFill/>
          <a:ln cap="flat" cmpd="sng" w="9525">
            <a:solidFill>
              <a:srgbClr val="55627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2" name="Google Shape;1462;p156"/>
          <p:cNvSpPr txBox="1"/>
          <p:nvPr/>
        </p:nvSpPr>
        <p:spPr>
          <a:xfrm>
            <a:off x="939571" y="4801313"/>
            <a:ext cx="19485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700">
                <a:latin typeface="Montserrat Light"/>
                <a:ea typeface="Montserrat Light"/>
                <a:cs typeface="Montserrat Light"/>
                <a:sym typeface="Montserrat Light"/>
              </a:rPr>
              <a:t>Copyright © 2024 Onix. All Rights Reserved.</a:t>
            </a:r>
            <a:endParaRPr sz="700"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1463" name="Google Shape;1463;p156"/>
          <p:cNvPicPr preferRelativeResize="0"/>
          <p:nvPr/>
        </p:nvPicPr>
        <p:blipFill rotWithShape="1">
          <a:blip r:embed="rId2">
            <a:alphaModFix/>
          </a:blip>
          <a:srcRect b="26931" l="0" r="0" t="25218"/>
          <a:stretch/>
        </p:blipFill>
        <p:spPr>
          <a:xfrm>
            <a:off x="184975" y="4730074"/>
            <a:ext cx="566752" cy="27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Header + 1 Column Content + Angled Area - White">
  <p:cSld name="Short Header + 1 Column Content + Angled Area - White"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157"/>
          <p:cNvSpPr/>
          <p:nvPr/>
        </p:nvSpPr>
        <p:spPr>
          <a:xfrm flipH="1">
            <a:off x="3222066" y="0"/>
            <a:ext cx="5921934" cy="5143500"/>
          </a:xfrm>
          <a:custGeom>
            <a:rect b="b" l="l" r="r" t="t"/>
            <a:pathLst>
              <a:path extrusionOk="0" h="13716000" w="15791823">
                <a:moveTo>
                  <a:pt x="6943802" y="0"/>
                </a:moveTo>
                <a:lnTo>
                  <a:pt x="0" y="0"/>
                </a:lnTo>
                <a:lnTo>
                  <a:pt x="0" y="13716000"/>
                </a:lnTo>
                <a:lnTo>
                  <a:pt x="6943802" y="13716000"/>
                </a:lnTo>
                <a:lnTo>
                  <a:pt x="15791823" y="13716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6" name="Google Shape;1466;p157"/>
          <p:cNvSpPr txBox="1"/>
          <p:nvPr>
            <p:ph idx="1" type="body"/>
          </p:nvPr>
        </p:nvSpPr>
        <p:spPr>
          <a:xfrm>
            <a:off x="342900" y="342900"/>
            <a:ext cx="37104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3663"/>
              </a:buClr>
              <a:buSzPts val="2400"/>
              <a:buFont typeface="Arial"/>
              <a:buNone/>
              <a:defRPr b="1" sz="2400" cap="none">
                <a:solidFill>
                  <a:srgbClr val="003663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467" name="Google Shape;1467;p157"/>
          <p:cNvSpPr txBox="1"/>
          <p:nvPr>
            <p:ph idx="2" type="body"/>
          </p:nvPr>
        </p:nvSpPr>
        <p:spPr>
          <a:xfrm>
            <a:off x="342900" y="1885950"/>
            <a:ext cx="3710400" cy="14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676A6D"/>
              </a:buClr>
              <a:buSzPts val="1100"/>
              <a:buNone/>
              <a:defRPr b="0" i="0" sz="1100" u="none" cap="none" strike="noStrike">
                <a:solidFill>
                  <a:srgbClr val="676A6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676A6D"/>
              </a:buClr>
              <a:buSzPts val="1100"/>
              <a:buNone/>
              <a:defRPr b="0" i="0" sz="1100" u="none" cap="none" strike="noStrike">
                <a:solidFill>
                  <a:srgbClr val="676A6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676A6D"/>
              </a:buClr>
              <a:buSzPts val="1100"/>
              <a:buNone/>
              <a:defRPr b="0" i="0" sz="1100" u="none" cap="none" strike="noStrike">
                <a:solidFill>
                  <a:srgbClr val="676A6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676A6D"/>
              </a:buClr>
              <a:buSzPts val="1100"/>
              <a:buNone/>
              <a:defRPr b="0" i="0" sz="1100" u="none" cap="none" strike="noStrike">
                <a:solidFill>
                  <a:srgbClr val="676A6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468" name="Google Shape;1468;p157"/>
          <p:cNvSpPr txBox="1"/>
          <p:nvPr>
            <p:ph idx="3" type="body"/>
          </p:nvPr>
        </p:nvSpPr>
        <p:spPr>
          <a:xfrm>
            <a:off x="342900" y="1504637"/>
            <a:ext cx="37104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2ABD8"/>
              </a:buClr>
              <a:buSzPts val="1400"/>
              <a:buFont typeface="Arial"/>
              <a:buNone/>
              <a:defRPr b="1" sz="1400">
                <a:solidFill>
                  <a:srgbClr val="72ABD8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469" name="Google Shape;1469;p157"/>
          <p:cNvSpPr txBox="1"/>
          <p:nvPr/>
        </p:nvSpPr>
        <p:spPr>
          <a:xfrm>
            <a:off x="4794368" y="4850864"/>
            <a:ext cx="4023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E8184"/>
              </a:buClr>
              <a:buSzPts val="15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Confidential © 2024   |  </a:t>
            </a:r>
            <a:fld id="{00000000-1234-1234-1234-123412341234}" type="slidenum">
              <a:rPr b="0" i="0" lang="en" sz="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bg>
      <p:bgPr>
        <a:solidFill>
          <a:schemeClr val="lt1"/>
        </a:solidFill>
      </p:bgPr>
    </p:bg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158"/>
          <p:cNvSpPr txBox="1"/>
          <p:nvPr>
            <p:ph type="title"/>
          </p:nvPr>
        </p:nvSpPr>
        <p:spPr>
          <a:xfrm>
            <a:off x="319818" y="166937"/>
            <a:ext cx="85020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3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Century Gothic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  <p:extLst>
    <p:ext uri="{DCECCB84-F9BA-43D5-87BE-67443E8EF086}">
      <p15:sldGuideLst>
        <p15:guide id="1" orient="horz" pos="954">
          <p15:clr>
            <a:srgbClr val="5ACBF0"/>
          </p15:clr>
        </p15:guide>
        <p15:guide id="2" orient="horz" pos="678">
          <p15:clr>
            <a:srgbClr val="5ACBF0"/>
          </p15:clr>
        </p15:guide>
        <p15:guide id="3" orient="horz" pos="216">
          <p15:clr>
            <a:srgbClr val="5ACBF0"/>
          </p15:clr>
        </p15:guide>
      </p15:sldGuideLst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1">
  <p:cSld name="BLANK_11"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4" name="Google Shape;1474;p1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75" name="Google Shape;1475;p1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_04_Title &amp; Body_1 Col 1">
  <p:cSld name="CUSTOM_7_1_1_1_1_1_1_1_1_1_1_1_1_1_1_1_4">
    <p:bg>
      <p:bgPr>
        <a:solidFill>
          <a:srgbClr val="FFFFFF"/>
        </a:solidFill>
      </p:bgPr>
    </p:bg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160"/>
          <p:cNvSpPr txBox="1"/>
          <p:nvPr>
            <p:ph type="title"/>
          </p:nvPr>
        </p:nvSpPr>
        <p:spPr>
          <a:xfrm>
            <a:off x="457200" y="457200"/>
            <a:ext cx="8283000" cy="2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pic>
        <p:nvPicPr>
          <p:cNvPr id="1478" name="Google Shape;1478;p1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94050" y="4838125"/>
            <a:ext cx="911777" cy="11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Header Slide 1 1 2">
  <p:cSld name="CUSTOM_6_1_3_1"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161"/>
          <p:cNvSpPr txBox="1"/>
          <p:nvPr/>
        </p:nvSpPr>
        <p:spPr>
          <a:xfrm>
            <a:off x="6375208" y="4820141"/>
            <a:ext cx="1651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A7A7A7"/>
                </a:solidFill>
                <a:latin typeface="Nunito"/>
                <a:ea typeface="Nunito"/>
                <a:cs typeface="Nunito"/>
                <a:sym typeface="Nunito"/>
              </a:rPr>
              <a:t>Onix </a:t>
            </a:r>
            <a:r>
              <a:rPr b="0" i="0" lang="en" sz="800" u="none" cap="none" strike="noStrike">
                <a:solidFill>
                  <a:srgbClr val="A7A7A7"/>
                </a:solidFill>
                <a:latin typeface="Nunito"/>
                <a:ea typeface="Nunito"/>
                <a:cs typeface="Nunito"/>
                <a:sym typeface="Nunito"/>
              </a:rPr>
              <a:t>Copyright 202</a:t>
            </a:r>
            <a:r>
              <a:rPr lang="en" sz="800">
                <a:solidFill>
                  <a:srgbClr val="A7A7A7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161"/>
          <p:cNvSpPr txBox="1"/>
          <p:nvPr>
            <p:ph idx="1" type="body"/>
          </p:nvPr>
        </p:nvSpPr>
        <p:spPr>
          <a:xfrm>
            <a:off x="263768" y="239505"/>
            <a:ext cx="39609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Google Sans"/>
              <a:buNone/>
              <a:defRPr b="1" i="0" sz="22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22860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None/>
              <a:defRPr sz="2200">
                <a:latin typeface="Google Sans"/>
                <a:ea typeface="Google Sans"/>
                <a:cs typeface="Google Sans"/>
                <a:sym typeface="Google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None/>
              <a:defRPr sz="2200">
                <a:latin typeface="Google Sans"/>
                <a:ea typeface="Google Sans"/>
                <a:cs typeface="Google Sans"/>
                <a:sym typeface="Google Sans"/>
              </a:defRPr>
            </a:lvl3pPr>
            <a:lvl4pPr indent="-22860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None/>
              <a:defRPr sz="2200">
                <a:latin typeface="Google Sans"/>
                <a:ea typeface="Google Sans"/>
                <a:cs typeface="Google Sans"/>
                <a:sym typeface="Google Sans"/>
              </a:defRPr>
            </a:lvl4pPr>
            <a:lvl5pPr indent="-22860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None/>
              <a:defRPr sz="2200">
                <a:latin typeface="Google Sans"/>
                <a:ea typeface="Google Sans"/>
                <a:cs typeface="Google Sans"/>
                <a:sym typeface="Google Sans"/>
              </a:defRPr>
            </a:lvl5pPr>
            <a:lvl6pPr indent="-3683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Char char="■"/>
              <a:defRPr sz="2200">
                <a:latin typeface="Google Sans"/>
                <a:ea typeface="Google Sans"/>
                <a:cs typeface="Google Sans"/>
                <a:sym typeface="Google Sans"/>
              </a:defRPr>
            </a:lvl6pPr>
            <a:lvl7pPr indent="-3683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Char char="●"/>
              <a:defRPr sz="2200">
                <a:latin typeface="Google Sans"/>
                <a:ea typeface="Google Sans"/>
                <a:cs typeface="Google Sans"/>
                <a:sym typeface="Google Sans"/>
              </a:defRPr>
            </a:lvl7pPr>
            <a:lvl8pPr indent="-3683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Char char="○"/>
              <a:defRPr sz="2200">
                <a:latin typeface="Google Sans"/>
                <a:ea typeface="Google Sans"/>
                <a:cs typeface="Google Sans"/>
                <a:sym typeface="Google Sans"/>
              </a:defRPr>
            </a:lvl8pPr>
            <a:lvl9pPr indent="-3683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Char char="■"/>
              <a:defRPr sz="22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482" name="Google Shape;1482;p161"/>
          <p:cNvSpPr txBox="1"/>
          <p:nvPr/>
        </p:nvSpPr>
        <p:spPr>
          <a:xfrm>
            <a:off x="263775" y="912600"/>
            <a:ext cx="8088900" cy="35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220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Header Slide 1 2">
  <p:cSld name="CUSTOM_6_1_5_3"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162"/>
          <p:cNvSpPr txBox="1"/>
          <p:nvPr/>
        </p:nvSpPr>
        <p:spPr>
          <a:xfrm>
            <a:off x="7253758" y="4852091"/>
            <a:ext cx="1651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A7A7A7"/>
                </a:solidFill>
                <a:latin typeface="Nunito"/>
                <a:ea typeface="Nunito"/>
                <a:cs typeface="Nunito"/>
                <a:sym typeface="Nunito"/>
              </a:rPr>
              <a:t>Onix </a:t>
            </a:r>
            <a:r>
              <a:rPr b="0" i="0" lang="en" sz="800" u="none" cap="none" strike="noStrike">
                <a:solidFill>
                  <a:srgbClr val="A7A7A7"/>
                </a:solidFill>
                <a:latin typeface="Nunito"/>
                <a:ea typeface="Nunito"/>
                <a:cs typeface="Nunito"/>
                <a:sym typeface="Nunito"/>
              </a:rPr>
              <a:t>Copyright 202</a:t>
            </a:r>
            <a:r>
              <a:rPr lang="en" sz="800">
                <a:solidFill>
                  <a:srgbClr val="A7A7A7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p162"/>
          <p:cNvSpPr txBox="1"/>
          <p:nvPr>
            <p:ph idx="1" type="body"/>
          </p:nvPr>
        </p:nvSpPr>
        <p:spPr>
          <a:xfrm>
            <a:off x="263768" y="239505"/>
            <a:ext cx="39609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Google Sans"/>
              <a:buNone/>
              <a:defRPr b="1" i="0" sz="22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22860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None/>
              <a:defRPr sz="2200">
                <a:latin typeface="Google Sans"/>
                <a:ea typeface="Google Sans"/>
                <a:cs typeface="Google Sans"/>
                <a:sym typeface="Google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None/>
              <a:defRPr sz="2200">
                <a:latin typeface="Google Sans"/>
                <a:ea typeface="Google Sans"/>
                <a:cs typeface="Google Sans"/>
                <a:sym typeface="Google Sans"/>
              </a:defRPr>
            </a:lvl3pPr>
            <a:lvl4pPr indent="-22860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None/>
              <a:defRPr sz="2200">
                <a:latin typeface="Google Sans"/>
                <a:ea typeface="Google Sans"/>
                <a:cs typeface="Google Sans"/>
                <a:sym typeface="Google Sans"/>
              </a:defRPr>
            </a:lvl4pPr>
            <a:lvl5pPr indent="-22860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None/>
              <a:defRPr sz="2200">
                <a:latin typeface="Google Sans"/>
                <a:ea typeface="Google Sans"/>
                <a:cs typeface="Google Sans"/>
                <a:sym typeface="Google Sans"/>
              </a:defRPr>
            </a:lvl5pPr>
            <a:lvl6pPr indent="-3683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Char char="■"/>
              <a:defRPr sz="2200">
                <a:latin typeface="Google Sans"/>
                <a:ea typeface="Google Sans"/>
                <a:cs typeface="Google Sans"/>
                <a:sym typeface="Google Sans"/>
              </a:defRPr>
            </a:lvl6pPr>
            <a:lvl7pPr indent="-3683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Char char="●"/>
              <a:defRPr sz="2200">
                <a:latin typeface="Google Sans"/>
                <a:ea typeface="Google Sans"/>
                <a:cs typeface="Google Sans"/>
                <a:sym typeface="Google Sans"/>
              </a:defRPr>
            </a:lvl7pPr>
            <a:lvl8pPr indent="-3683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Char char="○"/>
              <a:defRPr sz="2200">
                <a:latin typeface="Google Sans"/>
                <a:ea typeface="Google Sans"/>
                <a:cs typeface="Google Sans"/>
                <a:sym typeface="Google Sans"/>
              </a:defRPr>
            </a:lvl8pPr>
            <a:lvl9pPr indent="-3683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Char char="■"/>
              <a:defRPr sz="22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486" name="Google Shape;1486;p162"/>
          <p:cNvSpPr txBox="1"/>
          <p:nvPr/>
        </p:nvSpPr>
        <p:spPr>
          <a:xfrm>
            <a:off x="263775" y="912600"/>
            <a:ext cx="8088900" cy="35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220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31">
  <p:cSld name="BLANK_31"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1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89" name="Google Shape;1489;p1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8 1">
  <p:cSld name="Blank 28"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2" name="Google Shape;1492;p165"/>
          <p:cNvPicPr preferRelativeResize="0"/>
          <p:nvPr/>
        </p:nvPicPr>
        <p:blipFill rotWithShape="1">
          <a:blip r:embed="rId2">
            <a:alphaModFix/>
          </a:blip>
          <a:srcRect b="19897" l="17345" r="9805" t="21804"/>
          <a:stretch/>
        </p:blipFill>
        <p:spPr>
          <a:xfrm>
            <a:off x="206768" y="4721093"/>
            <a:ext cx="1423160" cy="35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Header Slide 2 1 1 1">
  <p:cSld name="CUSTOM_6_1_3_3"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Datametica.png" id="1494" name="Google Shape;1494;p1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48197" y="190500"/>
            <a:ext cx="1305303" cy="3444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5" name="Google Shape;1495;p166"/>
          <p:cNvCxnSpPr/>
          <p:nvPr/>
        </p:nvCxnSpPr>
        <p:spPr>
          <a:xfrm>
            <a:off x="8696801" y="4897085"/>
            <a:ext cx="488700" cy="0"/>
          </a:xfrm>
          <a:prstGeom prst="straightConnector1">
            <a:avLst/>
          </a:prstGeom>
          <a:noFill/>
          <a:ln cap="flat" cmpd="sng" w="12700">
            <a:solidFill>
              <a:srgbClr val="FF8E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6" name="Google Shape;1496;p166"/>
          <p:cNvSpPr/>
          <p:nvPr/>
        </p:nvSpPr>
        <p:spPr>
          <a:xfrm>
            <a:off x="8594970" y="4813071"/>
            <a:ext cx="168000" cy="168000"/>
          </a:xfrm>
          <a:prstGeom prst="ellipse">
            <a:avLst/>
          </a:prstGeom>
          <a:solidFill>
            <a:srgbClr val="FF8E2D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p166"/>
          <p:cNvSpPr txBox="1"/>
          <p:nvPr/>
        </p:nvSpPr>
        <p:spPr>
          <a:xfrm>
            <a:off x="8526057" y="4825911"/>
            <a:ext cx="306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 b="0" i="0" sz="7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98" name="Google Shape;1498;p166"/>
          <p:cNvSpPr txBox="1"/>
          <p:nvPr/>
        </p:nvSpPr>
        <p:spPr>
          <a:xfrm>
            <a:off x="6375208" y="4820141"/>
            <a:ext cx="1651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A7A7A7"/>
                </a:solidFill>
                <a:latin typeface="Nunito"/>
                <a:ea typeface="Nunito"/>
                <a:cs typeface="Nunito"/>
                <a:sym typeface="Nunito"/>
              </a:rPr>
              <a:t>Datametica Copyright 2021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9" name="Google Shape;1499;p166"/>
          <p:cNvSpPr txBox="1"/>
          <p:nvPr>
            <p:ph idx="1" type="body"/>
          </p:nvPr>
        </p:nvSpPr>
        <p:spPr>
          <a:xfrm>
            <a:off x="263768" y="239505"/>
            <a:ext cx="39609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Google Sans"/>
              <a:buNone/>
              <a:defRPr b="1" i="0" sz="22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22860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None/>
              <a:defRPr sz="2200">
                <a:latin typeface="Google Sans"/>
                <a:ea typeface="Google Sans"/>
                <a:cs typeface="Google Sans"/>
                <a:sym typeface="Google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None/>
              <a:defRPr sz="2200">
                <a:latin typeface="Google Sans"/>
                <a:ea typeface="Google Sans"/>
                <a:cs typeface="Google Sans"/>
                <a:sym typeface="Google Sans"/>
              </a:defRPr>
            </a:lvl3pPr>
            <a:lvl4pPr indent="-22860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None/>
              <a:defRPr sz="2200">
                <a:latin typeface="Google Sans"/>
                <a:ea typeface="Google Sans"/>
                <a:cs typeface="Google Sans"/>
                <a:sym typeface="Google Sans"/>
              </a:defRPr>
            </a:lvl4pPr>
            <a:lvl5pPr indent="-22860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None/>
              <a:defRPr sz="2200">
                <a:latin typeface="Google Sans"/>
                <a:ea typeface="Google Sans"/>
                <a:cs typeface="Google Sans"/>
                <a:sym typeface="Google Sans"/>
              </a:defRPr>
            </a:lvl5pPr>
            <a:lvl6pPr indent="-3683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Char char="■"/>
              <a:defRPr sz="2200">
                <a:latin typeface="Google Sans"/>
                <a:ea typeface="Google Sans"/>
                <a:cs typeface="Google Sans"/>
                <a:sym typeface="Google Sans"/>
              </a:defRPr>
            </a:lvl6pPr>
            <a:lvl7pPr indent="-3683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Char char="●"/>
              <a:defRPr sz="2200">
                <a:latin typeface="Google Sans"/>
                <a:ea typeface="Google Sans"/>
                <a:cs typeface="Google Sans"/>
                <a:sym typeface="Google Sans"/>
              </a:defRPr>
            </a:lvl7pPr>
            <a:lvl8pPr indent="-3683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Char char="○"/>
              <a:defRPr sz="2200">
                <a:latin typeface="Google Sans"/>
                <a:ea typeface="Google Sans"/>
                <a:cs typeface="Google Sans"/>
                <a:sym typeface="Google Sans"/>
              </a:defRPr>
            </a:lvl8pPr>
            <a:lvl9pPr indent="-3683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Char char="■"/>
              <a:defRPr sz="22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500" name="Google Shape;1500;p166"/>
          <p:cNvSpPr txBox="1"/>
          <p:nvPr/>
        </p:nvSpPr>
        <p:spPr>
          <a:xfrm>
            <a:off x="263775" y="912600"/>
            <a:ext cx="8088900" cy="35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220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 type="title">
  <p:cSld name="TITLE"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168"/>
          <p:cNvSpPr/>
          <p:nvPr/>
        </p:nvSpPr>
        <p:spPr>
          <a:xfrm>
            <a:off x="-21450" y="0"/>
            <a:ext cx="91869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7" name="Google Shape;1507;p1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2450" y="-180431"/>
            <a:ext cx="4246274" cy="4878531"/>
          </a:xfrm>
          <a:prstGeom prst="rect">
            <a:avLst/>
          </a:prstGeom>
          <a:noFill/>
          <a:ln>
            <a:noFill/>
          </a:ln>
        </p:spPr>
      </p:pic>
      <p:sp>
        <p:nvSpPr>
          <p:cNvPr id="1508" name="Google Shape;1508;p1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09" name="Google Shape;1509;p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5324" y="795700"/>
            <a:ext cx="1250275" cy="1250324"/>
          </a:xfrm>
          <a:prstGeom prst="rect">
            <a:avLst/>
          </a:prstGeom>
          <a:noFill/>
          <a:ln>
            <a:noFill/>
          </a:ln>
        </p:spPr>
      </p:pic>
      <p:sp>
        <p:nvSpPr>
          <p:cNvPr id="1510" name="Google Shape;1510;p168"/>
          <p:cNvSpPr txBox="1"/>
          <p:nvPr>
            <p:ph type="ctrTitle"/>
          </p:nvPr>
        </p:nvSpPr>
        <p:spPr>
          <a:xfrm>
            <a:off x="4453525" y="1831800"/>
            <a:ext cx="4378800" cy="135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Plus Jakarta Sans"/>
              <a:buNone/>
              <a:defRPr b="1" sz="4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11" name="Google Shape;1511;p168"/>
          <p:cNvSpPr txBox="1"/>
          <p:nvPr>
            <p:ph idx="1" type="subTitle"/>
          </p:nvPr>
        </p:nvSpPr>
        <p:spPr>
          <a:xfrm>
            <a:off x="4453529" y="3190800"/>
            <a:ext cx="4378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None/>
              <a:defRPr b="1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169"/>
          <p:cNvSpPr/>
          <p:nvPr/>
        </p:nvSpPr>
        <p:spPr>
          <a:xfrm>
            <a:off x="-14250" y="0"/>
            <a:ext cx="9172500" cy="51435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4" name="Google Shape;1514;p169"/>
          <p:cNvPicPr preferRelativeResize="0"/>
          <p:nvPr/>
        </p:nvPicPr>
        <p:blipFill rotWithShape="1">
          <a:blip r:embed="rId2">
            <a:alphaModFix/>
          </a:blip>
          <a:srcRect b="30205" l="0" r="0" t="28007"/>
          <a:stretch/>
        </p:blipFill>
        <p:spPr>
          <a:xfrm>
            <a:off x="287295" y="494624"/>
            <a:ext cx="1250276" cy="522474"/>
          </a:xfrm>
          <a:prstGeom prst="rect">
            <a:avLst/>
          </a:prstGeom>
          <a:noFill/>
          <a:ln>
            <a:noFill/>
          </a:ln>
        </p:spPr>
      </p:pic>
      <p:sp>
        <p:nvSpPr>
          <p:cNvPr id="1515" name="Google Shape;1515;p169"/>
          <p:cNvSpPr txBox="1"/>
          <p:nvPr>
            <p:ph type="ctrTitle"/>
          </p:nvPr>
        </p:nvSpPr>
        <p:spPr>
          <a:xfrm>
            <a:off x="287300" y="1302125"/>
            <a:ext cx="5688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us Jakarta Sans ExtraBold"/>
              <a:buNone/>
              <a:defRPr sz="4000">
                <a:solidFill>
                  <a:schemeClr val="lt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16" name="Google Shape;1516;p169"/>
          <p:cNvSpPr txBox="1"/>
          <p:nvPr>
            <p:ph idx="1" type="subTitle"/>
          </p:nvPr>
        </p:nvSpPr>
        <p:spPr>
          <a:xfrm>
            <a:off x="287300" y="3354725"/>
            <a:ext cx="55881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"/>
              <a:buNone/>
              <a:defRPr b="1" sz="11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1">
  <p:cSld name="TITLE_1"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1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9" name="Google Shape;1519;p170"/>
          <p:cNvSpPr/>
          <p:nvPr/>
        </p:nvSpPr>
        <p:spPr>
          <a:xfrm>
            <a:off x="0" y="3300"/>
            <a:ext cx="9144000" cy="5136900"/>
          </a:xfrm>
          <a:prstGeom prst="rect">
            <a:avLst/>
          </a:prstGeom>
          <a:solidFill>
            <a:srgbClr val="3049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p170"/>
          <p:cNvSpPr/>
          <p:nvPr/>
        </p:nvSpPr>
        <p:spPr>
          <a:xfrm>
            <a:off x="5530544" y="3189924"/>
            <a:ext cx="284027" cy="219291"/>
          </a:xfrm>
          <a:custGeom>
            <a:rect b="b" l="l" r="r" t="t"/>
            <a:pathLst>
              <a:path extrusionOk="0" h="136" w="176">
                <a:moveTo>
                  <a:pt x="160" y="0"/>
                </a:moveTo>
                <a:cubicBezTo>
                  <a:pt x="48" y="0"/>
                  <a:pt x="48" y="0"/>
                  <a:pt x="48" y="0"/>
                </a:cubicBezTo>
                <a:cubicBezTo>
                  <a:pt x="39" y="0"/>
                  <a:pt x="32" y="7"/>
                  <a:pt x="32" y="16"/>
                </a:cubicBezTo>
                <a:cubicBezTo>
                  <a:pt x="32" y="20"/>
                  <a:pt x="32" y="20"/>
                  <a:pt x="32" y="20"/>
                </a:cubicBezTo>
                <a:cubicBezTo>
                  <a:pt x="32" y="22"/>
                  <a:pt x="34" y="24"/>
                  <a:pt x="36" y="24"/>
                </a:cubicBezTo>
                <a:cubicBezTo>
                  <a:pt x="38" y="24"/>
                  <a:pt x="40" y="22"/>
                  <a:pt x="40" y="20"/>
                </a:cubicBezTo>
                <a:cubicBezTo>
                  <a:pt x="40" y="16"/>
                  <a:pt x="40" y="16"/>
                  <a:pt x="40" y="16"/>
                </a:cubicBezTo>
                <a:cubicBezTo>
                  <a:pt x="40" y="12"/>
                  <a:pt x="44" y="8"/>
                  <a:pt x="48" y="8"/>
                </a:cubicBezTo>
                <a:cubicBezTo>
                  <a:pt x="160" y="8"/>
                  <a:pt x="160" y="8"/>
                  <a:pt x="160" y="8"/>
                </a:cubicBezTo>
                <a:cubicBezTo>
                  <a:pt x="164" y="8"/>
                  <a:pt x="168" y="12"/>
                  <a:pt x="168" y="16"/>
                </a:cubicBezTo>
                <a:cubicBezTo>
                  <a:pt x="168" y="88"/>
                  <a:pt x="168" y="88"/>
                  <a:pt x="168" y="88"/>
                </a:cubicBezTo>
                <a:cubicBezTo>
                  <a:pt x="168" y="92"/>
                  <a:pt x="164" y="96"/>
                  <a:pt x="160" y="96"/>
                </a:cubicBezTo>
                <a:cubicBezTo>
                  <a:pt x="156" y="96"/>
                  <a:pt x="156" y="96"/>
                  <a:pt x="156" y="96"/>
                </a:cubicBezTo>
                <a:cubicBezTo>
                  <a:pt x="154" y="96"/>
                  <a:pt x="152" y="98"/>
                  <a:pt x="152" y="100"/>
                </a:cubicBezTo>
                <a:cubicBezTo>
                  <a:pt x="152" y="102"/>
                  <a:pt x="154" y="104"/>
                  <a:pt x="156" y="104"/>
                </a:cubicBezTo>
                <a:cubicBezTo>
                  <a:pt x="160" y="104"/>
                  <a:pt x="160" y="104"/>
                  <a:pt x="160" y="104"/>
                </a:cubicBezTo>
                <a:cubicBezTo>
                  <a:pt x="169" y="104"/>
                  <a:pt x="176" y="97"/>
                  <a:pt x="176" y="88"/>
                </a:cubicBezTo>
                <a:cubicBezTo>
                  <a:pt x="176" y="16"/>
                  <a:pt x="176" y="16"/>
                  <a:pt x="176" y="16"/>
                </a:cubicBezTo>
                <a:cubicBezTo>
                  <a:pt x="176" y="7"/>
                  <a:pt x="169" y="0"/>
                  <a:pt x="160" y="0"/>
                </a:cubicBezTo>
                <a:moveTo>
                  <a:pt x="128" y="32"/>
                </a:moveTo>
                <a:cubicBezTo>
                  <a:pt x="16" y="32"/>
                  <a:pt x="16" y="32"/>
                  <a:pt x="16" y="32"/>
                </a:cubicBezTo>
                <a:cubicBezTo>
                  <a:pt x="7" y="32"/>
                  <a:pt x="0" y="39"/>
                  <a:pt x="0" y="48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9"/>
                  <a:pt x="7" y="136"/>
                  <a:pt x="16" y="136"/>
                </a:cubicBezTo>
                <a:cubicBezTo>
                  <a:pt x="128" y="136"/>
                  <a:pt x="128" y="136"/>
                  <a:pt x="128" y="136"/>
                </a:cubicBezTo>
                <a:cubicBezTo>
                  <a:pt x="137" y="136"/>
                  <a:pt x="144" y="129"/>
                  <a:pt x="144" y="120"/>
                </a:cubicBezTo>
                <a:cubicBezTo>
                  <a:pt x="144" y="48"/>
                  <a:pt x="144" y="48"/>
                  <a:pt x="144" y="48"/>
                </a:cubicBezTo>
                <a:cubicBezTo>
                  <a:pt x="144" y="39"/>
                  <a:pt x="137" y="32"/>
                  <a:pt x="128" y="32"/>
                </a:cubicBezTo>
                <a:moveTo>
                  <a:pt x="16" y="40"/>
                </a:moveTo>
                <a:cubicBezTo>
                  <a:pt x="128" y="40"/>
                  <a:pt x="128" y="40"/>
                  <a:pt x="128" y="40"/>
                </a:cubicBezTo>
                <a:cubicBezTo>
                  <a:pt x="130" y="40"/>
                  <a:pt x="132" y="41"/>
                  <a:pt x="133" y="42"/>
                </a:cubicBezTo>
                <a:cubicBezTo>
                  <a:pt x="77" y="98"/>
                  <a:pt x="77" y="98"/>
                  <a:pt x="77" y="98"/>
                </a:cubicBezTo>
                <a:cubicBezTo>
                  <a:pt x="76" y="99"/>
                  <a:pt x="74" y="100"/>
                  <a:pt x="72" y="100"/>
                </a:cubicBezTo>
                <a:cubicBezTo>
                  <a:pt x="70" y="100"/>
                  <a:pt x="68" y="99"/>
                  <a:pt x="67" y="98"/>
                </a:cubicBezTo>
                <a:cubicBezTo>
                  <a:pt x="11" y="42"/>
                  <a:pt x="11" y="42"/>
                  <a:pt x="11" y="42"/>
                </a:cubicBezTo>
                <a:cubicBezTo>
                  <a:pt x="12" y="41"/>
                  <a:pt x="14" y="40"/>
                  <a:pt x="16" y="40"/>
                </a:cubicBezTo>
                <a:moveTo>
                  <a:pt x="8" y="50"/>
                </a:moveTo>
                <a:cubicBezTo>
                  <a:pt x="42" y="84"/>
                  <a:pt x="42" y="84"/>
                  <a:pt x="42" y="84"/>
                </a:cubicBezTo>
                <a:cubicBezTo>
                  <a:pt x="8" y="118"/>
                  <a:pt x="8" y="118"/>
                  <a:pt x="8" y="118"/>
                </a:cubicBezTo>
                <a:lnTo>
                  <a:pt x="8" y="50"/>
                </a:lnTo>
                <a:close/>
                <a:moveTo>
                  <a:pt x="128" y="128"/>
                </a:moveTo>
                <a:cubicBezTo>
                  <a:pt x="16" y="128"/>
                  <a:pt x="16" y="128"/>
                  <a:pt x="16" y="128"/>
                </a:cubicBezTo>
                <a:cubicBezTo>
                  <a:pt x="14" y="128"/>
                  <a:pt x="12" y="127"/>
                  <a:pt x="11" y="126"/>
                </a:cubicBezTo>
                <a:cubicBezTo>
                  <a:pt x="47" y="90"/>
                  <a:pt x="47" y="90"/>
                  <a:pt x="47" y="90"/>
                </a:cubicBezTo>
                <a:cubicBezTo>
                  <a:pt x="61" y="103"/>
                  <a:pt x="61" y="103"/>
                  <a:pt x="61" y="103"/>
                </a:cubicBezTo>
                <a:cubicBezTo>
                  <a:pt x="64" y="106"/>
                  <a:pt x="68" y="108"/>
                  <a:pt x="72" y="108"/>
                </a:cubicBezTo>
                <a:cubicBezTo>
                  <a:pt x="76" y="108"/>
                  <a:pt x="80" y="106"/>
                  <a:pt x="83" y="103"/>
                </a:cubicBezTo>
                <a:cubicBezTo>
                  <a:pt x="97" y="90"/>
                  <a:pt x="97" y="90"/>
                  <a:pt x="97" y="90"/>
                </a:cubicBezTo>
                <a:cubicBezTo>
                  <a:pt x="133" y="126"/>
                  <a:pt x="133" y="126"/>
                  <a:pt x="133" y="126"/>
                </a:cubicBezTo>
                <a:cubicBezTo>
                  <a:pt x="132" y="127"/>
                  <a:pt x="130" y="128"/>
                  <a:pt x="128" y="128"/>
                </a:cubicBezTo>
                <a:moveTo>
                  <a:pt x="136" y="118"/>
                </a:moveTo>
                <a:cubicBezTo>
                  <a:pt x="102" y="84"/>
                  <a:pt x="102" y="84"/>
                  <a:pt x="102" y="84"/>
                </a:cubicBezTo>
                <a:cubicBezTo>
                  <a:pt x="136" y="50"/>
                  <a:pt x="136" y="50"/>
                  <a:pt x="136" y="50"/>
                </a:cubicBezTo>
                <a:lnTo>
                  <a:pt x="136" y="1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170"/>
          <p:cNvSpPr/>
          <p:nvPr/>
        </p:nvSpPr>
        <p:spPr>
          <a:xfrm>
            <a:off x="5536113" y="2468800"/>
            <a:ext cx="272890" cy="271540"/>
          </a:xfrm>
          <a:custGeom>
            <a:rect b="b" l="l" r="r" t="t"/>
            <a:pathLst>
              <a:path extrusionOk="0" h="176" w="176">
                <a:moveTo>
                  <a:pt x="96" y="8"/>
                </a:moveTo>
                <a:cubicBezTo>
                  <a:pt x="136" y="8"/>
                  <a:pt x="168" y="40"/>
                  <a:pt x="168" y="80"/>
                </a:cubicBezTo>
                <a:cubicBezTo>
                  <a:pt x="168" y="82"/>
                  <a:pt x="170" y="84"/>
                  <a:pt x="172" y="84"/>
                </a:cubicBezTo>
                <a:cubicBezTo>
                  <a:pt x="174" y="84"/>
                  <a:pt x="176" y="82"/>
                  <a:pt x="176" y="80"/>
                </a:cubicBezTo>
                <a:cubicBezTo>
                  <a:pt x="176" y="36"/>
                  <a:pt x="140" y="0"/>
                  <a:pt x="96" y="0"/>
                </a:cubicBezTo>
                <a:cubicBezTo>
                  <a:pt x="94" y="0"/>
                  <a:pt x="92" y="2"/>
                  <a:pt x="92" y="4"/>
                </a:cubicBezTo>
                <a:cubicBezTo>
                  <a:pt x="92" y="6"/>
                  <a:pt x="94" y="8"/>
                  <a:pt x="96" y="8"/>
                </a:cubicBezTo>
                <a:moveTo>
                  <a:pt x="96" y="48"/>
                </a:moveTo>
                <a:cubicBezTo>
                  <a:pt x="114" y="48"/>
                  <a:pt x="128" y="62"/>
                  <a:pt x="128" y="80"/>
                </a:cubicBezTo>
                <a:cubicBezTo>
                  <a:pt x="128" y="82"/>
                  <a:pt x="130" y="84"/>
                  <a:pt x="132" y="84"/>
                </a:cubicBezTo>
                <a:cubicBezTo>
                  <a:pt x="134" y="84"/>
                  <a:pt x="136" y="82"/>
                  <a:pt x="136" y="80"/>
                </a:cubicBezTo>
                <a:cubicBezTo>
                  <a:pt x="136" y="58"/>
                  <a:pt x="118" y="40"/>
                  <a:pt x="96" y="40"/>
                </a:cubicBezTo>
                <a:cubicBezTo>
                  <a:pt x="94" y="40"/>
                  <a:pt x="92" y="42"/>
                  <a:pt x="92" y="44"/>
                </a:cubicBezTo>
                <a:cubicBezTo>
                  <a:pt x="92" y="46"/>
                  <a:pt x="94" y="48"/>
                  <a:pt x="96" y="48"/>
                </a:cubicBezTo>
                <a:moveTo>
                  <a:pt x="96" y="88"/>
                </a:moveTo>
                <a:cubicBezTo>
                  <a:pt x="100" y="88"/>
                  <a:pt x="104" y="84"/>
                  <a:pt x="104" y="80"/>
                </a:cubicBezTo>
                <a:cubicBezTo>
                  <a:pt x="104" y="76"/>
                  <a:pt x="100" y="72"/>
                  <a:pt x="96" y="72"/>
                </a:cubicBezTo>
                <a:cubicBezTo>
                  <a:pt x="92" y="72"/>
                  <a:pt x="88" y="76"/>
                  <a:pt x="88" y="80"/>
                </a:cubicBezTo>
                <a:cubicBezTo>
                  <a:pt x="88" y="84"/>
                  <a:pt x="92" y="88"/>
                  <a:pt x="96" y="88"/>
                </a:cubicBezTo>
                <a:moveTo>
                  <a:pt x="176" y="140"/>
                </a:moveTo>
                <a:cubicBezTo>
                  <a:pt x="176" y="137"/>
                  <a:pt x="175" y="134"/>
                  <a:pt x="172" y="131"/>
                </a:cubicBezTo>
                <a:cubicBezTo>
                  <a:pt x="172" y="131"/>
                  <a:pt x="171" y="130"/>
                  <a:pt x="170" y="130"/>
                </a:cubicBezTo>
                <a:cubicBezTo>
                  <a:pt x="136" y="103"/>
                  <a:pt x="136" y="103"/>
                  <a:pt x="136" y="103"/>
                </a:cubicBezTo>
                <a:cubicBezTo>
                  <a:pt x="134" y="101"/>
                  <a:pt x="131" y="100"/>
                  <a:pt x="128" y="100"/>
                </a:cubicBezTo>
                <a:cubicBezTo>
                  <a:pt x="125" y="100"/>
                  <a:pt x="123" y="101"/>
                  <a:pt x="121" y="102"/>
                </a:cubicBezTo>
                <a:cubicBezTo>
                  <a:pt x="111" y="112"/>
                  <a:pt x="111" y="112"/>
                  <a:pt x="111" y="112"/>
                </a:cubicBezTo>
                <a:cubicBezTo>
                  <a:pt x="111" y="112"/>
                  <a:pt x="111" y="112"/>
                  <a:pt x="111" y="112"/>
                </a:cubicBezTo>
                <a:cubicBezTo>
                  <a:pt x="110" y="114"/>
                  <a:pt x="108" y="115"/>
                  <a:pt x="105" y="115"/>
                </a:cubicBezTo>
                <a:cubicBezTo>
                  <a:pt x="103" y="115"/>
                  <a:pt x="100" y="113"/>
                  <a:pt x="99" y="111"/>
                </a:cubicBezTo>
                <a:cubicBezTo>
                  <a:pt x="99" y="111"/>
                  <a:pt x="99" y="111"/>
                  <a:pt x="99" y="111"/>
                </a:cubicBezTo>
                <a:cubicBezTo>
                  <a:pt x="86" y="102"/>
                  <a:pt x="74" y="91"/>
                  <a:pt x="64" y="77"/>
                </a:cubicBezTo>
                <a:cubicBezTo>
                  <a:pt x="65" y="77"/>
                  <a:pt x="65" y="77"/>
                  <a:pt x="65" y="77"/>
                </a:cubicBezTo>
                <a:cubicBezTo>
                  <a:pt x="63" y="76"/>
                  <a:pt x="61" y="73"/>
                  <a:pt x="61" y="71"/>
                </a:cubicBezTo>
                <a:cubicBezTo>
                  <a:pt x="61" y="68"/>
                  <a:pt x="62" y="66"/>
                  <a:pt x="64" y="65"/>
                </a:cubicBezTo>
                <a:cubicBezTo>
                  <a:pt x="64" y="65"/>
                  <a:pt x="64" y="65"/>
                  <a:pt x="64" y="65"/>
                </a:cubicBezTo>
                <a:cubicBezTo>
                  <a:pt x="73" y="55"/>
                  <a:pt x="73" y="55"/>
                  <a:pt x="73" y="55"/>
                </a:cubicBezTo>
                <a:cubicBezTo>
                  <a:pt x="75" y="53"/>
                  <a:pt x="76" y="51"/>
                  <a:pt x="76" y="48"/>
                </a:cubicBezTo>
                <a:cubicBezTo>
                  <a:pt x="76" y="45"/>
                  <a:pt x="75" y="42"/>
                  <a:pt x="72" y="40"/>
                </a:cubicBezTo>
                <a:cubicBezTo>
                  <a:pt x="46" y="6"/>
                  <a:pt x="46" y="6"/>
                  <a:pt x="46" y="6"/>
                </a:cubicBezTo>
                <a:cubicBezTo>
                  <a:pt x="46" y="5"/>
                  <a:pt x="45" y="4"/>
                  <a:pt x="44" y="4"/>
                </a:cubicBezTo>
                <a:cubicBezTo>
                  <a:pt x="42" y="1"/>
                  <a:pt x="39" y="0"/>
                  <a:pt x="36" y="0"/>
                </a:cubicBezTo>
                <a:cubicBezTo>
                  <a:pt x="20" y="0"/>
                  <a:pt x="0" y="19"/>
                  <a:pt x="0" y="42"/>
                </a:cubicBezTo>
                <a:cubicBezTo>
                  <a:pt x="0" y="48"/>
                  <a:pt x="1" y="54"/>
                  <a:pt x="4" y="60"/>
                </a:cubicBezTo>
                <a:cubicBezTo>
                  <a:pt x="4" y="60"/>
                  <a:pt x="4" y="60"/>
                  <a:pt x="4" y="60"/>
                </a:cubicBezTo>
                <a:cubicBezTo>
                  <a:pt x="28" y="108"/>
                  <a:pt x="68" y="148"/>
                  <a:pt x="116" y="172"/>
                </a:cubicBezTo>
                <a:cubicBezTo>
                  <a:pt x="116" y="172"/>
                  <a:pt x="116" y="172"/>
                  <a:pt x="116" y="172"/>
                </a:cubicBezTo>
                <a:cubicBezTo>
                  <a:pt x="121" y="175"/>
                  <a:pt x="128" y="176"/>
                  <a:pt x="134" y="176"/>
                </a:cubicBezTo>
                <a:cubicBezTo>
                  <a:pt x="157" y="176"/>
                  <a:pt x="176" y="156"/>
                  <a:pt x="176" y="140"/>
                </a:cubicBezTo>
                <a:cubicBezTo>
                  <a:pt x="176" y="140"/>
                  <a:pt x="176" y="140"/>
                  <a:pt x="176" y="140"/>
                </a:cubicBezTo>
                <a:close/>
                <a:moveTo>
                  <a:pt x="134" y="168"/>
                </a:moveTo>
                <a:cubicBezTo>
                  <a:pt x="129" y="168"/>
                  <a:pt x="124" y="167"/>
                  <a:pt x="119" y="165"/>
                </a:cubicBezTo>
                <a:cubicBezTo>
                  <a:pt x="119" y="165"/>
                  <a:pt x="119" y="164"/>
                  <a:pt x="118" y="164"/>
                </a:cubicBezTo>
                <a:cubicBezTo>
                  <a:pt x="73" y="141"/>
                  <a:pt x="35" y="103"/>
                  <a:pt x="12" y="58"/>
                </a:cubicBezTo>
                <a:cubicBezTo>
                  <a:pt x="12" y="57"/>
                  <a:pt x="11" y="57"/>
                  <a:pt x="11" y="57"/>
                </a:cubicBezTo>
                <a:cubicBezTo>
                  <a:pt x="9" y="52"/>
                  <a:pt x="8" y="47"/>
                  <a:pt x="8" y="42"/>
                </a:cubicBezTo>
                <a:cubicBezTo>
                  <a:pt x="8" y="23"/>
                  <a:pt x="25" y="8"/>
                  <a:pt x="36" y="8"/>
                </a:cubicBezTo>
                <a:cubicBezTo>
                  <a:pt x="37" y="8"/>
                  <a:pt x="38" y="9"/>
                  <a:pt x="39" y="9"/>
                </a:cubicBezTo>
                <a:cubicBezTo>
                  <a:pt x="39" y="9"/>
                  <a:pt x="39" y="9"/>
                  <a:pt x="39" y="10"/>
                </a:cubicBezTo>
                <a:cubicBezTo>
                  <a:pt x="39" y="10"/>
                  <a:pt x="40" y="10"/>
                  <a:pt x="40" y="11"/>
                </a:cubicBezTo>
                <a:cubicBezTo>
                  <a:pt x="66" y="44"/>
                  <a:pt x="66" y="44"/>
                  <a:pt x="66" y="44"/>
                </a:cubicBezTo>
                <a:cubicBezTo>
                  <a:pt x="66" y="45"/>
                  <a:pt x="67" y="45"/>
                  <a:pt x="67" y="45"/>
                </a:cubicBezTo>
                <a:cubicBezTo>
                  <a:pt x="67" y="46"/>
                  <a:pt x="68" y="47"/>
                  <a:pt x="68" y="48"/>
                </a:cubicBezTo>
                <a:cubicBezTo>
                  <a:pt x="68" y="49"/>
                  <a:pt x="68" y="49"/>
                  <a:pt x="67" y="50"/>
                </a:cubicBezTo>
                <a:cubicBezTo>
                  <a:pt x="58" y="59"/>
                  <a:pt x="58" y="59"/>
                  <a:pt x="58" y="59"/>
                </a:cubicBezTo>
                <a:cubicBezTo>
                  <a:pt x="58" y="59"/>
                  <a:pt x="58" y="59"/>
                  <a:pt x="58" y="59"/>
                </a:cubicBezTo>
                <a:cubicBezTo>
                  <a:pt x="55" y="62"/>
                  <a:pt x="53" y="66"/>
                  <a:pt x="53" y="71"/>
                </a:cubicBezTo>
                <a:cubicBezTo>
                  <a:pt x="53" y="75"/>
                  <a:pt x="55" y="79"/>
                  <a:pt x="58" y="82"/>
                </a:cubicBezTo>
                <a:cubicBezTo>
                  <a:pt x="58" y="82"/>
                  <a:pt x="58" y="82"/>
                  <a:pt x="58" y="82"/>
                </a:cubicBezTo>
                <a:cubicBezTo>
                  <a:pt x="68" y="96"/>
                  <a:pt x="80" y="108"/>
                  <a:pt x="94" y="118"/>
                </a:cubicBezTo>
                <a:cubicBezTo>
                  <a:pt x="94" y="118"/>
                  <a:pt x="94" y="118"/>
                  <a:pt x="94" y="118"/>
                </a:cubicBezTo>
                <a:cubicBezTo>
                  <a:pt x="97" y="121"/>
                  <a:pt x="101" y="123"/>
                  <a:pt x="105" y="123"/>
                </a:cubicBezTo>
                <a:cubicBezTo>
                  <a:pt x="109" y="123"/>
                  <a:pt x="113" y="121"/>
                  <a:pt x="116" y="118"/>
                </a:cubicBezTo>
                <a:cubicBezTo>
                  <a:pt x="117" y="118"/>
                  <a:pt x="117" y="118"/>
                  <a:pt x="117" y="118"/>
                </a:cubicBezTo>
                <a:cubicBezTo>
                  <a:pt x="126" y="109"/>
                  <a:pt x="126" y="109"/>
                  <a:pt x="126" y="109"/>
                </a:cubicBezTo>
                <a:cubicBezTo>
                  <a:pt x="127" y="108"/>
                  <a:pt x="127" y="108"/>
                  <a:pt x="128" y="108"/>
                </a:cubicBezTo>
                <a:cubicBezTo>
                  <a:pt x="129" y="108"/>
                  <a:pt x="130" y="109"/>
                  <a:pt x="131" y="109"/>
                </a:cubicBezTo>
                <a:cubicBezTo>
                  <a:pt x="131" y="109"/>
                  <a:pt x="131" y="110"/>
                  <a:pt x="131" y="110"/>
                </a:cubicBezTo>
                <a:cubicBezTo>
                  <a:pt x="165" y="136"/>
                  <a:pt x="165" y="136"/>
                  <a:pt x="165" y="136"/>
                </a:cubicBezTo>
                <a:cubicBezTo>
                  <a:pt x="166" y="136"/>
                  <a:pt x="166" y="136"/>
                  <a:pt x="166" y="137"/>
                </a:cubicBezTo>
                <a:cubicBezTo>
                  <a:pt x="166" y="137"/>
                  <a:pt x="167" y="137"/>
                  <a:pt x="167" y="137"/>
                </a:cubicBezTo>
                <a:cubicBezTo>
                  <a:pt x="167" y="138"/>
                  <a:pt x="168" y="138"/>
                  <a:pt x="168" y="140"/>
                </a:cubicBezTo>
                <a:cubicBezTo>
                  <a:pt x="168" y="140"/>
                  <a:pt x="168" y="140"/>
                  <a:pt x="168" y="141"/>
                </a:cubicBezTo>
                <a:cubicBezTo>
                  <a:pt x="167" y="152"/>
                  <a:pt x="153" y="168"/>
                  <a:pt x="134" y="168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2" name="Google Shape;1522;p170"/>
          <p:cNvCxnSpPr/>
          <p:nvPr/>
        </p:nvCxnSpPr>
        <p:spPr>
          <a:xfrm>
            <a:off x="4936809" y="793356"/>
            <a:ext cx="1200" cy="35568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523" name="Google Shape;1523;p170"/>
          <p:cNvGrpSpPr/>
          <p:nvPr/>
        </p:nvGrpSpPr>
        <p:grpSpPr>
          <a:xfrm>
            <a:off x="1069632" y="3012737"/>
            <a:ext cx="785370" cy="137830"/>
            <a:chOff x="8474604" y="6065924"/>
            <a:chExt cx="1502812" cy="263738"/>
          </a:xfrm>
        </p:grpSpPr>
        <p:sp>
          <p:nvSpPr>
            <p:cNvPr id="1524" name="Google Shape;1524;p170"/>
            <p:cNvSpPr/>
            <p:nvPr/>
          </p:nvSpPr>
          <p:spPr>
            <a:xfrm>
              <a:off x="8896035" y="6070635"/>
              <a:ext cx="254315" cy="254317"/>
            </a:xfrm>
            <a:custGeom>
              <a:rect b="b" l="l" r="r" t="t"/>
              <a:pathLst>
                <a:path extrusionOk="0" h="609" w="609">
                  <a:moveTo>
                    <a:pt x="530" y="608"/>
                  </a:moveTo>
                  <a:lnTo>
                    <a:pt x="530" y="608"/>
                  </a:lnTo>
                  <a:cubicBezTo>
                    <a:pt x="78" y="608"/>
                    <a:pt x="78" y="608"/>
                    <a:pt x="78" y="608"/>
                  </a:cubicBezTo>
                  <a:cubicBezTo>
                    <a:pt x="36" y="608"/>
                    <a:pt x="0" y="572"/>
                    <a:pt x="0" y="530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35"/>
                    <a:pt x="36" y="0"/>
                    <a:pt x="78" y="0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573" y="0"/>
                    <a:pt x="608" y="35"/>
                    <a:pt x="608" y="78"/>
                  </a:cubicBezTo>
                  <a:cubicBezTo>
                    <a:pt x="608" y="530"/>
                    <a:pt x="608" y="530"/>
                    <a:pt x="608" y="530"/>
                  </a:cubicBezTo>
                  <a:cubicBezTo>
                    <a:pt x="608" y="572"/>
                    <a:pt x="573" y="608"/>
                    <a:pt x="530" y="608"/>
                  </a:cubicBezTo>
                  <a:close/>
                  <a:moveTo>
                    <a:pt x="304" y="184"/>
                  </a:moveTo>
                  <a:lnTo>
                    <a:pt x="304" y="184"/>
                  </a:lnTo>
                  <a:cubicBezTo>
                    <a:pt x="254" y="184"/>
                    <a:pt x="219" y="212"/>
                    <a:pt x="198" y="254"/>
                  </a:cubicBezTo>
                  <a:lnTo>
                    <a:pt x="198" y="254"/>
                  </a:lnTo>
                  <a:lnTo>
                    <a:pt x="198" y="254"/>
                  </a:lnTo>
                  <a:cubicBezTo>
                    <a:pt x="198" y="261"/>
                    <a:pt x="198" y="261"/>
                    <a:pt x="191" y="261"/>
                  </a:cubicBezTo>
                  <a:lnTo>
                    <a:pt x="191" y="269"/>
                  </a:lnTo>
                  <a:lnTo>
                    <a:pt x="191" y="276"/>
                  </a:lnTo>
                  <a:cubicBezTo>
                    <a:pt x="191" y="276"/>
                    <a:pt x="191" y="276"/>
                    <a:pt x="191" y="283"/>
                  </a:cubicBezTo>
                  <a:cubicBezTo>
                    <a:pt x="191" y="283"/>
                    <a:pt x="191" y="283"/>
                    <a:pt x="191" y="290"/>
                  </a:cubicBezTo>
                  <a:lnTo>
                    <a:pt x="191" y="290"/>
                  </a:lnTo>
                  <a:cubicBezTo>
                    <a:pt x="191" y="297"/>
                    <a:pt x="184" y="297"/>
                    <a:pt x="184" y="304"/>
                  </a:cubicBezTo>
                  <a:cubicBezTo>
                    <a:pt x="184" y="367"/>
                    <a:pt x="240" y="424"/>
                    <a:pt x="304" y="424"/>
                  </a:cubicBezTo>
                  <a:cubicBezTo>
                    <a:pt x="368" y="424"/>
                    <a:pt x="424" y="367"/>
                    <a:pt x="424" y="304"/>
                  </a:cubicBezTo>
                  <a:cubicBezTo>
                    <a:pt x="424" y="297"/>
                    <a:pt x="417" y="297"/>
                    <a:pt x="417" y="290"/>
                  </a:cubicBezTo>
                  <a:lnTo>
                    <a:pt x="417" y="290"/>
                  </a:lnTo>
                  <a:cubicBezTo>
                    <a:pt x="417" y="283"/>
                    <a:pt x="417" y="283"/>
                    <a:pt x="417" y="283"/>
                  </a:cubicBezTo>
                  <a:cubicBezTo>
                    <a:pt x="417" y="276"/>
                    <a:pt x="417" y="276"/>
                    <a:pt x="417" y="276"/>
                  </a:cubicBezTo>
                  <a:lnTo>
                    <a:pt x="417" y="269"/>
                  </a:lnTo>
                  <a:lnTo>
                    <a:pt x="417" y="261"/>
                  </a:lnTo>
                  <a:cubicBezTo>
                    <a:pt x="410" y="261"/>
                    <a:pt x="410" y="261"/>
                    <a:pt x="410" y="254"/>
                  </a:cubicBezTo>
                  <a:lnTo>
                    <a:pt x="410" y="254"/>
                  </a:lnTo>
                  <a:lnTo>
                    <a:pt x="410" y="254"/>
                  </a:lnTo>
                  <a:cubicBezTo>
                    <a:pt x="389" y="212"/>
                    <a:pt x="354" y="184"/>
                    <a:pt x="304" y="184"/>
                  </a:cubicBezTo>
                  <a:close/>
                  <a:moveTo>
                    <a:pt x="537" y="99"/>
                  </a:moveTo>
                  <a:lnTo>
                    <a:pt x="537" y="99"/>
                  </a:lnTo>
                  <a:cubicBezTo>
                    <a:pt x="537" y="85"/>
                    <a:pt x="523" y="71"/>
                    <a:pt x="509" y="71"/>
                  </a:cubicBezTo>
                  <a:cubicBezTo>
                    <a:pt x="445" y="71"/>
                    <a:pt x="445" y="71"/>
                    <a:pt x="445" y="71"/>
                  </a:cubicBezTo>
                  <a:cubicBezTo>
                    <a:pt x="431" y="71"/>
                    <a:pt x="417" y="85"/>
                    <a:pt x="417" y="99"/>
                  </a:cubicBezTo>
                  <a:cubicBezTo>
                    <a:pt x="417" y="162"/>
                    <a:pt x="417" y="162"/>
                    <a:pt x="417" y="162"/>
                  </a:cubicBezTo>
                  <a:cubicBezTo>
                    <a:pt x="417" y="177"/>
                    <a:pt x="431" y="191"/>
                    <a:pt x="445" y="191"/>
                  </a:cubicBezTo>
                  <a:cubicBezTo>
                    <a:pt x="509" y="191"/>
                    <a:pt x="509" y="191"/>
                    <a:pt x="509" y="191"/>
                  </a:cubicBezTo>
                  <a:cubicBezTo>
                    <a:pt x="523" y="191"/>
                    <a:pt x="537" y="177"/>
                    <a:pt x="537" y="162"/>
                  </a:cubicBezTo>
                  <a:lnTo>
                    <a:pt x="537" y="99"/>
                  </a:lnTo>
                  <a:close/>
                  <a:moveTo>
                    <a:pt x="537" y="254"/>
                  </a:moveTo>
                  <a:lnTo>
                    <a:pt x="537" y="254"/>
                  </a:lnTo>
                  <a:cubicBezTo>
                    <a:pt x="481" y="254"/>
                    <a:pt x="481" y="254"/>
                    <a:pt x="481" y="254"/>
                  </a:cubicBezTo>
                  <a:cubicBezTo>
                    <a:pt x="488" y="269"/>
                    <a:pt x="488" y="290"/>
                    <a:pt x="488" y="304"/>
                  </a:cubicBezTo>
                  <a:cubicBezTo>
                    <a:pt x="488" y="403"/>
                    <a:pt x="403" y="488"/>
                    <a:pt x="304" y="488"/>
                  </a:cubicBezTo>
                  <a:cubicBezTo>
                    <a:pt x="205" y="488"/>
                    <a:pt x="120" y="403"/>
                    <a:pt x="120" y="304"/>
                  </a:cubicBezTo>
                  <a:cubicBezTo>
                    <a:pt x="120" y="290"/>
                    <a:pt x="120" y="269"/>
                    <a:pt x="127" y="254"/>
                  </a:cubicBezTo>
                  <a:cubicBezTo>
                    <a:pt x="71" y="254"/>
                    <a:pt x="71" y="254"/>
                    <a:pt x="71" y="254"/>
                  </a:cubicBezTo>
                  <a:cubicBezTo>
                    <a:pt x="71" y="509"/>
                    <a:pt x="71" y="509"/>
                    <a:pt x="71" y="509"/>
                  </a:cubicBezTo>
                  <a:cubicBezTo>
                    <a:pt x="71" y="523"/>
                    <a:pt x="85" y="537"/>
                    <a:pt x="99" y="537"/>
                  </a:cubicBezTo>
                  <a:cubicBezTo>
                    <a:pt x="509" y="537"/>
                    <a:pt x="509" y="537"/>
                    <a:pt x="509" y="537"/>
                  </a:cubicBezTo>
                  <a:cubicBezTo>
                    <a:pt x="523" y="537"/>
                    <a:pt x="537" y="523"/>
                    <a:pt x="537" y="509"/>
                  </a:cubicBezTo>
                  <a:lnTo>
                    <a:pt x="537" y="2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5" name="Google Shape;1525;p170"/>
            <p:cNvSpPr/>
            <p:nvPr/>
          </p:nvSpPr>
          <p:spPr>
            <a:xfrm>
              <a:off x="9306106" y="6089421"/>
              <a:ext cx="265125" cy="216745"/>
            </a:xfrm>
            <a:custGeom>
              <a:rect b="b" l="l" r="r" t="t"/>
              <a:pathLst>
                <a:path extrusionOk="0" h="496" w="602">
                  <a:moveTo>
                    <a:pt x="410" y="0"/>
                  </a:moveTo>
                  <a:lnTo>
                    <a:pt x="410" y="0"/>
                  </a:lnTo>
                  <a:cubicBezTo>
                    <a:pt x="459" y="0"/>
                    <a:pt x="481" y="22"/>
                    <a:pt x="509" y="43"/>
                  </a:cubicBezTo>
                  <a:cubicBezTo>
                    <a:pt x="530" y="43"/>
                    <a:pt x="558" y="29"/>
                    <a:pt x="572" y="22"/>
                  </a:cubicBezTo>
                  <a:cubicBezTo>
                    <a:pt x="580" y="15"/>
                    <a:pt x="580" y="15"/>
                    <a:pt x="587" y="15"/>
                  </a:cubicBezTo>
                  <a:cubicBezTo>
                    <a:pt x="580" y="36"/>
                    <a:pt x="565" y="57"/>
                    <a:pt x="544" y="71"/>
                  </a:cubicBezTo>
                  <a:cubicBezTo>
                    <a:pt x="544" y="71"/>
                    <a:pt x="537" y="78"/>
                    <a:pt x="530" y="78"/>
                  </a:cubicBezTo>
                  <a:lnTo>
                    <a:pt x="530" y="78"/>
                  </a:lnTo>
                  <a:cubicBezTo>
                    <a:pt x="558" y="78"/>
                    <a:pt x="580" y="64"/>
                    <a:pt x="601" y="64"/>
                  </a:cubicBezTo>
                  <a:lnTo>
                    <a:pt x="601" y="64"/>
                  </a:lnTo>
                  <a:cubicBezTo>
                    <a:pt x="594" y="78"/>
                    <a:pt x="580" y="99"/>
                    <a:pt x="558" y="106"/>
                  </a:cubicBezTo>
                  <a:cubicBezTo>
                    <a:pt x="551" y="113"/>
                    <a:pt x="551" y="121"/>
                    <a:pt x="544" y="128"/>
                  </a:cubicBezTo>
                  <a:cubicBezTo>
                    <a:pt x="544" y="156"/>
                    <a:pt x="544" y="177"/>
                    <a:pt x="537" y="205"/>
                  </a:cubicBezTo>
                  <a:cubicBezTo>
                    <a:pt x="502" y="340"/>
                    <a:pt x="424" y="439"/>
                    <a:pt x="297" y="481"/>
                  </a:cubicBezTo>
                  <a:cubicBezTo>
                    <a:pt x="247" y="495"/>
                    <a:pt x="170" y="495"/>
                    <a:pt x="120" y="488"/>
                  </a:cubicBezTo>
                  <a:cubicBezTo>
                    <a:pt x="92" y="481"/>
                    <a:pt x="71" y="474"/>
                    <a:pt x="42" y="460"/>
                  </a:cubicBezTo>
                  <a:cubicBezTo>
                    <a:pt x="35" y="453"/>
                    <a:pt x="21" y="453"/>
                    <a:pt x="14" y="446"/>
                  </a:cubicBezTo>
                  <a:cubicBezTo>
                    <a:pt x="7" y="439"/>
                    <a:pt x="7" y="439"/>
                    <a:pt x="0" y="439"/>
                  </a:cubicBezTo>
                  <a:cubicBezTo>
                    <a:pt x="14" y="439"/>
                    <a:pt x="28" y="439"/>
                    <a:pt x="42" y="439"/>
                  </a:cubicBezTo>
                  <a:cubicBezTo>
                    <a:pt x="50" y="439"/>
                    <a:pt x="64" y="439"/>
                    <a:pt x="78" y="432"/>
                  </a:cubicBezTo>
                  <a:cubicBezTo>
                    <a:pt x="106" y="424"/>
                    <a:pt x="127" y="417"/>
                    <a:pt x="148" y="410"/>
                  </a:cubicBezTo>
                  <a:cubicBezTo>
                    <a:pt x="163" y="403"/>
                    <a:pt x="177" y="396"/>
                    <a:pt x="184" y="382"/>
                  </a:cubicBezTo>
                  <a:cubicBezTo>
                    <a:pt x="170" y="382"/>
                    <a:pt x="156" y="382"/>
                    <a:pt x="148" y="382"/>
                  </a:cubicBezTo>
                  <a:cubicBezTo>
                    <a:pt x="106" y="368"/>
                    <a:pt x="85" y="340"/>
                    <a:pt x="71" y="297"/>
                  </a:cubicBezTo>
                  <a:cubicBezTo>
                    <a:pt x="78" y="304"/>
                    <a:pt x="113" y="304"/>
                    <a:pt x="120" y="297"/>
                  </a:cubicBezTo>
                  <a:cubicBezTo>
                    <a:pt x="106" y="297"/>
                    <a:pt x="92" y="290"/>
                    <a:pt x="85" y="283"/>
                  </a:cubicBezTo>
                  <a:cubicBezTo>
                    <a:pt x="50" y="262"/>
                    <a:pt x="21" y="227"/>
                    <a:pt x="21" y="177"/>
                  </a:cubicBezTo>
                  <a:cubicBezTo>
                    <a:pt x="28" y="177"/>
                    <a:pt x="35" y="177"/>
                    <a:pt x="35" y="184"/>
                  </a:cubicBezTo>
                  <a:cubicBezTo>
                    <a:pt x="42" y="184"/>
                    <a:pt x="50" y="184"/>
                    <a:pt x="64" y="191"/>
                  </a:cubicBezTo>
                  <a:lnTo>
                    <a:pt x="78" y="191"/>
                  </a:lnTo>
                  <a:lnTo>
                    <a:pt x="78" y="191"/>
                  </a:lnTo>
                  <a:cubicBezTo>
                    <a:pt x="71" y="184"/>
                    <a:pt x="64" y="177"/>
                    <a:pt x="57" y="170"/>
                  </a:cubicBezTo>
                  <a:cubicBezTo>
                    <a:pt x="35" y="142"/>
                    <a:pt x="14" y="106"/>
                    <a:pt x="28" y="57"/>
                  </a:cubicBezTo>
                  <a:cubicBezTo>
                    <a:pt x="28" y="43"/>
                    <a:pt x="35" y="36"/>
                    <a:pt x="42" y="29"/>
                  </a:cubicBezTo>
                  <a:lnTo>
                    <a:pt x="42" y="29"/>
                  </a:lnTo>
                  <a:cubicBezTo>
                    <a:pt x="42" y="29"/>
                    <a:pt x="50" y="36"/>
                    <a:pt x="57" y="36"/>
                  </a:cubicBezTo>
                  <a:cubicBezTo>
                    <a:pt x="64" y="50"/>
                    <a:pt x="78" y="64"/>
                    <a:pt x="92" y="71"/>
                  </a:cubicBezTo>
                  <a:cubicBezTo>
                    <a:pt x="134" y="106"/>
                    <a:pt x="177" y="128"/>
                    <a:pt x="240" y="149"/>
                  </a:cubicBezTo>
                  <a:cubicBezTo>
                    <a:pt x="261" y="149"/>
                    <a:pt x="276" y="156"/>
                    <a:pt x="297" y="156"/>
                  </a:cubicBezTo>
                  <a:cubicBezTo>
                    <a:pt x="290" y="135"/>
                    <a:pt x="290" y="113"/>
                    <a:pt x="297" y="99"/>
                  </a:cubicBezTo>
                  <a:cubicBezTo>
                    <a:pt x="311" y="57"/>
                    <a:pt x="332" y="29"/>
                    <a:pt x="368" y="15"/>
                  </a:cubicBezTo>
                  <a:cubicBezTo>
                    <a:pt x="375" y="8"/>
                    <a:pt x="389" y="8"/>
                    <a:pt x="396" y="8"/>
                  </a:cubicBezTo>
                  <a:cubicBezTo>
                    <a:pt x="403" y="8"/>
                    <a:pt x="403" y="0"/>
                    <a:pt x="4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1526;p170"/>
            <p:cNvSpPr/>
            <p:nvPr/>
          </p:nvSpPr>
          <p:spPr>
            <a:xfrm>
              <a:off x="8474604" y="6065924"/>
              <a:ext cx="265676" cy="263738"/>
            </a:xfrm>
            <a:custGeom>
              <a:rect b="b" l="l" r="r" t="t"/>
              <a:pathLst>
                <a:path extrusionOk="0" h="601" w="602">
                  <a:moveTo>
                    <a:pt x="551" y="600"/>
                  </a:moveTo>
                  <a:lnTo>
                    <a:pt x="551" y="600"/>
                  </a:lnTo>
                  <a:cubicBezTo>
                    <a:pt x="42" y="600"/>
                    <a:pt x="42" y="600"/>
                    <a:pt x="42" y="600"/>
                  </a:cubicBezTo>
                  <a:cubicBezTo>
                    <a:pt x="21" y="600"/>
                    <a:pt x="0" y="586"/>
                    <a:pt x="0" y="55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21"/>
                    <a:pt x="21" y="0"/>
                    <a:pt x="42" y="0"/>
                  </a:cubicBezTo>
                  <a:cubicBezTo>
                    <a:pt x="551" y="0"/>
                    <a:pt x="551" y="0"/>
                    <a:pt x="551" y="0"/>
                  </a:cubicBezTo>
                  <a:cubicBezTo>
                    <a:pt x="580" y="0"/>
                    <a:pt x="601" y="21"/>
                    <a:pt x="601" y="49"/>
                  </a:cubicBezTo>
                  <a:cubicBezTo>
                    <a:pt x="601" y="558"/>
                    <a:pt x="601" y="558"/>
                    <a:pt x="601" y="558"/>
                  </a:cubicBezTo>
                  <a:cubicBezTo>
                    <a:pt x="601" y="586"/>
                    <a:pt x="580" y="600"/>
                    <a:pt x="551" y="600"/>
                  </a:cubicBezTo>
                  <a:close/>
                  <a:moveTo>
                    <a:pt x="255" y="113"/>
                  </a:moveTo>
                  <a:lnTo>
                    <a:pt x="255" y="113"/>
                  </a:lnTo>
                  <a:cubicBezTo>
                    <a:pt x="226" y="113"/>
                    <a:pt x="198" y="120"/>
                    <a:pt x="184" y="127"/>
                  </a:cubicBezTo>
                  <a:cubicBezTo>
                    <a:pt x="163" y="141"/>
                    <a:pt x="148" y="155"/>
                    <a:pt x="141" y="169"/>
                  </a:cubicBezTo>
                  <a:cubicBezTo>
                    <a:pt x="141" y="184"/>
                    <a:pt x="134" y="198"/>
                    <a:pt x="134" y="226"/>
                  </a:cubicBezTo>
                  <a:cubicBezTo>
                    <a:pt x="134" y="254"/>
                    <a:pt x="134" y="254"/>
                    <a:pt x="134" y="254"/>
                  </a:cubicBezTo>
                  <a:cubicBezTo>
                    <a:pt x="92" y="254"/>
                    <a:pt x="92" y="254"/>
                    <a:pt x="92" y="254"/>
                  </a:cubicBezTo>
                  <a:cubicBezTo>
                    <a:pt x="92" y="325"/>
                    <a:pt x="92" y="325"/>
                    <a:pt x="92" y="325"/>
                  </a:cubicBezTo>
                  <a:cubicBezTo>
                    <a:pt x="134" y="325"/>
                    <a:pt x="134" y="325"/>
                    <a:pt x="134" y="325"/>
                  </a:cubicBezTo>
                  <a:cubicBezTo>
                    <a:pt x="134" y="558"/>
                    <a:pt x="134" y="558"/>
                    <a:pt x="134" y="558"/>
                  </a:cubicBezTo>
                  <a:cubicBezTo>
                    <a:pt x="233" y="558"/>
                    <a:pt x="233" y="558"/>
                    <a:pt x="233" y="558"/>
                  </a:cubicBezTo>
                  <a:cubicBezTo>
                    <a:pt x="233" y="325"/>
                    <a:pt x="233" y="325"/>
                    <a:pt x="233" y="325"/>
                  </a:cubicBezTo>
                  <a:cubicBezTo>
                    <a:pt x="290" y="325"/>
                    <a:pt x="290" y="325"/>
                    <a:pt x="290" y="325"/>
                  </a:cubicBezTo>
                  <a:cubicBezTo>
                    <a:pt x="311" y="254"/>
                    <a:pt x="311" y="254"/>
                    <a:pt x="311" y="254"/>
                  </a:cubicBezTo>
                  <a:cubicBezTo>
                    <a:pt x="233" y="254"/>
                    <a:pt x="233" y="254"/>
                    <a:pt x="233" y="254"/>
                  </a:cubicBezTo>
                  <a:cubicBezTo>
                    <a:pt x="233" y="226"/>
                    <a:pt x="233" y="226"/>
                    <a:pt x="233" y="226"/>
                  </a:cubicBezTo>
                  <a:cubicBezTo>
                    <a:pt x="233" y="212"/>
                    <a:pt x="233" y="198"/>
                    <a:pt x="240" y="191"/>
                  </a:cubicBezTo>
                  <a:cubicBezTo>
                    <a:pt x="248" y="191"/>
                    <a:pt x="262" y="184"/>
                    <a:pt x="276" y="184"/>
                  </a:cubicBezTo>
                  <a:cubicBezTo>
                    <a:pt x="290" y="184"/>
                    <a:pt x="297" y="191"/>
                    <a:pt x="311" y="198"/>
                  </a:cubicBezTo>
                  <a:cubicBezTo>
                    <a:pt x="332" y="134"/>
                    <a:pt x="332" y="134"/>
                    <a:pt x="332" y="134"/>
                  </a:cubicBezTo>
                  <a:cubicBezTo>
                    <a:pt x="304" y="127"/>
                    <a:pt x="283" y="113"/>
                    <a:pt x="255" y="1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170"/>
            <p:cNvSpPr/>
            <p:nvPr/>
          </p:nvSpPr>
          <p:spPr>
            <a:xfrm>
              <a:off x="9726986" y="6072578"/>
              <a:ext cx="250430" cy="250430"/>
            </a:xfrm>
            <a:custGeom>
              <a:rect b="b" l="l" r="r" t="t"/>
              <a:pathLst>
                <a:path extrusionOk="0" h="62" w="62">
                  <a:moveTo>
                    <a:pt x="62" y="51"/>
                  </a:moveTo>
                  <a:cubicBezTo>
                    <a:pt x="62" y="57"/>
                    <a:pt x="57" y="62"/>
                    <a:pt x="51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6" y="62"/>
                    <a:pt x="0" y="57"/>
                    <a:pt x="0" y="5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6" y="0"/>
                    <a:pt x="12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7" y="0"/>
                    <a:pt x="62" y="6"/>
                    <a:pt x="62" y="12"/>
                  </a:cubicBezTo>
                  <a:lnTo>
                    <a:pt x="62" y="51"/>
                  </a:lnTo>
                  <a:close/>
                  <a:moveTo>
                    <a:pt x="15" y="11"/>
                  </a:moveTo>
                  <a:cubicBezTo>
                    <a:pt x="12" y="11"/>
                    <a:pt x="9" y="13"/>
                    <a:pt x="9" y="16"/>
                  </a:cubicBezTo>
                  <a:cubicBezTo>
                    <a:pt x="9" y="18"/>
                    <a:pt x="11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8" y="20"/>
                    <a:pt x="20" y="18"/>
                    <a:pt x="20" y="16"/>
                  </a:cubicBezTo>
                  <a:cubicBezTo>
                    <a:pt x="20" y="13"/>
                    <a:pt x="18" y="11"/>
                    <a:pt x="15" y="11"/>
                  </a:cubicBezTo>
                  <a:close/>
                  <a:moveTo>
                    <a:pt x="19" y="52"/>
                  </a:moveTo>
                  <a:cubicBezTo>
                    <a:pt x="19" y="24"/>
                    <a:pt x="19" y="24"/>
                    <a:pt x="19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52"/>
                    <a:pt x="10" y="52"/>
                    <a:pt x="10" y="52"/>
                  </a:cubicBezTo>
                  <a:lnTo>
                    <a:pt x="19" y="52"/>
                  </a:lnTo>
                  <a:close/>
                  <a:moveTo>
                    <a:pt x="53" y="52"/>
                  </a:moveTo>
                  <a:cubicBezTo>
                    <a:pt x="53" y="36"/>
                    <a:pt x="53" y="36"/>
                    <a:pt x="53" y="36"/>
                  </a:cubicBezTo>
                  <a:cubicBezTo>
                    <a:pt x="53" y="28"/>
                    <a:pt x="48" y="24"/>
                    <a:pt x="42" y="24"/>
                  </a:cubicBezTo>
                  <a:cubicBezTo>
                    <a:pt x="37" y="24"/>
                    <a:pt x="35" y="26"/>
                    <a:pt x="34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7"/>
                    <a:pt x="2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4" y="36"/>
                    <a:pt x="34" y="35"/>
                    <a:pt x="34" y="34"/>
                  </a:cubicBezTo>
                  <a:cubicBezTo>
                    <a:pt x="35" y="33"/>
                    <a:pt x="36" y="31"/>
                    <a:pt x="39" y="31"/>
                  </a:cubicBezTo>
                  <a:cubicBezTo>
                    <a:pt x="42" y="31"/>
                    <a:pt x="43" y="33"/>
                    <a:pt x="43" y="37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53" y="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28" name="Google Shape;1528;p1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02238" y="1678565"/>
            <a:ext cx="340650" cy="34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9" name="Google Shape;1529;p170"/>
          <p:cNvSpPr txBox="1"/>
          <p:nvPr>
            <p:ph type="ctrTitle"/>
          </p:nvPr>
        </p:nvSpPr>
        <p:spPr>
          <a:xfrm>
            <a:off x="966854" y="611100"/>
            <a:ext cx="4134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us Jakarta Sans"/>
              <a:buNone/>
              <a:defRPr b="1" sz="3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0" name="Google Shape;1530;p170"/>
          <p:cNvSpPr txBox="1"/>
          <p:nvPr>
            <p:ph idx="1" type="subTitle"/>
          </p:nvPr>
        </p:nvSpPr>
        <p:spPr>
          <a:xfrm>
            <a:off x="966850" y="2594150"/>
            <a:ext cx="3813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1" name="Google Shape;1531;p170"/>
          <p:cNvSpPr txBox="1"/>
          <p:nvPr>
            <p:ph idx="2" type="ctrTitle"/>
          </p:nvPr>
        </p:nvSpPr>
        <p:spPr>
          <a:xfrm>
            <a:off x="6032750" y="1564575"/>
            <a:ext cx="2439600" cy="34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2" name="Google Shape;1532;p170"/>
          <p:cNvSpPr txBox="1"/>
          <p:nvPr>
            <p:ph idx="3" type="subTitle"/>
          </p:nvPr>
        </p:nvSpPr>
        <p:spPr>
          <a:xfrm>
            <a:off x="6032750" y="1807800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33" name="Google Shape;1533;p170"/>
          <p:cNvSpPr txBox="1"/>
          <p:nvPr/>
        </p:nvSpPr>
        <p:spPr>
          <a:xfrm>
            <a:off x="6194360" y="2468801"/>
            <a:ext cx="1328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534" name="Google Shape;1534;p170"/>
          <p:cNvSpPr txBox="1"/>
          <p:nvPr>
            <p:ph idx="4" type="ctrTitle"/>
          </p:nvPr>
        </p:nvSpPr>
        <p:spPr>
          <a:xfrm>
            <a:off x="6032750" y="2323025"/>
            <a:ext cx="2439600" cy="34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5" name="Google Shape;1535;p170"/>
          <p:cNvSpPr txBox="1"/>
          <p:nvPr>
            <p:ph idx="5" type="subTitle"/>
          </p:nvPr>
        </p:nvSpPr>
        <p:spPr>
          <a:xfrm>
            <a:off x="6032750" y="2566250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6" name="Google Shape;1536;p170"/>
          <p:cNvSpPr txBox="1"/>
          <p:nvPr>
            <p:ph idx="6" type="ctrTitle"/>
          </p:nvPr>
        </p:nvSpPr>
        <p:spPr>
          <a:xfrm>
            <a:off x="6032750" y="3042213"/>
            <a:ext cx="2439600" cy="34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7" name="Google Shape;1537;p170"/>
          <p:cNvSpPr txBox="1"/>
          <p:nvPr>
            <p:ph idx="7" type="subTitle"/>
          </p:nvPr>
        </p:nvSpPr>
        <p:spPr>
          <a:xfrm>
            <a:off x="6032750" y="3285438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2">
  <p:cSld name="CUSTOM_2"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171"/>
          <p:cNvSpPr/>
          <p:nvPr/>
        </p:nvSpPr>
        <p:spPr>
          <a:xfrm>
            <a:off x="0" y="3300"/>
            <a:ext cx="9144000" cy="5136900"/>
          </a:xfrm>
          <a:prstGeom prst="rect">
            <a:avLst/>
          </a:prstGeom>
          <a:solidFill>
            <a:srgbClr val="F46262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171"/>
          <p:cNvSpPr txBox="1"/>
          <p:nvPr>
            <p:ph idx="1" type="subTitle"/>
          </p:nvPr>
        </p:nvSpPr>
        <p:spPr>
          <a:xfrm>
            <a:off x="2593125" y="1770450"/>
            <a:ext cx="3813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1" name="Google Shape;1541;p171"/>
          <p:cNvSpPr txBox="1"/>
          <p:nvPr>
            <p:ph type="title"/>
          </p:nvPr>
        </p:nvSpPr>
        <p:spPr>
          <a:xfrm>
            <a:off x="311700" y="1270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us Jakarta Sans"/>
              <a:buNone/>
              <a:defRPr b="1" sz="24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42" name="Google Shape;1542;p171"/>
          <p:cNvSpPr/>
          <p:nvPr/>
        </p:nvSpPr>
        <p:spPr>
          <a:xfrm>
            <a:off x="1291249" y="2476328"/>
            <a:ext cx="6561600" cy="1621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3" name="Google Shape;1543;p171"/>
          <p:cNvSpPr/>
          <p:nvPr/>
        </p:nvSpPr>
        <p:spPr>
          <a:xfrm>
            <a:off x="5064894" y="3430362"/>
            <a:ext cx="284027" cy="219291"/>
          </a:xfrm>
          <a:custGeom>
            <a:rect b="b" l="l" r="r" t="t"/>
            <a:pathLst>
              <a:path extrusionOk="0" h="136" w="176">
                <a:moveTo>
                  <a:pt x="160" y="0"/>
                </a:moveTo>
                <a:cubicBezTo>
                  <a:pt x="48" y="0"/>
                  <a:pt x="48" y="0"/>
                  <a:pt x="48" y="0"/>
                </a:cubicBezTo>
                <a:cubicBezTo>
                  <a:pt x="39" y="0"/>
                  <a:pt x="32" y="7"/>
                  <a:pt x="32" y="16"/>
                </a:cubicBezTo>
                <a:cubicBezTo>
                  <a:pt x="32" y="20"/>
                  <a:pt x="32" y="20"/>
                  <a:pt x="32" y="20"/>
                </a:cubicBezTo>
                <a:cubicBezTo>
                  <a:pt x="32" y="22"/>
                  <a:pt x="34" y="24"/>
                  <a:pt x="36" y="24"/>
                </a:cubicBezTo>
                <a:cubicBezTo>
                  <a:pt x="38" y="24"/>
                  <a:pt x="40" y="22"/>
                  <a:pt x="40" y="20"/>
                </a:cubicBezTo>
                <a:cubicBezTo>
                  <a:pt x="40" y="16"/>
                  <a:pt x="40" y="16"/>
                  <a:pt x="40" y="16"/>
                </a:cubicBezTo>
                <a:cubicBezTo>
                  <a:pt x="40" y="12"/>
                  <a:pt x="44" y="8"/>
                  <a:pt x="48" y="8"/>
                </a:cubicBezTo>
                <a:cubicBezTo>
                  <a:pt x="160" y="8"/>
                  <a:pt x="160" y="8"/>
                  <a:pt x="160" y="8"/>
                </a:cubicBezTo>
                <a:cubicBezTo>
                  <a:pt x="164" y="8"/>
                  <a:pt x="168" y="12"/>
                  <a:pt x="168" y="16"/>
                </a:cubicBezTo>
                <a:cubicBezTo>
                  <a:pt x="168" y="88"/>
                  <a:pt x="168" y="88"/>
                  <a:pt x="168" y="88"/>
                </a:cubicBezTo>
                <a:cubicBezTo>
                  <a:pt x="168" y="92"/>
                  <a:pt x="164" y="96"/>
                  <a:pt x="160" y="96"/>
                </a:cubicBezTo>
                <a:cubicBezTo>
                  <a:pt x="156" y="96"/>
                  <a:pt x="156" y="96"/>
                  <a:pt x="156" y="96"/>
                </a:cubicBezTo>
                <a:cubicBezTo>
                  <a:pt x="154" y="96"/>
                  <a:pt x="152" y="98"/>
                  <a:pt x="152" y="100"/>
                </a:cubicBezTo>
                <a:cubicBezTo>
                  <a:pt x="152" y="102"/>
                  <a:pt x="154" y="104"/>
                  <a:pt x="156" y="104"/>
                </a:cubicBezTo>
                <a:cubicBezTo>
                  <a:pt x="160" y="104"/>
                  <a:pt x="160" y="104"/>
                  <a:pt x="160" y="104"/>
                </a:cubicBezTo>
                <a:cubicBezTo>
                  <a:pt x="169" y="104"/>
                  <a:pt x="176" y="97"/>
                  <a:pt x="176" y="88"/>
                </a:cubicBezTo>
                <a:cubicBezTo>
                  <a:pt x="176" y="16"/>
                  <a:pt x="176" y="16"/>
                  <a:pt x="176" y="16"/>
                </a:cubicBezTo>
                <a:cubicBezTo>
                  <a:pt x="176" y="7"/>
                  <a:pt x="169" y="0"/>
                  <a:pt x="160" y="0"/>
                </a:cubicBezTo>
                <a:moveTo>
                  <a:pt x="128" y="32"/>
                </a:moveTo>
                <a:cubicBezTo>
                  <a:pt x="16" y="32"/>
                  <a:pt x="16" y="32"/>
                  <a:pt x="16" y="32"/>
                </a:cubicBezTo>
                <a:cubicBezTo>
                  <a:pt x="7" y="32"/>
                  <a:pt x="0" y="39"/>
                  <a:pt x="0" y="48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9"/>
                  <a:pt x="7" y="136"/>
                  <a:pt x="16" y="136"/>
                </a:cubicBezTo>
                <a:cubicBezTo>
                  <a:pt x="128" y="136"/>
                  <a:pt x="128" y="136"/>
                  <a:pt x="128" y="136"/>
                </a:cubicBezTo>
                <a:cubicBezTo>
                  <a:pt x="137" y="136"/>
                  <a:pt x="144" y="129"/>
                  <a:pt x="144" y="120"/>
                </a:cubicBezTo>
                <a:cubicBezTo>
                  <a:pt x="144" y="48"/>
                  <a:pt x="144" y="48"/>
                  <a:pt x="144" y="48"/>
                </a:cubicBezTo>
                <a:cubicBezTo>
                  <a:pt x="144" y="39"/>
                  <a:pt x="137" y="32"/>
                  <a:pt x="128" y="32"/>
                </a:cubicBezTo>
                <a:moveTo>
                  <a:pt x="16" y="40"/>
                </a:moveTo>
                <a:cubicBezTo>
                  <a:pt x="128" y="40"/>
                  <a:pt x="128" y="40"/>
                  <a:pt x="128" y="40"/>
                </a:cubicBezTo>
                <a:cubicBezTo>
                  <a:pt x="130" y="40"/>
                  <a:pt x="132" y="41"/>
                  <a:pt x="133" y="42"/>
                </a:cubicBezTo>
                <a:cubicBezTo>
                  <a:pt x="77" y="98"/>
                  <a:pt x="77" y="98"/>
                  <a:pt x="77" y="98"/>
                </a:cubicBezTo>
                <a:cubicBezTo>
                  <a:pt x="76" y="99"/>
                  <a:pt x="74" y="100"/>
                  <a:pt x="72" y="100"/>
                </a:cubicBezTo>
                <a:cubicBezTo>
                  <a:pt x="70" y="100"/>
                  <a:pt x="68" y="99"/>
                  <a:pt x="67" y="98"/>
                </a:cubicBezTo>
                <a:cubicBezTo>
                  <a:pt x="11" y="42"/>
                  <a:pt x="11" y="42"/>
                  <a:pt x="11" y="42"/>
                </a:cubicBezTo>
                <a:cubicBezTo>
                  <a:pt x="12" y="41"/>
                  <a:pt x="14" y="40"/>
                  <a:pt x="16" y="40"/>
                </a:cubicBezTo>
                <a:moveTo>
                  <a:pt x="8" y="50"/>
                </a:moveTo>
                <a:cubicBezTo>
                  <a:pt x="42" y="84"/>
                  <a:pt x="42" y="84"/>
                  <a:pt x="42" y="84"/>
                </a:cubicBezTo>
                <a:cubicBezTo>
                  <a:pt x="8" y="118"/>
                  <a:pt x="8" y="118"/>
                  <a:pt x="8" y="118"/>
                </a:cubicBezTo>
                <a:lnTo>
                  <a:pt x="8" y="50"/>
                </a:lnTo>
                <a:close/>
                <a:moveTo>
                  <a:pt x="128" y="128"/>
                </a:moveTo>
                <a:cubicBezTo>
                  <a:pt x="16" y="128"/>
                  <a:pt x="16" y="128"/>
                  <a:pt x="16" y="128"/>
                </a:cubicBezTo>
                <a:cubicBezTo>
                  <a:pt x="14" y="128"/>
                  <a:pt x="12" y="127"/>
                  <a:pt x="11" y="126"/>
                </a:cubicBezTo>
                <a:cubicBezTo>
                  <a:pt x="47" y="90"/>
                  <a:pt x="47" y="90"/>
                  <a:pt x="47" y="90"/>
                </a:cubicBezTo>
                <a:cubicBezTo>
                  <a:pt x="61" y="103"/>
                  <a:pt x="61" y="103"/>
                  <a:pt x="61" y="103"/>
                </a:cubicBezTo>
                <a:cubicBezTo>
                  <a:pt x="64" y="106"/>
                  <a:pt x="68" y="108"/>
                  <a:pt x="72" y="108"/>
                </a:cubicBezTo>
                <a:cubicBezTo>
                  <a:pt x="76" y="108"/>
                  <a:pt x="80" y="106"/>
                  <a:pt x="83" y="103"/>
                </a:cubicBezTo>
                <a:cubicBezTo>
                  <a:pt x="97" y="90"/>
                  <a:pt x="97" y="90"/>
                  <a:pt x="97" y="90"/>
                </a:cubicBezTo>
                <a:cubicBezTo>
                  <a:pt x="133" y="126"/>
                  <a:pt x="133" y="126"/>
                  <a:pt x="133" y="126"/>
                </a:cubicBezTo>
                <a:cubicBezTo>
                  <a:pt x="132" y="127"/>
                  <a:pt x="130" y="128"/>
                  <a:pt x="128" y="128"/>
                </a:cubicBezTo>
                <a:moveTo>
                  <a:pt x="136" y="118"/>
                </a:moveTo>
                <a:cubicBezTo>
                  <a:pt x="102" y="84"/>
                  <a:pt x="102" y="84"/>
                  <a:pt x="102" y="84"/>
                </a:cubicBezTo>
                <a:cubicBezTo>
                  <a:pt x="136" y="50"/>
                  <a:pt x="136" y="50"/>
                  <a:pt x="136" y="50"/>
                </a:cubicBezTo>
                <a:lnTo>
                  <a:pt x="136" y="118"/>
                </a:lnTo>
                <a:close/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171"/>
          <p:cNvSpPr/>
          <p:nvPr/>
        </p:nvSpPr>
        <p:spPr>
          <a:xfrm>
            <a:off x="5070463" y="2863313"/>
            <a:ext cx="272890" cy="271540"/>
          </a:xfrm>
          <a:custGeom>
            <a:rect b="b" l="l" r="r" t="t"/>
            <a:pathLst>
              <a:path extrusionOk="0" h="176" w="176">
                <a:moveTo>
                  <a:pt x="96" y="8"/>
                </a:moveTo>
                <a:cubicBezTo>
                  <a:pt x="136" y="8"/>
                  <a:pt x="168" y="40"/>
                  <a:pt x="168" y="80"/>
                </a:cubicBezTo>
                <a:cubicBezTo>
                  <a:pt x="168" y="82"/>
                  <a:pt x="170" y="84"/>
                  <a:pt x="172" y="84"/>
                </a:cubicBezTo>
                <a:cubicBezTo>
                  <a:pt x="174" y="84"/>
                  <a:pt x="176" y="82"/>
                  <a:pt x="176" y="80"/>
                </a:cubicBezTo>
                <a:cubicBezTo>
                  <a:pt x="176" y="36"/>
                  <a:pt x="140" y="0"/>
                  <a:pt x="96" y="0"/>
                </a:cubicBezTo>
                <a:cubicBezTo>
                  <a:pt x="94" y="0"/>
                  <a:pt x="92" y="2"/>
                  <a:pt x="92" y="4"/>
                </a:cubicBezTo>
                <a:cubicBezTo>
                  <a:pt x="92" y="6"/>
                  <a:pt x="94" y="8"/>
                  <a:pt x="96" y="8"/>
                </a:cubicBezTo>
                <a:moveTo>
                  <a:pt x="96" y="48"/>
                </a:moveTo>
                <a:cubicBezTo>
                  <a:pt x="114" y="48"/>
                  <a:pt x="128" y="62"/>
                  <a:pt x="128" y="80"/>
                </a:cubicBezTo>
                <a:cubicBezTo>
                  <a:pt x="128" y="82"/>
                  <a:pt x="130" y="84"/>
                  <a:pt x="132" y="84"/>
                </a:cubicBezTo>
                <a:cubicBezTo>
                  <a:pt x="134" y="84"/>
                  <a:pt x="136" y="82"/>
                  <a:pt x="136" y="80"/>
                </a:cubicBezTo>
                <a:cubicBezTo>
                  <a:pt x="136" y="58"/>
                  <a:pt x="118" y="40"/>
                  <a:pt x="96" y="40"/>
                </a:cubicBezTo>
                <a:cubicBezTo>
                  <a:pt x="94" y="40"/>
                  <a:pt x="92" y="42"/>
                  <a:pt x="92" y="44"/>
                </a:cubicBezTo>
                <a:cubicBezTo>
                  <a:pt x="92" y="46"/>
                  <a:pt x="94" y="48"/>
                  <a:pt x="96" y="48"/>
                </a:cubicBezTo>
                <a:moveTo>
                  <a:pt x="96" y="88"/>
                </a:moveTo>
                <a:cubicBezTo>
                  <a:pt x="100" y="88"/>
                  <a:pt x="104" y="84"/>
                  <a:pt x="104" y="80"/>
                </a:cubicBezTo>
                <a:cubicBezTo>
                  <a:pt x="104" y="76"/>
                  <a:pt x="100" y="72"/>
                  <a:pt x="96" y="72"/>
                </a:cubicBezTo>
                <a:cubicBezTo>
                  <a:pt x="92" y="72"/>
                  <a:pt x="88" y="76"/>
                  <a:pt x="88" y="80"/>
                </a:cubicBezTo>
                <a:cubicBezTo>
                  <a:pt x="88" y="84"/>
                  <a:pt x="92" y="88"/>
                  <a:pt x="96" y="88"/>
                </a:cubicBezTo>
                <a:moveTo>
                  <a:pt x="176" y="140"/>
                </a:moveTo>
                <a:cubicBezTo>
                  <a:pt x="176" y="137"/>
                  <a:pt x="175" y="134"/>
                  <a:pt x="172" y="131"/>
                </a:cubicBezTo>
                <a:cubicBezTo>
                  <a:pt x="172" y="131"/>
                  <a:pt x="171" y="130"/>
                  <a:pt x="170" y="130"/>
                </a:cubicBezTo>
                <a:cubicBezTo>
                  <a:pt x="136" y="103"/>
                  <a:pt x="136" y="103"/>
                  <a:pt x="136" y="103"/>
                </a:cubicBezTo>
                <a:cubicBezTo>
                  <a:pt x="134" y="101"/>
                  <a:pt x="131" y="100"/>
                  <a:pt x="128" y="100"/>
                </a:cubicBezTo>
                <a:cubicBezTo>
                  <a:pt x="125" y="100"/>
                  <a:pt x="123" y="101"/>
                  <a:pt x="121" y="102"/>
                </a:cubicBezTo>
                <a:cubicBezTo>
                  <a:pt x="111" y="112"/>
                  <a:pt x="111" y="112"/>
                  <a:pt x="111" y="112"/>
                </a:cubicBezTo>
                <a:cubicBezTo>
                  <a:pt x="111" y="112"/>
                  <a:pt x="111" y="112"/>
                  <a:pt x="111" y="112"/>
                </a:cubicBezTo>
                <a:cubicBezTo>
                  <a:pt x="110" y="114"/>
                  <a:pt x="108" y="115"/>
                  <a:pt x="105" y="115"/>
                </a:cubicBezTo>
                <a:cubicBezTo>
                  <a:pt x="103" y="115"/>
                  <a:pt x="100" y="113"/>
                  <a:pt x="99" y="111"/>
                </a:cubicBezTo>
                <a:cubicBezTo>
                  <a:pt x="99" y="111"/>
                  <a:pt x="99" y="111"/>
                  <a:pt x="99" y="111"/>
                </a:cubicBezTo>
                <a:cubicBezTo>
                  <a:pt x="86" y="102"/>
                  <a:pt x="74" y="91"/>
                  <a:pt x="64" y="77"/>
                </a:cubicBezTo>
                <a:cubicBezTo>
                  <a:pt x="65" y="77"/>
                  <a:pt x="65" y="77"/>
                  <a:pt x="65" y="77"/>
                </a:cubicBezTo>
                <a:cubicBezTo>
                  <a:pt x="63" y="76"/>
                  <a:pt x="61" y="73"/>
                  <a:pt x="61" y="71"/>
                </a:cubicBezTo>
                <a:cubicBezTo>
                  <a:pt x="61" y="68"/>
                  <a:pt x="62" y="66"/>
                  <a:pt x="64" y="65"/>
                </a:cubicBezTo>
                <a:cubicBezTo>
                  <a:pt x="64" y="65"/>
                  <a:pt x="64" y="65"/>
                  <a:pt x="64" y="65"/>
                </a:cubicBezTo>
                <a:cubicBezTo>
                  <a:pt x="73" y="55"/>
                  <a:pt x="73" y="55"/>
                  <a:pt x="73" y="55"/>
                </a:cubicBezTo>
                <a:cubicBezTo>
                  <a:pt x="75" y="53"/>
                  <a:pt x="76" y="51"/>
                  <a:pt x="76" y="48"/>
                </a:cubicBezTo>
                <a:cubicBezTo>
                  <a:pt x="76" y="45"/>
                  <a:pt x="75" y="42"/>
                  <a:pt x="72" y="40"/>
                </a:cubicBezTo>
                <a:cubicBezTo>
                  <a:pt x="46" y="6"/>
                  <a:pt x="46" y="6"/>
                  <a:pt x="46" y="6"/>
                </a:cubicBezTo>
                <a:cubicBezTo>
                  <a:pt x="46" y="5"/>
                  <a:pt x="45" y="4"/>
                  <a:pt x="44" y="4"/>
                </a:cubicBezTo>
                <a:cubicBezTo>
                  <a:pt x="42" y="1"/>
                  <a:pt x="39" y="0"/>
                  <a:pt x="36" y="0"/>
                </a:cubicBezTo>
                <a:cubicBezTo>
                  <a:pt x="20" y="0"/>
                  <a:pt x="0" y="19"/>
                  <a:pt x="0" y="42"/>
                </a:cubicBezTo>
                <a:cubicBezTo>
                  <a:pt x="0" y="48"/>
                  <a:pt x="1" y="54"/>
                  <a:pt x="4" y="60"/>
                </a:cubicBezTo>
                <a:cubicBezTo>
                  <a:pt x="4" y="60"/>
                  <a:pt x="4" y="60"/>
                  <a:pt x="4" y="60"/>
                </a:cubicBezTo>
                <a:cubicBezTo>
                  <a:pt x="28" y="108"/>
                  <a:pt x="68" y="148"/>
                  <a:pt x="116" y="172"/>
                </a:cubicBezTo>
                <a:cubicBezTo>
                  <a:pt x="116" y="172"/>
                  <a:pt x="116" y="172"/>
                  <a:pt x="116" y="172"/>
                </a:cubicBezTo>
                <a:cubicBezTo>
                  <a:pt x="121" y="175"/>
                  <a:pt x="128" y="176"/>
                  <a:pt x="134" y="176"/>
                </a:cubicBezTo>
                <a:cubicBezTo>
                  <a:pt x="157" y="176"/>
                  <a:pt x="176" y="156"/>
                  <a:pt x="176" y="140"/>
                </a:cubicBezTo>
                <a:cubicBezTo>
                  <a:pt x="176" y="140"/>
                  <a:pt x="176" y="140"/>
                  <a:pt x="176" y="140"/>
                </a:cubicBezTo>
                <a:close/>
                <a:moveTo>
                  <a:pt x="134" y="168"/>
                </a:moveTo>
                <a:cubicBezTo>
                  <a:pt x="129" y="168"/>
                  <a:pt x="124" y="167"/>
                  <a:pt x="119" y="165"/>
                </a:cubicBezTo>
                <a:cubicBezTo>
                  <a:pt x="119" y="165"/>
                  <a:pt x="119" y="164"/>
                  <a:pt x="118" y="164"/>
                </a:cubicBezTo>
                <a:cubicBezTo>
                  <a:pt x="73" y="141"/>
                  <a:pt x="35" y="103"/>
                  <a:pt x="12" y="58"/>
                </a:cubicBezTo>
                <a:cubicBezTo>
                  <a:pt x="12" y="57"/>
                  <a:pt x="11" y="57"/>
                  <a:pt x="11" y="57"/>
                </a:cubicBezTo>
                <a:cubicBezTo>
                  <a:pt x="9" y="52"/>
                  <a:pt x="8" y="47"/>
                  <a:pt x="8" y="42"/>
                </a:cubicBezTo>
                <a:cubicBezTo>
                  <a:pt x="8" y="23"/>
                  <a:pt x="25" y="8"/>
                  <a:pt x="36" y="8"/>
                </a:cubicBezTo>
                <a:cubicBezTo>
                  <a:pt x="37" y="8"/>
                  <a:pt x="38" y="9"/>
                  <a:pt x="39" y="9"/>
                </a:cubicBezTo>
                <a:cubicBezTo>
                  <a:pt x="39" y="9"/>
                  <a:pt x="39" y="9"/>
                  <a:pt x="39" y="10"/>
                </a:cubicBezTo>
                <a:cubicBezTo>
                  <a:pt x="39" y="10"/>
                  <a:pt x="40" y="10"/>
                  <a:pt x="40" y="11"/>
                </a:cubicBezTo>
                <a:cubicBezTo>
                  <a:pt x="66" y="44"/>
                  <a:pt x="66" y="44"/>
                  <a:pt x="66" y="44"/>
                </a:cubicBezTo>
                <a:cubicBezTo>
                  <a:pt x="66" y="45"/>
                  <a:pt x="67" y="45"/>
                  <a:pt x="67" y="45"/>
                </a:cubicBezTo>
                <a:cubicBezTo>
                  <a:pt x="67" y="46"/>
                  <a:pt x="68" y="47"/>
                  <a:pt x="68" y="48"/>
                </a:cubicBezTo>
                <a:cubicBezTo>
                  <a:pt x="68" y="49"/>
                  <a:pt x="68" y="49"/>
                  <a:pt x="67" y="50"/>
                </a:cubicBezTo>
                <a:cubicBezTo>
                  <a:pt x="58" y="59"/>
                  <a:pt x="58" y="59"/>
                  <a:pt x="58" y="59"/>
                </a:cubicBezTo>
                <a:cubicBezTo>
                  <a:pt x="58" y="59"/>
                  <a:pt x="58" y="59"/>
                  <a:pt x="58" y="59"/>
                </a:cubicBezTo>
                <a:cubicBezTo>
                  <a:pt x="55" y="62"/>
                  <a:pt x="53" y="66"/>
                  <a:pt x="53" y="71"/>
                </a:cubicBezTo>
                <a:cubicBezTo>
                  <a:pt x="53" y="75"/>
                  <a:pt x="55" y="79"/>
                  <a:pt x="58" y="82"/>
                </a:cubicBezTo>
                <a:cubicBezTo>
                  <a:pt x="58" y="82"/>
                  <a:pt x="58" y="82"/>
                  <a:pt x="58" y="82"/>
                </a:cubicBezTo>
                <a:cubicBezTo>
                  <a:pt x="68" y="96"/>
                  <a:pt x="80" y="108"/>
                  <a:pt x="94" y="118"/>
                </a:cubicBezTo>
                <a:cubicBezTo>
                  <a:pt x="94" y="118"/>
                  <a:pt x="94" y="118"/>
                  <a:pt x="94" y="118"/>
                </a:cubicBezTo>
                <a:cubicBezTo>
                  <a:pt x="97" y="121"/>
                  <a:pt x="101" y="123"/>
                  <a:pt x="105" y="123"/>
                </a:cubicBezTo>
                <a:cubicBezTo>
                  <a:pt x="109" y="123"/>
                  <a:pt x="113" y="121"/>
                  <a:pt x="116" y="118"/>
                </a:cubicBezTo>
                <a:cubicBezTo>
                  <a:pt x="117" y="118"/>
                  <a:pt x="117" y="118"/>
                  <a:pt x="117" y="118"/>
                </a:cubicBezTo>
                <a:cubicBezTo>
                  <a:pt x="126" y="109"/>
                  <a:pt x="126" y="109"/>
                  <a:pt x="126" y="109"/>
                </a:cubicBezTo>
                <a:cubicBezTo>
                  <a:pt x="127" y="108"/>
                  <a:pt x="127" y="108"/>
                  <a:pt x="128" y="108"/>
                </a:cubicBezTo>
                <a:cubicBezTo>
                  <a:pt x="129" y="108"/>
                  <a:pt x="130" y="109"/>
                  <a:pt x="131" y="109"/>
                </a:cubicBezTo>
                <a:cubicBezTo>
                  <a:pt x="131" y="109"/>
                  <a:pt x="131" y="110"/>
                  <a:pt x="131" y="110"/>
                </a:cubicBezTo>
                <a:cubicBezTo>
                  <a:pt x="165" y="136"/>
                  <a:pt x="165" y="136"/>
                  <a:pt x="165" y="136"/>
                </a:cubicBezTo>
                <a:cubicBezTo>
                  <a:pt x="166" y="136"/>
                  <a:pt x="166" y="136"/>
                  <a:pt x="166" y="137"/>
                </a:cubicBezTo>
                <a:cubicBezTo>
                  <a:pt x="166" y="137"/>
                  <a:pt x="167" y="137"/>
                  <a:pt x="167" y="137"/>
                </a:cubicBezTo>
                <a:cubicBezTo>
                  <a:pt x="167" y="138"/>
                  <a:pt x="168" y="138"/>
                  <a:pt x="168" y="140"/>
                </a:cubicBezTo>
                <a:cubicBezTo>
                  <a:pt x="168" y="140"/>
                  <a:pt x="168" y="140"/>
                  <a:pt x="168" y="141"/>
                </a:cubicBezTo>
                <a:cubicBezTo>
                  <a:pt x="167" y="152"/>
                  <a:pt x="153" y="168"/>
                  <a:pt x="134" y="168"/>
                </a:cubicBezTo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171"/>
          <p:cNvSpPr txBox="1"/>
          <p:nvPr>
            <p:ph idx="2" type="ctrTitle"/>
          </p:nvPr>
        </p:nvSpPr>
        <p:spPr>
          <a:xfrm>
            <a:off x="2278425" y="3056225"/>
            <a:ext cx="2360700" cy="2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lus Jakarta Sans Medium"/>
              <a:buNone/>
              <a:defRPr sz="11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cxnSp>
        <p:nvCxnSpPr>
          <p:cNvPr id="1546" name="Google Shape;1546;p171"/>
          <p:cNvCxnSpPr/>
          <p:nvPr/>
        </p:nvCxnSpPr>
        <p:spPr>
          <a:xfrm>
            <a:off x="4702109" y="2775332"/>
            <a:ext cx="0" cy="10230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47" name="Google Shape;1547;p1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5000" y="3099175"/>
            <a:ext cx="284026" cy="284026"/>
          </a:xfrm>
          <a:prstGeom prst="rect">
            <a:avLst/>
          </a:prstGeom>
          <a:noFill/>
          <a:ln>
            <a:noFill/>
          </a:ln>
        </p:spPr>
      </p:pic>
      <p:sp>
        <p:nvSpPr>
          <p:cNvPr id="1548" name="Google Shape;1548;p171"/>
          <p:cNvSpPr txBox="1"/>
          <p:nvPr>
            <p:ph idx="3" type="subTitle"/>
          </p:nvPr>
        </p:nvSpPr>
        <p:spPr>
          <a:xfrm>
            <a:off x="2278425" y="3187650"/>
            <a:ext cx="2439900" cy="2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49" name="Google Shape;1549;p171"/>
          <p:cNvSpPr txBox="1"/>
          <p:nvPr>
            <p:ph idx="4" type="ctrTitle"/>
          </p:nvPr>
        </p:nvSpPr>
        <p:spPr>
          <a:xfrm>
            <a:off x="5427525" y="274172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50" name="Google Shape;1550;p171"/>
          <p:cNvSpPr txBox="1"/>
          <p:nvPr>
            <p:ph idx="5" type="subTitle"/>
          </p:nvPr>
        </p:nvSpPr>
        <p:spPr>
          <a:xfrm>
            <a:off x="5427525" y="2984950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1" name="Google Shape;1551;p171"/>
          <p:cNvSpPr txBox="1"/>
          <p:nvPr>
            <p:ph idx="6" type="ctrTitle"/>
          </p:nvPr>
        </p:nvSpPr>
        <p:spPr>
          <a:xfrm>
            <a:off x="5427525" y="32826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52" name="Google Shape;1552;p171"/>
          <p:cNvSpPr txBox="1"/>
          <p:nvPr>
            <p:ph idx="7" type="subTitle"/>
          </p:nvPr>
        </p:nvSpPr>
        <p:spPr>
          <a:xfrm>
            <a:off x="5427525" y="3525863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">
  <p:cSld name="TITLE_1_1"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1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55" name="Google Shape;1555;p1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7299" y="130700"/>
            <a:ext cx="1250276" cy="1250324"/>
          </a:xfrm>
          <a:prstGeom prst="rect">
            <a:avLst/>
          </a:prstGeom>
          <a:noFill/>
          <a:ln>
            <a:noFill/>
          </a:ln>
        </p:spPr>
      </p:pic>
      <p:sp>
        <p:nvSpPr>
          <p:cNvPr id="1556" name="Google Shape;1556;p172"/>
          <p:cNvSpPr txBox="1"/>
          <p:nvPr>
            <p:ph type="ctrTitle"/>
          </p:nvPr>
        </p:nvSpPr>
        <p:spPr>
          <a:xfrm>
            <a:off x="287303" y="1302125"/>
            <a:ext cx="5815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Plus Jakarta Sans ExtraBold"/>
              <a:buNone/>
              <a:defRPr sz="48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57" name="Google Shape;1557;p172"/>
          <p:cNvSpPr txBox="1"/>
          <p:nvPr>
            <p:ph idx="1" type="subTitle"/>
          </p:nvPr>
        </p:nvSpPr>
        <p:spPr>
          <a:xfrm>
            <a:off x="287300" y="3354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None/>
              <a:defRPr b="1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">
  <p:cSld name="TITLE_1_1_1"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17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Plus Jakarta Sans"/>
              <a:buNone/>
              <a:defRPr b="1" sz="4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60" name="Google Shape;1560;p17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sz="2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61" name="Google Shape;1561;p1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Content slide">
  <p:cSld name="TITLE_1_1_1_4"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p174"/>
          <p:cNvSpPr/>
          <p:nvPr/>
        </p:nvSpPr>
        <p:spPr>
          <a:xfrm>
            <a:off x="0" y="0"/>
            <a:ext cx="4572000" cy="5153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174"/>
          <p:cNvSpPr txBox="1"/>
          <p:nvPr>
            <p:ph type="ctrTitle"/>
          </p:nvPr>
        </p:nvSpPr>
        <p:spPr>
          <a:xfrm>
            <a:off x="311705" y="744575"/>
            <a:ext cx="3528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us Jakarta Sans"/>
              <a:buNone/>
              <a:defRPr b="1" sz="3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65" name="Google Shape;1565;p174"/>
          <p:cNvSpPr txBox="1"/>
          <p:nvPr>
            <p:ph idx="1" type="subTitle"/>
          </p:nvPr>
        </p:nvSpPr>
        <p:spPr>
          <a:xfrm>
            <a:off x="4885625" y="744575"/>
            <a:ext cx="3883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"/>
              <a:buNone/>
              <a:defRPr sz="9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566" name="Google Shape;1566;p1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67" name="Google Shape;1567;p174"/>
          <p:cNvPicPr preferRelativeResize="0"/>
          <p:nvPr/>
        </p:nvPicPr>
        <p:blipFill rotWithShape="1">
          <a:blip r:embed="rId2">
            <a:alphaModFix/>
          </a:blip>
          <a:srcRect b="26852" l="0" r="0" t="26852"/>
          <a:stretch/>
        </p:blipFill>
        <p:spPr>
          <a:xfrm>
            <a:off x="199650" y="4749547"/>
            <a:ext cx="477249" cy="22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content 2">
  <p:cSld name="TITLE_1_1_1_3"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1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570" name="Google Shape;1570;p175"/>
          <p:cNvGrpSpPr/>
          <p:nvPr/>
        </p:nvGrpSpPr>
        <p:grpSpPr>
          <a:xfrm>
            <a:off x="1559321" y="1912517"/>
            <a:ext cx="371700" cy="371700"/>
            <a:chOff x="7182577" y="2114022"/>
            <a:chExt cx="495600" cy="495600"/>
          </a:xfrm>
        </p:grpSpPr>
        <p:sp>
          <p:nvSpPr>
            <p:cNvPr id="1571" name="Google Shape;1571;p175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F46262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72" name="Google Shape;1572;p175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3" name="Google Shape;1573;p175"/>
          <p:cNvGrpSpPr/>
          <p:nvPr/>
        </p:nvGrpSpPr>
        <p:grpSpPr>
          <a:xfrm>
            <a:off x="4780823" y="1937843"/>
            <a:ext cx="371700" cy="371700"/>
            <a:chOff x="7182577" y="2114022"/>
            <a:chExt cx="495600" cy="495600"/>
          </a:xfrm>
        </p:grpSpPr>
        <p:sp>
          <p:nvSpPr>
            <p:cNvPr id="1574" name="Google Shape;1574;p175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F46262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75" name="Google Shape;1575;p175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6" name="Google Shape;1576;p175"/>
          <p:cNvGrpSpPr/>
          <p:nvPr/>
        </p:nvGrpSpPr>
        <p:grpSpPr>
          <a:xfrm>
            <a:off x="1559321" y="2720321"/>
            <a:ext cx="371700" cy="371700"/>
            <a:chOff x="7182577" y="2114022"/>
            <a:chExt cx="495600" cy="495600"/>
          </a:xfrm>
        </p:grpSpPr>
        <p:sp>
          <p:nvSpPr>
            <p:cNvPr id="1577" name="Google Shape;1577;p175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F46262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78" name="Google Shape;1578;p175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9" name="Google Shape;1579;p175"/>
          <p:cNvGrpSpPr/>
          <p:nvPr/>
        </p:nvGrpSpPr>
        <p:grpSpPr>
          <a:xfrm>
            <a:off x="4780823" y="2723967"/>
            <a:ext cx="371700" cy="371700"/>
            <a:chOff x="7182577" y="2114022"/>
            <a:chExt cx="495600" cy="495600"/>
          </a:xfrm>
        </p:grpSpPr>
        <p:sp>
          <p:nvSpPr>
            <p:cNvPr id="1580" name="Google Shape;1580;p175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F46262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81" name="Google Shape;1581;p175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82" name="Google Shape;1582;p175"/>
          <p:cNvGrpSpPr/>
          <p:nvPr/>
        </p:nvGrpSpPr>
        <p:grpSpPr>
          <a:xfrm>
            <a:off x="1559321" y="3537868"/>
            <a:ext cx="371700" cy="371700"/>
            <a:chOff x="7182577" y="2114022"/>
            <a:chExt cx="495600" cy="495600"/>
          </a:xfrm>
        </p:grpSpPr>
        <p:sp>
          <p:nvSpPr>
            <p:cNvPr id="1583" name="Google Shape;1583;p175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F46262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84" name="Google Shape;1584;p175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85" name="Google Shape;1585;p175"/>
          <p:cNvGrpSpPr/>
          <p:nvPr/>
        </p:nvGrpSpPr>
        <p:grpSpPr>
          <a:xfrm>
            <a:off x="4780823" y="3541515"/>
            <a:ext cx="371700" cy="371700"/>
            <a:chOff x="7182577" y="2114022"/>
            <a:chExt cx="495600" cy="495600"/>
          </a:xfrm>
        </p:grpSpPr>
        <p:sp>
          <p:nvSpPr>
            <p:cNvPr id="1586" name="Google Shape;1586;p175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F46262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87" name="Google Shape;1587;p175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06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8" name="Google Shape;1588;p175"/>
          <p:cNvSpPr txBox="1"/>
          <p:nvPr>
            <p:ph type="ctrTitle"/>
          </p:nvPr>
        </p:nvSpPr>
        <p:spPr>
          <a:xfrm>
            <a:off x="1476475" y="1121150"/>
            <a:ext cx="5051400" cy="5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89" name="Google Shape;1589;p175"/>
          <p:cNvSpPr txBox="1"/>
          <p:nvPr>
            <p:ph idx="2" type="ctrTitle"/>
          </p:nvPr>
        </p:nvSpPr>
        <p:spPr>
          <a:xfrm>
            <a:off x="1963675" y="17948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90" name="Google Shape;1590;p175"/>
          <p:cNvSpPr txBox="1"/>
          <p:nvPr>
            <p:ph idx="1" type="subTitle"/>
          </p:nvPr>
        </p:nvSpPr>
        <p:spPr>
          <a:xfrm>
            <a:off x="1963675" y="2038038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1" name="Google Shape;1591;p175"/>
          <p:cNvSpPr txBox="1"/>
          <p:nvPr>
            <p:ph idx="3" type="ctrTitle"/>
          </p:nvPr>
        </p:nvSpPr>
        <p:spPr>
          <a:xfrm>
            <a:off x="1963675" y="264880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92" name="Google Shape;1592;p175"/>
          <p:cNvSpPr txBox="1"/>
          <p:nvPr>
            <p:ph idx="4" type="subTitle"/>
          </p:nvPr>
        </p:nvSpPr>
        <p:spPr>
          <a:xfrm>
            <a:off x="1963675" y="2892025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3" name="Google Shape;1593;p175"/>
          <p:cNvSpPr txBox="1"/>
          <p:nvPr>
            <p:ph idx="5" type="ctrTitle"/>
          </p:nvPr>
        </p:nvSpPr>
        <p:spPr>
          <a:xfrm>
            <a:off x="1963675" y="34663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94" name="Google Shape;1594;p175"/>
          <p:cNvSpPr txBox="1"/>
          <p:nvPr>
            <p:ph idx="6" type="subTitle"/>
          </p:nvPr>
        </p:nvSpPr>
        <p:spPr>
          <a:xfrm>
            <a:off x="1963675" y="3709575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5" name="Google Shape;1595;p175"/>
          <p:cNvSpPr txBox="1"/>
          <p:nvPr>
            <p:ph idx="7" type="ctrTitle"/>
          </p:nvPr>
        </p:nvSpPr>
        <p:spPr>
          <a:xfrm>
            <a:off x="5194350" y="18410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96" name="Google Shape;1596;p175"/>
          <p:cNvSpPr txBox="1"/>
          <p:nvPr>
            <p:ph idx="8" type="subTitle"/>
          </p:nvPr>
        </p:nvSpPr>
        <p:spPr>
          <a:xfrm>
            <a:off x="5194350" y="2084238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7" name="Google Shape;1597;p175"/>
          <p:cNvSpPr txBox="1"/>
          <p:nvPr>
            <p:ph idx="9" type="ctrTitle"/>
          </p:nvPr>
        </p:nvSpPr>
        <p:spPr>
          <a:xfrm>
            <a:off x="5194350" y="264880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98" name="Google Shape;1598;p175"/>
          <p:cNvSpPr txBox="1"/>
          <p:nvPr>
            <p:ph idx="13" type="subTitle"/>
          </p:nvPr>
        </p:nvSpPr>
        <p:spPr>
          <a:xfrm>
            <a:off x="5194350" y="2892025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9" name="Google Shape;1599;p175"/>
          <p:cNvSpPr txBox="1"/>
          <p:nvPr>
            <p:ph idx="14" type="ctrTitle"/>
          </p:nvPr>
        </p:nvSpPr>
        <p:spPr>
          <a:xfrm>
            <a:off x="5194350" y="345656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00" name="Google Shape;1600;p175"/>
          <p:cNvSpPr txBox="1"/>
          <p:nvPr>
            <p:ph idx="15" type="subTitle"/>
          </p:nvPr>
        </p:nvSpPr>
        <p:spPr>
          <a:xfrm>
            <a:off x="5194350" y="3699788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1_1_1_3_1"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1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3" name="Google Shape;1603;p176"/>
          <p:cNvSpPr txBox="1"/>
          <p:nvPr>
            <p:ph type="ctrTitle"/>
          </p:nvPr>
        </p:nvSpPr>
        <p:spPr>
          <a:xfrm>
            <a:off x="1162850" y="1395900"/>
            <a:ext cx="2510100" cy="125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04" name="Google Shape;1604;p176"/>
          <p:cNvSpPr txBox="1"/>
          <p:nvPr>
            <p:ph idx="2" type="ctrTitle"/>
          </p:nvPr>
        </p:nvSpPr>
        <p:spPr>
          <a:xfrm>
            <a:off x="5194350" y="189772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05" name="Google Shape;1605;p176"/>
          <p:cNvSpPr txBox="1"/>
          <p:nvPr>
            <p:ph idx="1" type="subTitle"/>
          </p:nvPr>
        </p:nvSpPr>
        <p:spPr>
          <a:xfrm>
            <a:off x="5194350" y="2140950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6" name="Google Shape;1606;p176"/>
          <p:cNvSpPr txBox="1"/>
          <p:nvPr>
            <p:ph idx="3" type="ctrTitle"/>
          </p:nvPr>
        </p:nvSpPr>
        <p:spPr>
          <a:xfrm>
            <a:off x="5194350" y="26771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07" name="Google Shape;1607;p176"/>
          <p:cNvSpPr txBox="1"/>
          <p:nvPr>
            <p:ph idx="4" type="subTitle"/>
          </p:nvPr>
        </p:nvSpPr>
        <p:spPr>
          <a:xfrm>
            <a:off x="5194350" y="2920375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8" name="Google Shape;1608;p176"/>
          <p:cNvSpPr txBox="1"/>
          <p:nvPr>
            <p:ph idx="5" type="ctrTitle"/>
          </p:nvPr>
        </p:nvSpPr>
        <p:spPr>
          <a:xfrm>
            <a:off x="5194350" y="35049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09" name="Google Shape;1609;p176"/>
          <p:cNvSpPr txBox="1"/>
          <p:nvPr>
            <p:ph idx="6" type="subTitle"/>
          </p:nvPr>
        </p:nvSpPr>
        <p:spPr>
          <a:xfrm>
            <a:off x="5194350" y="3748175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0" name="Google Shape;1610;p176"/>
          <p:cNvSpPr/>
          <p:nvPr/>
        </p:nvSpPr>
        <p:spPr>
          <a:xfrm>
            <a:off x="-6675" y="-6675"/>
            <a:ext cx="225000" cy="5150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1" name="Google Shape;1611;p176"/>
          <p:cNvSpPr/>
          <p:nvPr/>
        </p:nvSpPr>
        <p:spPr>
          <a:xfrm>
            <a:off x="4976525" y="1487700"/>
            <a:ext cx="16500" cy="36558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2" name="Google Shape;1612;p176"/>
          <p:cNvGrpSpPr/>
          <p:nvPr/>
        </p:nvGrpSpPr>
        <p:grpSpPr>
          <a:xfrm>
            <a:off x="4798921" y="1161454"/>
            <a:ext cx="371700" cy="371700"/>
            <a:chOff x="7182577" y="2114022"/>
            <a:chExt cx="495600" cy="495600"/>
          </a:xfrm>
        </p:grpSpPr>
        <p:sp>
          <p:nvSpPr>
            <p:cNvPr id="1613" name="Google Shape;1613;p176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30496D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14" name="Google Shape;1614;p176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30496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5" name="Google Shape;1615;p176"/>
          <p:cNvGrpSpPr/>
          <p:nvPr/>
        </p:nvGrpSpPr>
        <p:grpSpPr>
          <a:xfrm>
            <a:off x="4798921" y="1969258"/>
            <a:ext cx="371700" cy="371700"/>
            <a:chOff x="7182577" y="2114022"/>
            <a:chExt cx="495600" cy="495600"/>
          </a:xfrm>
        </p:grpSpPr>
        <p:sp>
          <p:nvSpPr>
            <p:cNvPr id="1616" name="Google Shape;1616;p176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30496D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17" name="Google Shape;1617;p176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30496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8" name="Google Shape;1618;p176"/>
          <p:cNvGrpSpPr/>
          <p:nvPr/>
        </p:nvGrpSpPr>
        <p:grpSpPr>
          <a:xfrm>
            <a:off x="4798921" y="2786806"/>
            <a:ext cx="371700" cy="371700"/>
            <a:chOff x="7182577" y="2114022"/>
            <a:chExt cx="495600" cy="495600"/>
          </a:xfrm>
        </p:grpSpPr>
        <p:sp>
          <p:nvSpPr>
            <p:cNvPr id="1619" name="Google Shape;1619;p176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30496D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20" name="Google Shape;1620;p176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30496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1" name="Google Shape;1621;p176"/>
          <p:cNvGrpSpPr/>
          <p:nvPr/>
        </p:nvGrpSpPr>
        <p:grpSpPr>
          <a:xfrm>
            <a:off x="4798921" y="3604356"/>
            <a:ext cx="371700" cy="371700"/>
            <a:chOff x="7182577" y="2114022"/>
            <a:chExt cx="495600" cy="495600"/>
          </a:xfrm>
        </p:grpSpPr>
        <p:sp>
          <p:nvSpPr>
            <p:cNvPr id="1622" name="Google Shape;1622;p176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30496D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23" name="Google Shape;1623;p176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30496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4" name="Google Shape;1624;p176"/>
          <p:cNvGrpSpPr/>
          <p:nvPr/>
        </p:nvGrpSpPr>
        <p:grpSpPr>
          <a:xfrm>
            <a:off x="4798921" y="4421906"/>
            <a:ext cx="371700" cy="371700"/>
            <a:chOff x="7182577" y="2114022"/>
            <a:chExt cx="495600" cy="495600"/>
          </a:xfrm>
        </p:grpSpPr>
        <p:sp>
          <p:nvSpPr>
            <p:cNvPr id="1625" name="Google Shape;1625;p176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30496D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26" name="Google Shape;1626;p176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30496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7" name="Google Shape;1627;p176"/>
          <p:cNvSpPr txBox="1"/>
          <p:nvPr>
            <p:ph idx="7" type="ctrTitle"/>
          </p:nvPr>
        </p:nvSpPr>
        <p:spPr>
          <a:xfrm>
            <a:off x="5194350" y="43327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28" name="Google Shape;1628;p176"/>
          <p:cNvSpPr txBox="1"/>
          <p:nvPr>
            <p:ph idx="8" type="subTitle"/>
          </p:nvPr>
        </p:nvSpPr>
        <p:spPr>
          <a:xfrm>
            <a:off x="5194350" y="4575975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9" name="Google Shape;1629;p176"/>
          <p:cNvSpPr txBox="1"/>
          <p:nvPr>
            <p:ph idx="9" type="ctrTitle"/>
          </p:nvPr>
        </p:nvSpPr>
        <p:spPr>
          <a:xfrm>
            <a:off x="5194350" y="10550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30" name="Google Shape;1630;p176"/>
          <p:cNvSpPr txBox="1"/>
          <p:nvPr>
            <p:ph idx="13" type="subTitle"/>
          </p:nvPr>
        </p:nvSpPr>
        <p:spPr>
          <a:xfrm>
            <a:off x="5194350" y="1298313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1" name="Google Shape;1631;p176"/>
          <p:cNvSpPr txBox="1"/>
          <p:nvPr>
            <p:ph idx="14" type="ctrTitle"/>
          </p:nvPr>
        </p:nvSpPr>
        <p:spPr>
          <a:xfrm>
            <a:off x="1162850" y="26153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 1">
  <p:cSld name="CUSTOM_8"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177"/>
          <p:cNvSpPr txBox="1"/>
          <p:nvPr>
            <p:ph type="title"/>
          </p:nvPr>
        </p:nvSpPr>
        <p:spPr>
          <a:xfrm>
            <a:off x="657225" y="521275"/>
            <a:ext cx="849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34" name="Google Shape;1634;p177"/>
          <p:cNvGrpSpPr/>
          <p:nvPr/>
        </p:nvGrpSpPr>
        <p:grpSpPr>
          <a:xfrm>
            <a:off x="4478850" y="893425"/>
            <a:ext cx="3747495" cy="3747672"/>
            <a:chOff x="0" y="0"/>
            <a:chExt cx="5012700" cy="5012938"/>
          </a:xfrm>
        </p:grpSpPr>
        <p:sp>
          <p:nvSpPr>
            <p:cNvPr id="1635" name="Google Shape;1635;p177"/>
            <p:cNvSpPr/>
            <p:nvPr/>
          </p:nvSpPr>
          <p:spPr>
            <a:xfrm>
              <a:off x="0" y="0"/>
              <a:ext cx="5012700" cy="5012700"/>
            </a:xfrm>
            <a:prstGeom prst="ellipse">
              <a:avLst/>
            </a:prstGeom>
            <a:solidFill>
              <a:srgbClr val="F46262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177"/>
            <p:cNvSpPr/>
            <p:nvPr/>
          </p:nvSpPr>
          <p:spPr>
            <a:xfrm>
              <a:off x="397257" y="751919"/>
              <a:ext cx="4260900" cy="4260900"/>
            </a:xfrm>
            <a:prstGeom prst="ellipse">
              <a:avLst/>
            </a:prstGeom>
            <a:solidFill>
              <a:srgbClr val="3049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177"/>
            <p:cNvSpPr/>
            <p:nvPr/>
          </p:nvSpPr>
          <p:spPr>
            <a:xfrm>
              <a:off x="773217" y="1503838"/>
              <a:ext cx="3509100" cy="3509100"/>
            </a:xfrm>
            <a:prstGeom prst="ellipse">
              <a:avLst/>
            </a:prstGeom>
            <a:solidFill>
              <a:srgbClr val="874D83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177"/>
            <p:cNvSpPr/>
            <p:nvPr/>
          </p:nvSpPr>
          <p:spPr>
            <a:xfrm>
              <a:off x="1149176" y="2255757"/>
              <a:ext cx="2757000" cy="2757000"/>
            </a:xfrm>
            <a:prstGeom prst="ellipse">
              <a:avLst/>
            </a:prstGeom>
            <a:solidFill>
              <a:srgbClr val="FEED7D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177"/>
            <p:cNvSpPr/>
            <p:nvPr/>
          </p:nvSpPr>
          <p:spPr>
            <a:xfrm>
              <a:off x="1525136" y="3007677"/>
              <a:ext cx="2005200" cy="2005200"/>
            </a:xfrm>
            <a:prstGeom prst="ellipse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0" name="Google Shape;1640;p177"/>
          <p:cNvSpPr txBox="1"/>
          <p:nvPr>
            <p:ph idx="1" type="subTitle"/>
          </p:nvPr>
        </p:nvSpPr>
        <p:spPr>
          <a:xfrm>
            <a:off x="657225" y="1067075"/>
            <a:ext cx="35424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41" name="Google Shape;1641;p177"/>
          <p:cNvSpPr txBox="1"/>
          <p:nvPr>
            <p:ph idx="2" type="title"/>
          </p:nvPr>
        </p:nvSpPr>
        <p:spPr>
          <a:xfrm>
            <a:off x="5505850" y="1005300"/>
            <a:ext cx="16935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 b="1" sz="1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42" name="Google Shape;1642;p177"/>
          <p:cNvSpPr txBox="1"/>
          <p:nvPr>
            <p:ph idx="3" type="title"/>
          </p:nvPr>
        </p:nvSpPr>
        <p:spPr>
          <a:xfrm>
            <a:off x="5505850" y="1563925"/>
            <a:ext cx="16935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 b="1" sz="1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43" name="Google Shape;1643;p177"/>
          <p:cNvSpPr txBox="1"/>
          <p:nvPr>
            <p:ph idx="4" type="title"/>
          </p:nvPr>
        </p:nvSpPr>
        <p:spPr>
          <a:xfrm>
            <a:off x="5505850" y="2122550"/>
            <a:ext cx="16935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 b="1" sz="1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44" name="Google Shape;1644;p177"/>
          <p:cNvSpPr txBox="1"/>
          <p:nvPr>
            <p:ph idx="5" type="title"/>
          </p:nvPr>
        </p:nvSpPr>
        <p:spPr>
          <a:xfrm>
            <a:off x="5505850" y="2726200"/>
            <a:ext cx="16935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None/>
              <a:defRPr b="1" sz="140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45" name="Google Shape;1645;p177"/>
          <p:cNvSpPr txBox="1"/>
          <p:nvPr>
            <p:ph idx="6" type="title"/>
          </p:nvPr>
        </p:nvSpPr>
        <p:spPr>
          <a:xfrm>
            <a:off x="5505850" y="3655725"/>
            <a:ext cx="16935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None/>
              <a:defRPr b="1" sz="140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content 2">
  <p:cSld name="TITLE_1_1_1_2"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178"/>
          <p:cNvSpPr/>
          <p:nvPr/>
        </p:nvSpPr>
        <p:spPr>
          <a:xfrm>
            <a:off x="0" y="9525"/>
            <a:ext cx="4572000" cy="51435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178"/>
          <p:cNvSpPr txBox="1"/>
          <p:nvPr>
            <p:ph type="ctrTitle"/>
          </p:nvPr>
        </p:nvSpPr>
        <p:spPr>
          <a:xfrm>
            <a:off x="311705" y="1545450"/>
            <a:ext cx="3410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Plus Jakarta Sans"/>
              <a:buNone/>
              <a:defRPr b="1" sz="4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49" name="Google Shape;1649;p178"/>
          <p:cNvSpPr txBox="1"/>
          <p:nvPr>
            <p:ph idx="1" type="subTitle"/>
          </p:nvPr>
        </p:nvSpPr>
        <p:spPr>
          <a:xfrm>
            <a:off x="4801975" y="5690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50" name="Google Shape;1650;p1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1" name="Google Shape;1651;p178"/>
          <p:cNvSpPr txBox="1"/>
          <p:nvPr>
            <p:ph idx="2" type="subTitle"/>
          </p:nvPr>
        </p:nvSpPr>
        <p:spPr>
          <a:xfrm>
            <a:off x="4801975" y="105940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52" name="Google Shape;1652;p178"/>
          <p:cNvSpPr txBox="1"/>
          <p:nvPr>
            <p:ph idx="3" type="subTitle"/>
          </p:nvPr>
        </p:nvSpPr>
        <p:spPr>
          <a:xfrm>
            <a:off x="4801975" y="15454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53" name="Google Shape;1653;p178"/>
          <p:cNvSpPr txBox="1"/>
          <p:nvPr>
            <p:ph idx="4" type="subTitle"/>
          </p:nvPr>
        </p:nvSpPr>
        <p:spPr>
          <a:xfrm>
            <a:off x="4801975" y="20288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54" name="Google Shape;1654;p178"/>
          <p:cNvSpPr txBox="1"/>
          <p:nvPr>
            <p:ph idx="5" type="subTitle"/>
          </p:nvPr>
        </p:nvSpPr>
        <p:spPr>
          <a:xfrm>
            <a:off x="4801975" y="25218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55" name="Google Shape;1655;p178"/>
          <p:cNvSpPr txBox="1"/>
          <p:nvPr>
            <p:ph idx="6" type="subTitle"/>
          </p:nvPr>
        </p:nvSpPr>
        <p:spPr>
          <a:xfrm>
            <a:off x="6823075" y="5690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656" name="Google Shape;1656;p178"/>
          <p:cNvSpPr txBox="1"/>
          <p:nvPr>
            <p:ph idx="7" type="subTitle"/>
          </p:nvPr>
        </p:nvSpPr>
        <p:spPr>
          <a:xfrm>
            <a:off x="6823075" y="105940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657" name="Google Shape;1657;p178"/>
          <p:cNvSpPr txBox="1"/>
          <p:nvPr>
            <p:ph idx="8" type="subTitle"/>
          </p:nvPr>
        </p:nvSpPr>
        <p:spPr>
          <a:xfrm>
            <a:off x="6823075" y="15454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658" name="Google Shape;1658;p178"/>
          <p:cNvSpPr txBox="1"/>
          <p:nvPr>
            <p:ph idx="9" type="subTitle"/>
          </p:nvPr>
        </p:nvSpPr>
        <p:spPr>
          <a:xfrm>
            <a:off x="6823075" y="20288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659" name="Google Shape;1659;p178"/>
          <p:cNvSpPr txBox="1"/>
          <p:nvPr>
            <p:ph idx="13" type="subTitle"/>
          </p:nvPr>
        </p:nvSpPr>
        <p:spPr>
          <a:xfrm>
            <a:off x="6823075" y="25218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4">
  <p:cSld name="TITLE_1_1_1_1"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1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2" name="Google Shape;1662;p17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3" name="Google Shape;1663;p179"/>
          <p:cNvPicPr preferRelativeResize="0"/>
          <p:nvPr/>
        </p:nvPicPr>
        <p:blipFill rotWithShape="1">
          <a:blip r:embed="rId2">
            <a:alphaModFix/>
          </a:blip>
          <a:srcRect b="26931" l="0" r="0" t="25218"/>
          <a:stretch/>
        </p:blipFill>
        <p:spPr>
          <a:xfrm>
            <a:off x="688916" y="664684"/>
            <a:ext cx="1054199" cy="504444"/>
          </a:xfrm>
          <a:prstGeom prst="rect">
            <a:avLst/>
          </a:prstGeom>
          <a:noFill/>
          <a:ln>
            <a:noFill/>
          </a:ln>
        </p:spPr>
      </p:pic>
      <p:sp>
        <p:nvSpPr>
          <p:cNvPr id="1664" name="Google Shape;1664;p179"/>
          <p:cNvSpPr txBox="1"/>
          <p:nvPr>
            <p:ph type="ctrTitle"/>
          </p:nvPr>
        </p:nvSpPr>
        <p:spPr>
          <a:xfrm>
            <a:off x="612253" y="1296000"/>
            <a:ext cx="50514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Plus Jakarta Sans ExtraBold"/>
              <a:buNone/>
              <a:defRPr sz="48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65" name="Google Shape;1665;p179"/>
          <p:cNvSpPr txBox="1"/>
          <p:nvPr>
            <p:ph idx="1" type="subTitle"/>
          </p:nvPr>
        </p:nvSpPr>
        <p:spPr>
          <a:xfrm>
            <a:off x="612250" y="4435000"/>
            <a:ext cx="2872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None/>
              <a:defRPr b="1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 1 1">
  <p:cSld name="TITLE_1_1_1_1_1"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180"/>
          <p:cNvSpPr txBox="1"/>
          <p:nvPr>
            <p:ph type="ctrTitle"/>
          </p:nvPr>
        </p:nvSpPr>
        <p:spPr>
          <a:xfrm>
            <a:off x="236201" y="1647038"/>
            <a:ext cx="3889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Plus Jakarta Sans ExtraBold"/>
              <a:buNone/>
              <a:defRPr sz="48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68" name="Google Shape;1668;p180"/>
          <p:cNvSpPr txBox="1"/>
          <p:nvPr>
            <p:ph idx="1" type="subTitle"/>
          </p:nvPr>
        </p:nvSpPr>
        <p:spPr>
          <a:xfrm>
            <a:off x="236200" y="3905350"/>
            <a:ext cx="3889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None/>
              <a:defRPr b="1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69" name="Google Shape;1669;p180"/>
          <p:cNvSpPr/>
          <p:nvPr>
            <p:ph idx="2" type="pic"/>
          </p:nvPr>
        </p:nvSpPr>
        <p:spPr>
          <a:xfrm>
            <a:off x="4667950" y="0"/>
            <a:ext cx="44760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670" name="Google Shape;1670;p1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025" y="235675"/>
            <a:ext cx="873148" cy="8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1" name="Google Shape;1671;p180"/>
          <p:cNvSpPr/>
          <p:nvPr/>
        </p:nvSpPr>
        <p:spPr>
          <a:xfrm>
            <a:off x="1319928" y="461366"/>
            <a:ext cx="12300" cy="4503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2" name="Google Shape;1672;p1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3000" y="578188"/>
            <a:ext cx="1607649" cy="28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p18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Plus Jakarta Sans"/>
              <a:buNone/>
              <a:defRPr sz="36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75" name="Google Shape;1675;p1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1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78" name="Google Shape;1678;p18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79" name="Google Shape;1679;p1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80" name="Google Shape;1680;p1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 3.1">
  <p:cSld name="CUSTOM_16"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183"/>
          <p:cNvSpPr/>
          <p:nvPr/>
        </p:nvSpPr>
        <p:spPr>
          <a:xfrm>
            <a:off x="4900759" y="171400"/>
            <a:ext cx="3930000" cy="4477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71463" rotWithShape="0" algn="bl" dir="4200000" dist="571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183"/>
          <p:cNvSpPr/>
          <p:nvPr/>
        </p:nvSpPr>
        <p:spPr>
          <a:xfrm>
            <a:off x="313250" y="2823350"/>
            <a:ext cx="2181900" cy="1826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183"/>
          <p:cNvSpPr/>
          <p:nvPr/>
        </p:nvSpPr>
        <p:spPr>
          <a:xfrm>
            <a:off x="2525151" y="2823358"/>
            <a:ext cx="2210100" cy="1826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183"/>
          <p:cNvSpPr/>
          <p:nvPr/>
        </p:nvSpPr>
        <p:spPr>
          <a:xfrm>
            <a:off x="5175800" y="2454250"/>
            <a:ext cx="1652700" cy="14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183"/>
          <p:cNvSpPr/>
          <p:nvPr/>
        </p:nvSpPr>
        <p:spPr>
          <a:xfrm>
            <a:off x="5175800" y="3057413"/>
            <a:ext cx="1652700" cy="14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p183"/>
          <p:cNvSpPr/>
          <p:nvPr/>
        </p:nvSpPr>
        <p:spPr>
          <a:xfrm>
            <a:off x="5175800" y="3690250"/>
            <a:ext cx="1652700" cy="14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183"/>
          <p:cNvSpPr/>
          <p:nvPr>
            <p:ph idx="2" type="pic"/>
          </p:nvPr>
        </p:nvSpPr>
        <p:spPr>
          <a:xfrm>
            <a:off x="6975550" y="176550"/>
            <a:ext cx="1855200" cy="4472700"/>
          </a:xfrm>
          <a:prstGeom prst="rect">
            <a:avLst/>
          </a:prstGeom>
          <a:noFill/>
          <a:ln>
            <a:noFill/>
          </a:ln>
        </p:spPr>
      </p:sp>
      <p:sp>
        <p:nvSpPr>
          <p:cNvPr id="1689" name="Google Shape;1689;p183"/>
          <p:cNvSpPr/>
          <p:nvPr/>
        </p:nvSpPr>
        <p:spPr>
          <a:xfrm>
            <a:off x="4965850" y="316350"/>
            <a:ext cx="2350500" cy="134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183"/>
          <p:cNvSpPr/>
          <p:nvPr>
            <p:ph idx="3" type="pic"/>
          </p:nvPr>
        </p:nvSpPr>
        <p:spPr>
          <a:xfrm>
            <a:off x="2533025" y="176550"/>
            <a:ext cx="2210100" cy="2646900"/>
          </a:xfrm>
          <a:prstGeom prst="rect">
            <a:avLst/>
          </a:prstGeom>
          <a:noFill/>
          <a:ln>
            <a:noFill/>
          </a:ln>
        </p:spPr>
      </p:sp>
      <p:sp>
        <p:nvSpPr>
          <p:cNvPr id="1691" name="Google Shape;1691;p183"/>
          <p:cNvSpPr/>
          <p:nvPr/>
        </p:nvSpPr>
        <p:spPr>
          <a:xfrm>
            <a:off x="313250" y="940275"/>
            <a:ext cx="2519700" cy="163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2" name="Google Shape;1692;p1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3" name="Google Shape;1693;p183"/>
          <p:cNvSpPr txBox="1"/>
          <p:nvPr>
            <p:ph type="title"/>
          </p:nvPr>
        </p:nvSpPr>
        <p:spPr>
          <a:xfrm>
            <a:off x="295230" y="287675"/>
            <a:ext cx="373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Plus Jakarta Sans"/>
              <a:buNone/>
              <a:defRPr b="1" sz="2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94" name="Google Shape;1694;p183"/>
          <p:cNvSpPr txBox="1"/>
          <p:nvPr>
            <p:ph idx="1" type="subTitle"/>
          </p:nvPr>
        </p:nvSpPr>
        <p:spPr>
          <a:xfrm>
            <a:off x="429350" y="1053750"/>
            <a:ext cx="2285100" cy="14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95" name="Google Shape;1695;p183"/>
          <p:cNvSpPr txBox="1"/>
          <p:nvPr>
            <p:ph idx="4" type="subTitle"/>
          </p:nvPr>
        </p:nvSpPr>
        <p:spPr>
          <a:xfrm>
            <a:off x="465021" y="2956611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96" name="Google Shape;1696;p183"/>
          <p:cNvSpPr txBox="1"/>
          <p:nvPr>
            <p:ph idx="5" type="subTitle"/>
          </p:nvPr>
        </p:nvSpPr>
        <p:spPr>
          <a:xfrm>
            <a:off x="471650" y="3436350"/>
            <a:ext cx="18189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97" name="Google Shape;1697;p183"/>
          <p:cNvSpPr txBox="1"/>
          <p:nvPr>
            <p:ph idx="6" type="subTitle"/>
          </p:nvPr>
        </p:nvSpPr>
        <p:spPr>
          <a:xfrm>
            <a:off x="2682884" y="2956611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98" name="Google Shape;1698;p183"/>
          <p:cNvSpPr txBox="1"/>
          <p:nvPr>
            <p:ph idx="7" type="subTitle"/>
          </p:nvPr>
        </p:nvSpPr>
        <p:spPr>
          <a:xfrm>
            <a:off x="2689513" y="3436350"/>
            <a:ext cx="18189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699" name="Google Shape;1699;p183"/>
          <p:cNvSpPr txBox="1"/>
          <p:nvPr>
            <p:ph idx="8" type="subTitle"/>
          </p:nvPr>
        </p:nvSpPr>
        <p:spPr>
          <a:xfrm>
            <a:off x="5074550" y="300825"/>
            <a:ext cx="2181900" cy="2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00" name="Google Shape;1700;p183"/>
          <p:cNvSpPr txBox="1"/>
          <p:nvPr>
            <p:ph idx="9" type="subTitle"/>
          </p:nvPr>
        </p:nvSpPr>
        <p:spPr>
          <a:xfrm>
            <a:off x="5092700" y="559650"/>
            <a:ext cx="2052300" cy="10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01" name="Google Shape;1701;p183"/>
          <p:cNvSpPr txBox="1"/>
          <p:nvPr>
            <p:ph idx="13" type="subTitle"/>
          </p:nvPr>
        </p:nvSpPr>
        <p:spPr>
          <a:xfrm>
            <a:off x="5062125" y="1683186"/>
            <a:ext cx="1855200" cy="2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02" name="Google Shape;1702;p183"/>
          <p:cNvSpPr txBox="1"/>
          <p:nvPr>
            <p:ph idx="14" type="subTitle"/>
          </p:nvPr>
        </p:nvSpPr>
        <p:spPr>
          <a:xfrm>
            <a:off x="5080275" y="2059121"/>
            <a:ext cx="1855200" cy="3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03" name="Google Shape;1703;p183"/>
          <p:cNvSpPr txBox="1"/>
          <p:nvPr>
            <p:ph idx="15" type="subTitle"/>
          </p:nvPr>
        </p:nvSpPr>
        <p:spPr>
          <a:xfrm>
            <a:off x="5080275" y="2517725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04" name="Google Shape;1704;p183"/>
          <p:cNvSpPr txBox="1"/>
          <p:nvPr>
            <p:ph idx="16" type="subTitle"/>
          </p:nvPr>
        </p:nvSpPr>
        <p:spPr>
          <a:xfrm>
            <a:off x="5083692" y="3142940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05" name="Google Shape;1705;p183"/>
          <p:cNvSpPr txBox="1"/>
          <p:nvPr>
            <p:ph idx="17" type="subTitle"/>
          </p:nvPr>
        </p:nvSpPr>
        <p:spPr>
          <a:xfrm>
            <a:off x="5080275" y="3827125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 3.2">
  <p:cSld name="CUSTOM_16_1"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184"/>
          <p:cNvSpPr/>
          <p:nvPr/>
        </p:nvSpPr>
        <p:spPr>
          <a:xfrm>
            <a:off x="4900759" y="171400"/>
            <a:ext cx="3930000" cy="4477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71463" rotWithShape="0" algn="bl" dir="4200000" dist="571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p184"/>
          <p:cNvSpPr/>
          <p:nvPr>
            <p:ph idx="2" type="pic"/>
          </p:nvPr>
        </p:nvSpPr>
        <p:spPr>
          <a:xfrm>
            <a:off x="6975550" y="176550"/>
            <a:ext cx="1855200" cy="4472700"/>
          </a:xfrm>
          <a:prstGeom prst="rect">
            <a:avLst/>
          </a:prstGeom>
          <a:noFill/>
          <a:ln>
            <a:noFill/>
          </a:ln>
        </p:spPr>
      </p:sp>
      <p:sp>
        <p:nvSpPr>
          <p:cNvPr id="1709" name="Google Shape;1709;p184"/>
          <p:cNvSpPr/>
          <p:nvPr/>
        </p:nvSpPr>
        <p:spPr>
          <a:xfrm>
            <a:off x="5001500" y="1716475"/>
            <a:ext cx="2314800" cy="279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184"/>
          <p:cNvSpPr/>
          <p:nvPr/>
        </p:nvSpPr>
        <p:spPr>
          <a:xfrm>
            <a:off x="313250" y="2823350"/>
            <a:ext cx="2181900" cy="1826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184"/>
          <p:cNvSpPr/>
          <p:nvPr/>
        </p:nvSpPr>
        <p:spPr>
          <a:xfrm>
            <a:off x="2525151" y="2823358"/>
            <a:ext cx="2210100" cy="1826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184"/>
          <p:cNvSpPr/>
          <p:nvPr/>
        </p:nvSpPr>
        <p:spPr>
          <a:xfrm>
            <a:off x="5175800" y="2454250"/>
            <a:ext cx="1652700" cy="14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184"/>
          <p:cNvSpPr/>
          <p:nvPr/>
        </p:nvSpPr>
        <p:spPr>
          <a:xfrm>
            <a:off x="5175800" y="3057413"/>
            <a:ext cx="1652700" cy="14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184"/>
          <p:cNvSpPr/>
          <p:nvPr/>
        </p:nvSpPr>
        <p:spPr>
          <a:xfrm>
            <a:off x="5175800" y="3690250"/>
            <a:ext cx="1652700" cy="14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184"/>
          <p:cNvSpPr/>
          <p:nvPr>
            <p:ph idx="3" type="pic"/>
          </p:nvPr>
        </p:nvSpPr>
        <p:spPr>
          <a:xfrm>
            <a:off x="2533025" y="176550"/>
            <a:ext cx="2210100" cy="2646900"/>
          </a:xfrm>
          <a:prstGeom prst="rect">
            <a:avLst/>
          </a:prstGeom>
          <a:noFill/>
          <a:ln>
            <a:noFill/>
          </a:ln>
        </p:spPr>
      </p:sp>
      <p:sp>
        <p:nvSpPr>
          <p:cNvPr id="1716" name="Google Shape;1716;p184"/>
          <p:cNvSpPr/>
          <p:nvPr/>
        </p:nvSpPr>
        <p:spPr>
          <a:xfrm>
            <a:off x="313250" y="940275"/>
            <a:ext cx="2519700" cy="163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7" name="Google Shape;1717;p1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8" name="Google Shape;1718;p184"/>
          <p:cNvSpPr txBox="1"/>
          <p:nvPr>
            <p:ph type="title"/>
          </p:nvPr>
        </p:nvSpPr>
        <p:spPr>
          <a:xfrm>
            <a:off x="295230" y="287675"/>
            <a:ext cx="373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Plus Jakarta Sans"/>
              <a:buNone/>
              <a:defRPr b="1" sz="2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9" name="Google Shape;1719;p184"/>
          <p:cNvSpPr txBox="1"/>
          <p:nvPr>
            <p:ph idx="1" type="subTitle"/>
          </p:nvPr>
        </p:nvSpPr>
        <p:spPr>
          <a:xfrm>
            <a:off x="429350" y="1053750"/>
            <a:ext cx="2285100" cy="14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20" name="Google Shape;1720;p184"/>
          <p:cNvSpPr txBox="1"/>
          <p:nvPr>
            <p:ph idx="4" type="subTitle"/>
          </p:nvPr>
        </p:nvSpPr>
        <p:spPr>
          <a:xfrm>
            <a:off x="465021" y="2956611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21" name="Google Shape;1721;p184"/>
          <p:cNvSpPr txBox="1"/>
          <p:nvPr>
            <p:ph idx="5" type="subTitle"/>
          </p:nvPr>
        </p:nvSpPr>
        <p:spPr>
          <a:xfrm>
            <a:off x="471650" y="3436350"/>
            <a:ext cx="18189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22" name="Google Shape;1722;p184"/>
          <p:cNvSpPr txBox="1"/>
          <p:nvPr>
            <p:ph idx="6" type="subTitle"/>
          </p:nvPr>
        </p:nvSpPr>
        <p:spPr>
          <a:xfrm>
            <a:off x="2682884" y="2956611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23" name="Google Shape;1723;p184"/>
          <p:cNvSpPr txBox="1"/>
          <p:nvPr>
            <p:ph idx="7" type="subTitle"/>
          </p:nvPr>
        </p:nvSpPr>
        <p:spPr>
          <a:xfrm>
            <a:off x="2689513" y="3436350"/>
            <a:ext cx="18189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24" name="Google Shape;1724;p184"/>
          <p:cNvSpPr txBox="1"/>
          <p:nvPr>
            <p:ph idx="8" type="subTitle"/>
          </p:nvPr>
        </p:nvSpPr>
        <p:spPr>
          <a:xfrm>
            <a:off x="5074550" y="183723"/>
            <a:ext cx="1818900" cy="2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25" name="Google Shape;1725;p184"/>
          <p:cNvSpPr txBox="1"/>
          <p:nvPr>
            <p:ph idx="9" type="subTitle"/>
          </p:nvPr>
        </p:nvSpPr>
        <p:spPr>
          <a:xfrm>
            <a:off x="5092700" y="559650"/>
            <a:ext cx="1818900" cy="10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26" name="Google Shape;1726;p184"/>
          <p:cNvSpPr txBox="1"/>
          <p:nvPr>
            <p:ph idx="13" type="subTitle"/>
          </p:nvPr>
        </p:nvSpPr>
        <p:spPr>
          <a:xfrm>
            <a:off x="5062125" y="1683186"/>
            <a:ext cx="1855200" cy="2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27" name="Google Shape;1727;p184"/>
          <p:cNvSpPr txBox="1"/>
          <p:nvPr>
            <p:ph idx="14" type="subTitle"/>
          </p:nvPr>
        </p:nvSpPr>
        <p:spPr>
          <a:xfrm>
            <a:off x="5080275" y="2059121"/>
            <a:ext cx="1855200" cy="3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28" name="Google Shape;1728;p184"/>
          <p:cNvSpPr txBox="1"/>
          <p:nvPr>
            <p:ph idx="15" type="subTitle"/>
          </p:nvPr>
        </p:nvSpPr>
        <p:spPr>
          <a:xfrm>
            <a:off x="5080275" y="2517725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29" name="Google Shape;1729;p184"/>
          <p:cNvSpPr txBox="1"/>
          <p:nvPr>
            <p:ph idx="16" type="subTitle"/>
          </p:nvPr>
        </p:nvSpPr>
        <p:spPr>
          <a:xfrm>
            <a:off x="5083692" y="3142940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30" name="Google Shape;1730;p184"/>
          <p:cNvSpPr txBox="1"/>
          <p:nvPr>
            <p:ph idx="17" type="subTitle"/>
          </p:nvPr>
        </p:nvSpPr>
        <p:spPr>
          <a:xfrm>
            <a:off x="5080275" y="3827125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 content 1">
  <p:cSld name="CUSTOM_13_1"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185"/>
          <p:cNvSpPr txBox="1"/>
          <p:nvPr>
            <p:ph type="title"/>
          </p:nvPr>
        </p:nvSpPr>
        <p:spPr>
          <a:xfrm>
            <a:off x="375300" y="551475"/>
            <a:ext cx="845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33" name="Google Shape;1733;p185"/>
          <p:cNvSpPr txBox="1"/>
          <p:nvPr>
            <p:ph idx="1" type="subTitle"/>
          </p:nvPr>
        </p:nvSpPr>
        <p:spPr>
          <a:xfrm>
            <a:off x="375300" y="1065724"/>
            <a:ext cx="8076000" cy="7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34" name="Google Shape;1734;p185"/>
          <p:cNvSpPr/>
          <p:nvPr/>
        </p:nvSpPr>
        <p:spPr>
          <a:xfrm>
            <a:off x="2273900" y="2255175"/>
            <a:ext cx="1703400" cy="329400"/>
          </a:xfrm>
          <a:prstGeom prst="chevron">
            <a:avLst>
              <a:gd fmla="val 50000" name="adj"/>
            </a:avLst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35" name="Google Shape;1735;p185"/>
          <p:cNvSpPr/>
          <p:nvPr/>
        </p:nvSpPr>
        <p:spPr>
          <a:xfrm>
            <a:off x="2233300" y="2696050"/>
            <a:ext cx="1757100" cy="15438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36" name="Google Shape;1736;p185"/>
          <p:cNvSpPr/>
          <p:nvPr/>
        </p:nvSpPr>
        <p:spPr>
          <a:xfrm>
            <a:off x="4036175" y="2259200"/>
            <a:ext cx="1757100" cy="329400"/>
          </a:xfrm>
          <a:prstGeom prst="chevron">
            <a:avLst>
              <a:gd fmla="val 50000" name="adj"/>
            </a:avLst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37" name="Google Shape;1737;p185"/>
          <p:cNvSpPr/>
          <p:nvPr/>
        </p:nvSpPr>
        <p:spPr>
          <a:xfrm>
            <a:off x="4063024" y="2696050"/>
            <a:ext cx="1703400" cy="15438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38" name="Google Shape;1738;p185"/>
          <p:cNvSpPr/>
          <p:nvPr/>
        </p:nvSpPr>
        <p:spPr>
          <a:xfrm>
            <a:off x="5857575" y="2259203"/>
            <a:ext cx="1703400" cy="329400"/>
          </a:xfrm>
          <a:prstGeom prst="chevron">
            <a:avLst>
              <a:gd fmla="val 50000" name="adj"/>
            </a:avLst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39" name="Google Shape;1739;p185"/>
          <p:cNvSpPr/>
          <p:nvPr/>
        </p:nvSpPr>
        <p:spPr>
          <a:xfrm>
            <a:off x="5857575" y="2696050"/>
            <a:ext cx="1730400" cy="15438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40" name="Google Shape;1740;p185"/>
          <p:cNvSpPr/>
          <p:nvPr/>
        </p:nvSpPr>
        <p:spPr>
          <a:xfrm>
            <a:off x="494150" y="2259125"/>
            <a:ext cx="1703400" cy="329400"/>
          </a:xfrm>
          <a:prstGeom prst="chevron">
            <a:avLst>
              <a:gd fmla="val 50000" name="adj"/>
            </a:avLst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41" name="Google Shape;1741;p185"/>
          <p:cNvSpPr/>
          <p:nvPr/>
        </p:nvSpPr>
        <p:spPr>
          <a:xfrm>
            <a:off x="494150" y="2696050"/>
            <a:ext cx="1666500" cy="15438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42" name="Google Shape;1742;p185"/>
          <p:cNvSpPr txBox="1"/>
          <p:nvPr>
            <p:ph idx="2" type="subTitle"/>
          </p:nvPr>
        </p:nvSpPr>
        <p:spPr>
          <a:xfrm>
            <a:off x="593237" y="2219032"/>
            <a:ext cx="1543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43" name="Google Shape;1743;p185"/>
          <p:cNvSpPr txBox="1"/>
          <p:nvPr>
            <p:ph idx="3" type="subTitle"/>
          </p:nvPr>
        </p:nvSpPr>
        <p:spPr>
          <a:xfrm>
            <a:off x="555650" y="2740450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44" name="Google Shape;1744;p185"/>
          <p:cNvSpPr txBox="1"/>
          <p:nvPr>
            <p:ph idx="4" type="subTitle"/>
          </p:nvPr>
        </p:nvSpPr>
        <p:spPr>
          <a:xfrm>
            <a:off x="2363912" y="2219032"/>
            <a:ext cx="1543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45" name="Google Shape;1745;p185"/>
          <p:cNvSpPr txBox="1"/>
          <p:nvPr>
            <p:ph idx="5" type="subTitle"/>
          </p:nvPr>
        </p:nvSpPr>
        <p:spPr>
          <a:xfrm>
            <a:off x="2326325" y="2740450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46" name="Google Shape;1746;p185"/>
          <p:cNvSpPr txBox="1"/>
          <p:nvPr>
            <p:ph idx="6" type="subTitle"/>
          </p:nvPr>
        </p:nvSpPr>
        <p:spPr>
          <a:xfrm>
            <a:off x="4171031" y="2219032"/>
            <a:ext cx="1543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47" name="Google Shape;1747;p185"/>
          <p:cNvSpPr txBox="1"/>
          <p:nvPr>
            <p:ph idx="7" type="subTitle"/>
          </p:nvPr>
        </p:nvSpPr>
        <p:spPr>
          <a:xfrm>
            <a:off x="4133444" y="2740450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48" name="Google Shape;1748;p185"/>
          <p:cNvSpPr txBox="1"/>
          <p:nvPr>
            <p:ph idx="8" type="subTitle"/>
          </p:nvPr>
        </p:nvSpPr>
        <p:spPr>
          <a:xfrm>
            <a:off x="5959631" y="2219032"/>
            <a:ext cx="1543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49" name="Google Shape;1749;p185"/>
          <p:cNvSpPr txBox="1"/>
          <p:nvPr>
            <p:ph idx="9" type="subTitle"/>
          </p:nvPr>
        </p:nvSpPr>
        <p:spPr>
          <a:xfrm>
            <a:off x="5922044" y="2740450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id="1750" name="Google Shape;1750;p1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 content 2">
  <p:cSld name="CUSTOM_13_1_1"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186"/>
          <p:cNvSpPr txBox="1"/>
          <p:nvPr>
            <p:ph type="title"/>
          </p:nvPr>
        </p:nvSpPr>
        <p:spPr>
          <a:xfrm>
            <a:off x="375300" y="551475"/>
            <a:ext cx="845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53" name="Google Shape;1753;p186"/>
          <p:cNvSpPr txBox="1"/>
          <p:nvPr>
            <p:ph idx="1" type="subTitle"/>
          </p:nvPr>
        </p:nvSpPr>
        <p:spPr>
          <a:xfrm>
            <a:off x="375300" y="1065724"/>
            <a:ext cx="8076000" cy="7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54" name="Google Shape;1754;p186"/>
          <p:cNvSpPr/>
          <p:nvPr/>
        </p:nvSpPr>
        <p:spPr>
          <a:xfrm>
            <a:off x="3134874" y="2008700"/>
            <a:ext cx="2178000" cy="343800"/>
          </a:xfrm>
          <a:prstGeom prst="roundRect">
            <a:avLst>
              <a:gd fmla="val 0" name="adj"/>
            </a:avLst>
          </a:prstGeom>
          <a:solidFill>
            <a:srgbClr val="30496D"/>
          </a:solidFill>
          <a:ln cap="flat" cmpd="sng" w="9525">
            <a:solidFill>
              <a:srgbClr val="3049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55" name="Google Shape;1755;p186"/>
          <p:cNvSpPr/>
          <p:nvPr/>
        </p:nvSpPr>
        <p:spPr>
          <a:xfrm>
            <a:off x="475275" y="2008700"/>
            <a:ext cx="2178000" cy="343800"/>
          </a:xfrm>
          <a:prstGeom prst="roundRect">
            <a:avLst>
              <a:gd fmla="val 0" name="adj"/>
            </a:avLst>
          </a:prstGeom>
          <a:solidFill>
            <a:srgbClr val="F4626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56" name="Google Shape;1756;p186"/>
          <p:cNvSpPr/>
          <p:nvPr/>
        </p:nvSpPr>
        <p:spPr>
          <a:xfrm>
            <a:off x="5794450" y="2008700"/>
            <a:ext cx="2178000" cy="343800"/>
          </a:xfrm>
          <a:prstGeom prst="roundRect">
            <a:avLst>
              <a:gd fmla="val 0" name="adj"/>
            </a:avLst>
          </a:prstGeom>
          <a:solidFill>
            <a:srgbClr val="F4626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57" name="Google Shape;1757;p186"/>
          <p:cNvSpPr/>
          <p:nvPr/>
        </p:nvSpPr>
        <p:spPr>
          <a:xfrm>
            <a:off x="475275" y="2413275"/>
            <a:ext cx="2178000" cy="15903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58" name="Google Shape;1758;p186"/>
          <p:cNvSpPr/>
          <p:nvPr/>
        </p:nvSpPr>
        <p:spPr>
          <a:xfrm>
            <a:off x="3140275" y="2413275"/>
            <a:ext cx="2178000" cy="15903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59" name="Google Shape;1759;p186"/>
          <p:cNvSpPr/>
          <p:nvPr/>
        </p:nvSpPr>
        <p:spPr>
          <a:xfrm>
            <a:off x="5805275" y="2413275"/>
            <a:ext cx="2178000" cy="15903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60" name="Google Shape;1760;p186"/>
          <p:cNvSpPr txBox="1"/>
          <p:nvPr>
            <p:ph idx="2" type="subTitle"/>
          </p:nvPr>
        </p:nvSpPr>
        <p:spPr>
          <a:xfrm>
            <a:off x="537675" y="1983788"/>
            <a:ext cx="205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61" name="Google Shape;1761;p186"/>
          <p:cNvSpPr txBox="1"/>
          <p:nvPr>
            <p:ph idx="3" type="subTitle"/>
          </p:nvPr>
        </p:nvSpPr>
        <p:spPr>
          <a:xfrm>
            <a:off x="537663" y="2496525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62" name="Google Shape;1762;p186"/>
          <p:cNvSpPr txBox="1"/>
          <p:nvPr>
            <p:ph idx="4" type="subTitle"/>
          </p:nvPr>
        </p:nvSpPr>
        <p:spPr>
          <a:xfrm>
            <a:off x="3197262" y="1983788"/>
            <a:ext cx="205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63" name="Google Shape;1763;p186"/>
          <p:cNvSpPr txBox="1"/>
          <p:nvPr>
            <p:ph idx="5" type="subTitle"/>
          </p:nvPr>
        </p:nvSpPr>
        <p:spPr>
          <a:xfrm>
            <a:off x="3197250" y="2496525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64" name="Google Shape;1764;p186"/>
          <p:cNvSpPr txBox="1"/>
          <p:nvPr>
            <p:ph idx="6" type="subTitle"/>
          </p:nvPr>
        </p:nvSpPr>
        <p:spPr>
          <a:xfrm>
            <a:off x="5856887" y="1983788"/>
            <a:ext cx="205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65" name="Google Shape;1765;p186"/>
          <p:cNvSpPr txBox="1"/>
          <p:nvPr>
            <p:ph idx="7" type="subTitle"/>
          </p:nvPr>
        </p:nvSpPr>
        <p:spPr>
          <a:xfrm>
            <a:off x="5856875" y="2496525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id="1766" name="Google Shape;1766;p1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s 1 ">
  <p:cSld name="CUSTOM_12"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187"/>
          <p:cNvSpPr/>
          <p:nvPr/>
        </p:nvSpPr>
        <p:spPr>
          <a:xfrm>
            <a:off x="0" y="3300"/>
            <a:ext cx="9144000" cy="5136900"/>
          </a:xfrm>
          <a:prstGeom prst="rect">
            <a:avLst/>
          </a:prstGeom>
          <a:solidFill>
            <a:srgbClr val="3049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9" name="Google Shape;1769;p187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-1" y="-412975"/>
            <a:ext cx="9143997" cy="6103436"/>
          </a:xfrm>
          <a:prstGeom prst="rect">
            <a:avLst/>
          </a:prstGeom>
          <a:noFill/>
          <a:ln>
            <a:noFill/>
          </a:ln>
        </p:spPr>
      </p:pic>
      <p:sp>
        <p:nvSpPr>
          <p:cNvPr id="1770" name="Google Shape;1770;p187"/>
          <p:cNvSpPr/>
          <p:nvPr/>
        </p:nvSpPr>
        <p:spPr>
          <a:xfrm>
            <a:off x="2172025" y="1455675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187"/>
          <p:cNvSpPr txBox="1"/>
          <p:nvPr/>
        </p:nvSpPr>
        <p:spPr>
          <a:xfrm>
            <a:off x="4399600" y="3518550"/>
            <a:ext cx="45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lus Jakarta Sans SemiBold"/>
              <a:buChar char="-"/>
            </a:pPr>
            <a:r>
              <a:t/>
            </a:r>
            <a:endParaRPr b="0" i="0" sz="900" u="none" cap="none" strike="noStrike">
              <a:solidFill>
                <a:srgbClr val="FFFFFF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772" name="Google Shape;1772;p187"/>
          <p:cNvSpPr txBox="1"/>
          <p:nvPr>
            <p:ph idx="1" type="subTitle"/>
          </p:nvPr>
        </p:nvSpPr>
        <p:spPr>
          <a:xfrm>
            <a:off x="2046600" y="1916988"/>
            <a:ext cx="5034000" cy="13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73" name="Google Shape;1773;p187"/>
          <p:cNvSpPr txBox="1"/>
          <p:nvPr>
            <p:ph idx="2" type="subTitle"/>
          </p:nvPr>
        </p:nvSpPr>
        <p:spPr>
          <a:xfrm>
            <a:off x="4839320" y="3366807"/>
            <a:ext cx="23382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SemiBold"/>
              <a:buNone/>
              <a:defRPr sz="10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s 2 ">
  <p:cSld name="CUSTOM_11"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188"/>
          <p:cNvSpPr/>
          <p:nvPr/>
        </p:nvSpPr>
        <p:spPr>
          <a:xfrm>
            <a:off x="0" y="3300"/>
            <a:ext cx="9144000" cy="51369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6" name="Google Shape;1776;p188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1" y="-471037"/>
            <a:ext cx="9143997" cy="6085587"/>
          </a:xfrm>
          <a:prstGeom prst="rect">
            <a:avLst/>
          </a:prstGeom>
          <a:noFill/>
          <a:ln>
            <a:noFill/>
          </a:ln>
        </p:spPr>
      </p:pic>
      <p:sp>
        <p:nvSpPr>
          <p:cNvPr id="1777" name="Google Shape;1777;p188"/>
          <p:cNvSpPr txBox="1"/>
          <p:nvPr/>
        </p:nvSpPr>
        <p:spPr>
          <a:xfrm>
            <a:off x="4572000" y="3262325"/>
            <a:ext cx="45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lus Jakarta Sans SemiBold"/>
              <a:buChar char="-"/>
            </a:pPr>
            <a:r>
              <a:t/>
            </a:r>
            <a:endParaRPr b="0" i="0" sz="900" u="none" cap="none" strike="noStrike">
              <a:solidFill>
                <a:srgbClr val="FFFFFF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778" name="Google Shape;1778;p188"/>
          <p:cNvSpPr/>
          <p:nvPr/>
        </p:nvSpPr>
        <p:spPr>
          <a:xfrm>
            <a:off x="1785000" y="1281925"/>
            <a:ext cx="2412900" cy="2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9" name="Google Shape;1779;p188"/>
          <p:cNvSpPr/>
          <p:nvPr/>
        </p:nvSpPr>
        <p:spPr>
          <a:xfrm>
            <a:off x="4946100" y="1281925"/>
            <a:ext cx="2412900" cy="2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0" name="Google Shape;1780;p188"/>
          <p:cNvSpPr/>
          <p:nvPr/>
        </p:nvSpPr>
        <p:spPr>
          <a:xfrm>
            <a:off x="4347075" y="1104013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188"/>
          <p:cNvSpPr/>
          <p:nvPr/>
        </p:nvSpPr>
        <p:spPr>
          <a:xfrm>
            <a:off x="1785000" y="3840275"/>
            <a:ext cx="2412900" cy="2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2" name="Google Shape;1782;p188"/>
          <p:cNvSpPr/>
          <p:nvPr/>
        </p:nvSpPr>
        <p:spPr>
          <a:xfrm>
            <a:off x="4946100" y="3840275"/>
            <a:ext cx="2412900" cy="2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3" name="Google Shape;1783;p188"/>
          <p:cNvSpPr/>
          <p:nvPr/>
        </p:nvSpPr>
        <p:spPr>
          <a:xfrm rot="10800000">
            <a:off x="4347075" y="3662363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4" name="Google Shape;1784;p188"/>
          <p:cNvSpPr txBox="1"/>
          <p:nvPr>
            <p:ph idx="1" type="subTitle"/>
          </p:nvPr>
        </p:nvSpPr>
        <p:spPr>
          <a:xfrm>
            <a:off x="2081400" y="1729950"/>
            <a:ext cx="4981200" cy="12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85" name="Google Shape;1785;p188"/>
          <p:cNvSpPr txBox="1"/>
          <p:nvPr>
            <p:ph idx="2" type="subTitle"/>
          </p:nvPr>
        </p:nvSpPr>
        <p:spPr>
          <a:xfrm>
            <a:off x="4983450" y="3205763"/>
            <a:ext cx="23382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SemiBold"/>
              <a:buNone/>
              <a:defRPr sz="10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stimonial 01">
  <p:cSld name="CUSTOM_10"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189"/>
          <p:cNvSpPr txBox="1"/>
          <p:nvPr>
            <p:ph type="title"/>
          </p:nvPr>
        </p:nvSpPr>
        <p:spPr>
          <a:xfrm>
            <a:off x="657225" y="445025"/>
            <a:ext cx="817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88" name="Google Shape;1788;p189"/>
          <p:cNvSpPr/>
          <p:nvPr/>
        </p:nvSpPr>
        <p:spPr>
          <a:xfrm>
            <a:off x="733425" y="1641550"/>
            <a:ext cx="3624300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89" name="Google Shape;1789;p189"/>
          <p:cNvSpPr/>
          <p:nvPr/>
        </p:nvSpPr>
        <p:spPr>
          <a:xfrm>
            <a:off x="733450" y="3089323"/>
            <a:ext cx="1444800" cy="377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790" name="Google Shape;1790;p189"/>
          <p:cNvSpPr/>
          <p:nvPr/>
        </p:nvSpPr>
        <p:spPr>
          <a:xfrm>
            <a:off x="4884925" y="1641550"/>
            <a:ext cx="3624300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1" name="Google Shape;1791;p189"/>
          <p:cNvSpPr/>
          <p:nvPr>
            <p:ph idx="2" type="pic"/>
          </p:nvPr>
        </p:nvSpPr>
        <p:spPr>
          <a:xfrm>
            <a:off x="733450" y="1643050"/>
            <a:ext cx="1447800" cy="1447800"/>
          </a:xfrm>
          <a:prstGeom prst="rect">
            <a:avLst/>
          </a:prstGeom>
          <a:noFill/>
          <a:ln>
            <a:noFill/>
          </a:ln>
        </p:spPr>
      </p:sp>
      <p:sp>
        <p:nvSpPr>
          <p:cNvPr id="1792" name="Google Shape;1792;p189"/>
          <p:cNvSpPr/>
          <p:nvPr/>
        </p:nvSpPr>
        <p:spPr>
          <a:xfrm>
            <a:off x="503400" y="1373263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3" name="Google Shape;1793;p189"/>
          <p:cNvSpPr/>
          <p:nvPr>
            <p:ph idx="3" type="pic"/>
          </p:nvPr>
        </p:nvSpPr>
        <p:spPr>
          <a:xfrm>
            <a:off x="4883475" y="1643050"/>
            <a:ext cx="1447800" cy="1447800"/>
          </a:xfrm>
          <a:prstGeom prst="rect">
            <a:avLst/>
          </a:prstGeom>
          <a:noFill/>
          <a:ln>
            <a:noFill/>
          </a:ln>
        </p:spPr>
      </p:sp>
      <p:sp>
        <p:nvSpPr>
          <p:cNvPr id="1794" name="Google Shape;1794;p189"/>
          <p:cNvSpPr/>
          <p:nvPr/>
        </p:nvSpPr>
        <p:spPr>
          <a:xfrm>
            <a:off x="4654900" y="1373263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189"/>
          <p:cNvSpPr txBox="1"/>
          <p:nvPr>
            <p:ph idx="4" type="ctrTitle"/>
          </p:nvPr>
        </p:nvSpPr>
        <p:spPr>
          <a:xfrm>
            <a:off x="747550" y="3158625"/>
            <a:ext cx="1416600" cy="2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Medium"/>
              <a:buNone/>
              <a:defRPr sz="9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6" name="Google Shape;1796;p189"/>
          <p:cNvSpPr txBox="1"/>
          <p:nvPr>
            <p:ph idx="1" type="subTitle"/>
          </p:nvPr>
        </p:nvSpPr>
        <p:spPr>
          <a:xfrm>
            <a:off x="2481525" y="1563775"/>
            <a:ext cx="1996200" cy="18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Plus Jakarta Sans"/>
              <a:buNone/>
              <a:defRPr sz="800">
                <a:solidFill>
                  <a:srgbClr val="7F7F7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797" name="Google Shape;1797;p189"/>
          <p:cNvSpPr/>
          <p:nvPr/>
        </p:nvSpPr>
        <p:spPr>
          <a:xfrm>
            <a:off x="4883475" y="3089325"/>
            <a:ext cx="1447800" cy="377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798" name="Google Shape;1798;p189"/>
          <p:cNvSpPr txBox="1"/>
          <p:nvPr>
            <p:ph idx="5" type="ctrTitle"/>
          </p:nvPr>
        </p:nvSpPr>
        <p:spPr>
          <a:xfrm>
            <a:off x="4900575" y="3158625"/>
            <a:ext cx="1416600" cy="2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Medium"/>
              <a:buNone/>
              <a:defRPr sz="9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9" name="Google Shape;1799;p189"/>
          <p:cNvSpPr txBox="1"/>
          <p:nvPr>
            <p:ph idx="6" type="subTitle"/>
          </p:nvPr>
        </p:nvSpPr>
        <p:spPr>
          <a:xfrm>
            <a:off x="6563400" y="1572000"/>
            <a:ext cx="1996200" cy="18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Plus Jakarta Sans"/>
              <a:buNone/>
              <a:defRPr sz="800">
                <a:solidFill>
                  <a:srgbClr val="7F7F7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pic>
        <p:nvPicPr>
          <p:cNvPr id="1800" name="Google Shape;1800;p1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stimonial 2">
  <p:cSld name="CUSTOM_10_1"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p190"/>
          <p:cNvSpPr txBox="1"/>
          <p:nvPr>
            <p:ph type="title"/>
          </p:nvPr>
        </p:nvSpPr>
        <p:spPr>
          <a:xfrm>
            <a:off x="657225" y="445025"/>
            <a:ext cx="817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03" name="Google Shape;1803;p190"/>
          <p:cNvSpPr/>
          <p:nvPr/>
        </p:nvSpPr>
        <p:spPr>
          <a:xfrm>
            <a:off x="4884925" y="1641550"/>
            <a:ext cx="3624300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04" name="Google Shape;1804;p190"/>
          <p:cNvSpPr/>
          <p:nvPr/>
        </p:nvSpPr>
        <p:spPr>
          <a:xfrm>
            <a:off x="2572125" y="1373263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p190"/>
          <p:cNvSpPr/>
          <p:nvPr>
            <p:ph idx="2" type="pic"/>
          </p:nvPr>
        </p:nvSpPr>
        <p:spPr>
          <a:xfrm>
            <a:off x="4707138" y="1643050"/>
            <a:ext cx="1624200" cy="1890600"/>
          </a:xfrm>
          <a:prstGeom prst="rect">
            <a:avLst/>
          </a:prstGeom>
          <a:noFill/>
          <a:ln>
            <a:noFill/>
          </a:ln>
        </p:spPr>
      </p:sp>
      <p:sp>
        <p:nvSpPr>
          <p:cNvPr id="1806" name="Google Shape;1806;p190"/>
          <p:cNvSpPr/>
          <p:nvPr/>
        </p:nvSpPr>
        <p:spPr>
          <a:xfrm>
            <a:off x="6647050" y="1373263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7" name="Google Shape;1807;p190"/>
          <p:cNvSpPr txBox="1"/>
          <p:nvPr>
            <p:ph idx="1" type="subTitle"/>
          </p:nvPr>
        </p:nvSpPr>
        <p:spPr>
          <a:xfrm>
            <a:off x="2481525" y="1889850"/>
            <a:ext cx="1996200" cy="18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Plus Jakarta Sans"/>
              <a:buNone/>
              <a:defRPr sz="800">
                <a:solidFill>
                  <a:srgbClr val="7F7F7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808" name="Google Shape;1808;p190"/>
          <p:cNvSpPr txBox="1"/>
          <p:nvPr>
            <p:ph idx="3" type="subTitle"/>
          </p:nvPr>
        </p:nvSpPr>
        <p:spPr>
          <a:xfrm>
            <a:off x="6563400" y="1898075"/>
            <a:ext cx="1996200" cy="18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Plus Jakarta Sans"/>
              <a:buNone/>
              <a:defRPr sz="800">
                <a:solidFill>
                  <a:srgbClr val="7F7F7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809" name="Google Shape;1809;p190"/>
          <p:cNvSpPr/>
          <p:nvPr>
            <p:ph idx="4" type="pic"/>
          </p:nvPr>
        </p:nvSpPr>
        <p:spPr>
          <a:xfrm>
            <a:off x="627888" y="1643050"/>
            <a:ext cx="1624200" cy="1890600"/>
          </a:xfrm>
          <a:prstGeom prst="rect">
            <a:avLst/>
          </a:prstGeom>
          <a:noFill/>
          <a:ln>
            <a:noFill/>
          </a:ln>
        </p:spPr>
      </p:sp>
      <p:pic>
        <p:nvPicPr>
          <p:cNvPr id="1810" name="Google Shape;1810;p1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">
  <p:cSld name="CUSTOM_9"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191"/>
          <p:cNvSpPr txBox="1"/>
          <p:nvPr>
            <p:ph type="title"/>
          </p:nvPr>
        </p:nvSpPr>
        <p:spPr>
          <a:xfrm>
            <a:off x="747900" y="521275"/>
            <a:ext cx="745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1813" name="Google Shape;1813;p191"/>
          <p:cNvGraphicFramePr/>
          <p:nvPr/>
        </p:nvGraphicFramePr>
        <p:xfrm>
          <a:off x="741075" y="161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{613A0997-6323-4278-BD82-C2A74B1DFADB}</a:tableStyleId>
              </a:tblPr>
              <a:tblGrid>
                <a:gridCol w="1626500"/>
                <a:gridCol w="971800"/>
                <a:gridCol w="971800"/>
                <a:gridCol w="971800"/>
                <a:gridCol w="971800"/>
                <a:gridCol w="971800"/>
                <a:gridCol w="964950"/>
              </a:tblGrid>
              <a:tr h="32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7425" marB="27425" marR="64000" marL="64000" anchor="ctr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</a:tr>
              <a:tr h="32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2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2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475">
                <a:tc gridSpan="6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595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5959"/>
                    </a:solidFill>
                  </a:tcPr>
                </a:tc>
              </a:tr>
            </a:tbl>
          </a:graphicData>
        </a:graphic>
      </p:graphicFrame>
      <p:pic>
        <p:nvPicPr>
          <p:cNvPr id="1814" name="Google Shape;1814;p1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7">
  <p:cSld name="CUSTOM_7"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192"/>
          <p:cNvSpPr/>
          <p:nvPr/>
        </p:nvSpPr>
        <p:spPr>
          <a:xfrm>
            <a:off x="0" y="0"/>
            <a:ext cx="9144000" cy="5153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7" name="Google Shape;1817;p192"/>
          <p:cNvSpPr txBox="1"/>
          <p:nvPr>
            <p:ph type="title"/>
          </p:nvPr>
        </p:nvSpPr>
        <p:spPr>
          <a:xfrm>
            <a:off x="311700" y="22902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5">
  <p:cSld name="CUSTOM_5"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p193"/>
          <p:cNvSpPr/>
          <p:nvPr/>
        </p:nvSpPr>
        <p:spPr>
          <a:xfrm>
            <a:off x="0" y="0"/>
            <a:ext cx="9144000" cy="5153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0" name="Google Shape;1820;p193"/>
          <p:cNvSpPr txBox="1"/>
          <p:nvPr>
            <p:ph type="title"/>
          </p:nvPr>
        </p:nvSpPr>
        <p:spPr>
          <a:xfrm>
            <a:off x="311700" y="22902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Plus Jakarta Sans"/>
              <a:buNone/>
              <a:defRPr b="1" sz="41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CUSTOM_6"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p194"/>
          <p:cNvSpPr/>
          <p:nvPr/>
        </p:nvSpPr>
        <p:spPr>
          <a:xfrm>
            <a:off x="0" y="0"/>
            <a:ext cx="9144000" cy="5153100"/>
          </a:xfrm>
          <a:prstGeom prst="rect">
            <a:avLst/>
          </a:prstGeom>
          <a:solidFill>
            <a:srgbClr val="F359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p194"/>
          <p:cNvSpPr txBox="1"/>
          <p:nvPr>
            <p:ph type="title"/>
          </p:nvPr>
        </p:nvSpPr>
        <p:spPr>
          <a:xfrm>
            <a:off x="311700" y="22902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Plus Jakarta Sans"/>
              <a:buNone/>
              <a:defRPr b="1" sz="41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p1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26" name="Google Shape;1826;p19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 sz="1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827" name="Google Shape;1827;p19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 sz="1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828" name="Google Shape;1828;p1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p19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831" name="Google Shape;1831;p19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832" name="Google Shape;1832;p1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33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19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5" name="Google Shape;1835;p19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Plus Jakarta Sans"/>
              <a:buNone/>
              <a:defRPr b="1" sz="36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36" name="Google Shape;1836;p19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us Jakarta Sans"/>
              <a:buNone/>
              <a:defRPr sz="21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37" name="Google Shape;1837;p19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838" name="Google Shape;1838;p1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39" name="Google Shape;1839;p1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19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842" name="Google Shape;1842;p1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19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45" name="Google Shape;1845;p19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46" name="Google Shape;1846;p1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p2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49" name="Google Shape;1849;p20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Color Grey - Blank">
  <p:cSld name="Blank_3"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201"/>
          <p:cNvSpPr/>
          <p:nvPr/>
        </p:nvSpPr>
        <p:spPr>
          <a:xfrm>
            <a:off x="4554300" y="0"/>
            <a:ext cx="4589700" cy="51435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2" name="Google Shape;1852;p201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1853" name="Google Shape;1853;p201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201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201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201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201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201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59" name="Google Shape;1859;p2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ix + Google Content slide with Image">
  <p:cSld name="CUSTOM"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202"/>
          <p:cNvSpPr/>
          <p:nvPr>
            <p:ph idx="2" type="pic"/>
          </p:nvPr>
        </p:nvSpPr>
        <p:spPr>
          <a:xfrm>
            <a:off x="4580025" y="0"/>
            <a:ext cx="4563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862" name="Google Shape;1862;p202"/>
          <p:cNvSpPr txBox="1"/>
          <p:nvPr>
            <p:ph type="ctrTitle"/>
          </p:nvPr>
        </p:nvSpPr>
        <p:spPr>
          <a:xfrm>
            <a:off x="285025" y="1575125"/>
            <a:ext cx="3541500" cy="19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Plus Jakarta Sans ExtraBold"/>
              <a:buNone/>
              <a:defRPr sz="4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1863" name="Google Shape;1863;p20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025" y="235675"/>
            <a:ext cx="873148" cy="8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4" name="Google Shape;1864;p202"/>
          <p:cNvSpPr/>
          <p:nvPr/>
        </p:nvSpPr>
        <p:spPr>
          <a:xfrm>
            <a:off x="1319928" y="461366"/>
            <a:ext cx="12300" cy="4503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5" name="Google Shape;1865;p2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3000" y="578188"/>
            <a:ext cx="1607649" cy="28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ix + Google Content slide with Image 1">
  <p:cSld name="CUSTOM_15"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p203"/>
          <p:cNvSpPr txBox="1"/>
          <p:nvPr>
            <p:ph type="ctrTitle"/>
          </p:nvPr>
        </p:nvSpPr>
        <p:spPr>
          <a:xfrm>
            <a:off x="285025" y="1575125"/>
            <a:ext cx="3541500" cy="19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Plus Jakarta Sans ExtraBold"/>
              <a:buNone/>
              <a:defRPr sz="4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1868" name="Google Shape;1868;p2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025" y="235675"/>
            <a:ext cx="873148" cy="8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9" name="Google Shape;1869;p203"/>
          <p:cNvSpPr/>
          <p:nvPr/>
        </p:nvSpPr>
        <p:spPr>
          <a:xfrm>
            <a:off x="1319928" y="461366"/>
            <a:ext cx="12300" cy="4503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0" name="Google Shape;1870;p2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3000" y="578188"/>
            <a:ext cx="1607649" cy="28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with Image 1">
  <p:cSld name="CUSTOM_14"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204"/>
          <p:cNvSpPr/>
          <p:nvPr>
            <p:ph idx="2" type="pic"/>
          </p:nvPr>
        </p:nvSpPr>
        <p:spPr>
          <a:xfrm>
            <a:off x="4580025" y="0"/>
            <a:ext cx="4563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873" name="Google Shape;1873;p204"/>
          <p:cNvSpPr txBox="1"/>
          <p:nvPr>
            <p:ph type="ctrTitle"/>
          </p:nvPr>
        </p:nvSpPr>
        <p:spPr>
          <a:xfrm>
            <a:off x="432650" y="885125"/>
            <a:ext cx="26904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74" name="Google Shape;1874;p204"/>
          <p:cNvSpPr txBox="1"/>
          <p:nvPr>
            <p:ph idx="3" type="ctrTitle"/>
          </p:nvPr>
        </p:nvSpPr>
        <p:spPr>
          <a:xfrm>
            <a:off x="432650" y="13816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1875" name="Google Shape;1875;p2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ert layout">
  <p:cSld name="CUSTOM_13"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p205"/>
          <p:cNvSpPr/>
          <p:nvPr/>
        </p:nvSpPr>
        <p:spPr>
          <a:xfrm>
            <a:off x="766464" y="1501439"/>
            <a:ext cx="7644300" cy="305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8" name="Google Shape;1878;p205"/>
          <p:cNvSpPr txBox="1"/>
          <p:nvPr>
            <p:ph type="ctrTitle"/>
          </p:nvPr>
        </p:nvSpPr>
        <p:spPr>
          <a:xfrm>
            <a:off x="661950" y="370775"/>
            <a:ext cx="3541500" cy="8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79" name="Google Shape;1879;p205"/>
          <p:cNvSpPr txBox="1"/>
          <p:nvPr>
            <p:ph idx="2" type="ctrTitle"/>
          </p:nvPr>
        </p:nvSpPr>
        <p:spPr>
          <a:xfrm>
            <a:off x="4431500" y="22459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880" name="Google Shape;1880;p205"/>
          <p:cNvSpPr/>
          <p:nvPr>
            <p:ph idx="3" type="pic"/>
          </p:nvPr>
        </p:nvSpPr>
        <p:spPr>
          <a:xfrm>
            <a:off x="766475" y="1501400"/>
            <a:ext cx="30540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881" name="Google Shape;1881;p205"/>
          <p:cNvSpPr txBox="1"/>
          <p:nvPr>
            <p:ph idx="4" type="ctrTitle"/>
          </p:nvPr>
        </p:nvSpPr>
        <p:spPr>
          <a:xfrm>
            <a:off x="4431500" y="19452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882" name="Google Shape;1882;p205"/>
          <p:cNvSpPr txBox="1"/>
          <p:nvPr>
            <p:ph idx="5" type="ctrTitle"/>
          </p:nvPr>
        </p:nvSpPr>
        <p:spPr>
          <a:xfrm>
            <a:off x="4431500" y="164466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"/>
              <a:buNone/>
              <a:defRPr b="1" sz="1200">
                <a:solidFill>
                  <a:srgbClr val="F4626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1883" name="Google Shape;1883;p2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Expert layout">
  <p:cSld name="CUSTOM_13_2"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p206"/>
          <p:cNvSpPr txBox="1"/>
          <p:nvPr>
            <p:ph type="ctrTitle"/>
          </p:nvPr>
        </p:nvSpPr>
        <p:spPr>
          <a:xfrm>
            <a:off x="620150" y="529675"/>
            <a:ext cx="60357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86" name="Google Shape;1886;p206"/>
          <p:cNvSpPr/>
          <p:nvPr>
            <p:ph idx="2" type="pic"/>
          </p:nvPr>
        </p:nvSpPr>
        <p:spPr>
          <a:xfrm>
            <a:off x="733425" y="1366325"/>
            <a:ext cx="1444800" cy="1444800"/>
          </a:xfrm>
          <a:prstGeom prst="rect">
            <a:avLst/>
          </a:prstGeom>
          <a:noFill/>
          <a:ln>
            <a:noFill/>
          </a:ln>
        </p:spPr>
      </p:sp>
      <p:sp>
        <p:nvSpPr>
          <p:cNvPr id="1887" name="Google Shape;1887;p206"/>
          <p:cNvSpPr/>
          <p:nvPr>
            <p:ph idx="3" type="pic"/>
          </p:nvPr>
        </p:nvSpPr>
        <p:spPr>
          <a:xfrm>
            <a:off x="733425" y="3116900"/>
            <a:ext cx="1444800" cy="1444800"/>
          </a:xfrm>
          <a:prstGeom prst="rect">
            <a:avLst/>
          </a:prstGeom>
          <a:noFill/>
          <a:ln>
            <a:noFill/>
          </a:ln>
        </p:spPr>
      </p:sp>
      <p:sp>
        <p:nvSpPr>
          <p:cNvPr id="1888" name="Google Shape;1888;p206"/>
          <p:cNvSpPr/>
          <p:nvPr>
            <p:ph idx="4" type="pic"/>
          </p:nvPr>
        </p:nvSpPr>
        <p:spPr>
          <a:xfrm>
            <a:off x="4788050" y="1366325"/>
            <a:ext cx="1444800" cy="1444800"/>
          </a:xfrm>
          <a:prstGeom prst="rect">
            <a:avLst/>
          </a:prstGeom>
          <a:noFill/>
          <a:ln>
            <a:noFill/>
          </a:ln>
        </p:spPr>
      </p:sp>
      <p:sp>
        <p:nvSpPr>
          <p:cNvPr id="1889" name="Google Shape;1889;p206"/>
          <p:cNvSpPr/>
          <p:nvPr>
            <p:ph idx="5" type="pic"/>
          </p:nvPr>
        </p:nvSpPr>
        <p:spPr>
          <a:xfrm>
            <a:off x="4788050" y="3116900"/>
            <a:ext cx="1444800" cy="1444800"/>
          </a:xfrm>
          <a:prstGeom prst="rect">
            <a:avLst/>
          </a:prstGeom>
          <a:noFill/>
          <a:ln>
            <a:noFill/>
          </a:ln>
        </p:spPr>
      </p:sp>
      <p:sp>
        <p:nvSpPr>
          <p:cNvPr id="1890" name="Google Shape;1890;p206"/>
          <p:cNvSpPr/>
          <p:nvPr/>
        </p:nvSpPr>
        <p:spPr>
          <a:xfrm>
            <a:off x="1334318" y="2512334"/>
            <a:ext cx="1511700" cy="3018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891" name="Google Shape;1891;p206"/>
          <p:cNvSpPr/>
          <p:nvPr/>
        </p:nvSpPr>
        <p:spPr>
          <a:xfrm>
            <a:off x="1334318" y="4253375"/>
            <a:ext cx="1511700" cy="3018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892" name="Google Shape;1892;p206"/>
          <p:cNvSpPr/>
          <p:nvPr/>
        </p:nvSpPr>
        <p:spPr>
          <a:xfrm>
            <a:off x="5387205" y="2512334"/>
            <a:ext cx="1511700" cy="3018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893" name="Google Shape;1893;p206"/>
          <p:cNvSpPr/>
          <p:nvPr/>
        </p:nvSpPr>
        <p:spPr>
          <a:xfrm>
            <a:off x="5387205" y="4253375"/>
            <a:ext cx="1511700" cy="3018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894" name="Google Shape;1894;p206"/>
          <p:cNvSpPr txBox="1"/>
          <p:nvPr>
            <p:ph idx="6" type="ctrTitle"/>
          </p:nvPr>
        </p:nvSpPr>
        <p:spPr>
          <a:xfrm>
            <a:off x="2291850" y="19671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895" name="Google Shape;1895;p206"/>
          <p:cNvSpPr txBox="1"/>
          <p:nvPr>
            <p:ph idx="7" type="ctrTitle"/>
          </p:nvPr>
        </p:nvSpPr>
        <p:spPr>
          <a:xfrm>
            <a:off x="2291850" y="16665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896" name="Google Shape;1896;p206"/>
          <p:cNvSpPr txBox="1"/>
          <p:nvPr>
            <p:ph idx="8" type="ctrTitle"/>
          </p:nvPr>
        </p:nvSpPr>
        <p:spPr>
          <a:xfrm>
            <a:off x="6347175" y="19671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897" name="Google Shape;1897;p206"/>
          <p:cNvSpPr txBox="1"/>
          <p:nvPr>
            <p:ph idx="9" type="ctrTitle"/>
          </p:nvPr>
        </p:nvSpPr>
        <p:spPr>
          <a:xfrm>
            <a:off x="6347175" y="16665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898" name="Google Shape;1898;p206"/>
          <p:cNvSpPr txBox="1"/>
          <p:nvPr>
            <p:ph idx="13" type="ctrTitle"/>
          </p:nvPr>
        </p:nvSpPr>
        <p:spPr>
          <a:xfrm>
            <a:off x="6347175" y="367587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899" name="Google Shape;1899;p206"/>
          <p:cNvSpPr txBox="1"/>
          <p:nvPr>
            <p:ph idx="14" type="ctrTitle"/>
          </p:nvPr>
        </p:nvSpPr>
        <p:spPr>
          <a:xfrm>
            <a:off x="6347175" y="33752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900" name="Google Shape;1900;p206"/>
          <p:cNvSpPr txBox="1"/>
          <p:nvPr>
            <p:ph idx="15" type="ctrTitle"/>
          </p:nvPr>
        </p:nvSpPr>
        <p:spPr>
          <a:xfrm>
            <a:off x="2291850" y="367587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901" name="Google Shape;1901;p206"/>
          <p:cNvSpPr txBox="1"/>
          <p:nvPr>
            <p:ph idx="16" type="ctrTitle"/>
          </p:nvPr>
        </p:nvSpPr>
        <p:spPr>
          <a:xfrm>
            <a:off x="2291850" y="33752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902" name="Google Shape;1902;p206"/>
          <p:cNvSpPr txBox="1"/>
          <p:nvPr>
            <p:ph idx="17" type="ctrTitle"/>
          </p:nvPr>
        </p:nvSpPr>
        <p:spPr>
          <a:xfrm>
            <a:off x="1452375" y="2437275"/>
            <a:ext cx="1275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903" name="Google Shape;1903;p206"/>
          <p:cNvSpPr txBox="1"/>
          <p:nvPr>
            <p:ph idx="18" type="ctrTitle"/>
          </p:nvPr>
        </p:nvSpPr>
        <p:spPr>
          <a:xfrm>
            <a:off x="5505250" y="2437275"/>
            <a:ext cx="1275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904" name="Google Shape;1904;p206"/>
          <p:cNvSpPr txBox="1"/>
          <p:nvPr>
            <p:ph idx="19" type="ctrTitle"/>
          </p:nvPr>
        </p:nvSpPr>
        <p:spPr>
          <a:xfrm>
            <a:off x="1452375" y="4154325"/>
            <a:ext cx="1275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905" name="Google Shape;1905;p206"/>
          <p:cNvSpPr txBox="1"/>
          <p:nvPr>
            <p:ph idx="20" type="ctrTitle"/>
          </p:nvPr>
        </p:nvSpPr>
        <p:spPr>
          <a:xfrm>
            <a:off x="5505250" y="4154325"/>
            <a:ext cx="1275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1906" name="Google Shape;1906;p2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product 1">
  <p:cSld name="CUSTOM_13_2_1"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p207"/>
          <p:cNvSpPr txBox="1"/>
          <p:nvPr>
            <p:ph type="ctrTitle"/>
          </p:nvPr>
        </p:nvSpPr>
        <p:spPr>
          <a:xfrm>
            <a:off x="432650" y="885125"/>
            <a:ext cx="26904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1909" name="Google Shape;1909;p20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48500" y="1120675"/>
            <a:ext cx="5724976" cy="326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0" name="Google Shape;1910;p207"/>
          <p:cNvSpPr/>
          <p:nvPr/>
        </p:nvSpPr>
        <p:spPr>
          <a:xfrm>
            <a:off x="3911050" y="1340450"/>
            <a:ext cx="4362900" cy="2755800"/>
          </a:xfrm>
          <a:prstGeom prst="rect">
            <a:avLst/>
          </a:prstGeom>
          <a:solidFill>
            <a:srgbClr val="3049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1" name="Google Shape;1911;p207"/>
          <p:cNvSpPr txBox="1"/>
          <p:nvPr>
            <p:ph idx="2" type="ctrTitle"/>
          </p:nvPr>
        </p:nvSpPr>
        <p:spPr>
          <a:xfrm>
            <a:off x="432650" y="24013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912" name="Google Shape;1912;p207"/>
          <p:cNvSpPr/>
          <p:nvPr>
            <p:ph idx="3" type="pic"/>
          </p:nvPr>
        </p:nvSpPr>
        <p:spPr>
          <a:xfrm>
            <a:off x="3911050" y="1340450"/>
            <a:ext cx="4362900" cy="2755800"/>
          </a:xfrm>
          <a:prstGeom prst="rect">
            <a:avLst/>
          </a:prstGeom>
          <a:noFill/>
          <a:ln>
            <a:noFill/>
          </a:ln>
        </p:spPr>
      </p:sp>
      <p:pic>
        <p:nvPicPr>
          <p:cNvPr id="1913" name="Google Shape;1913;p2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4552" y="2397059"/>
            <a:ext cx="715900" cy="71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4" name="Google Shape;1914;p2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product 2">
  <p:cSld name="CUSTOM_13_2_1_1"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208"/>
          <p:cNvSpPr txBox="1"/>
          <p:nvPr>
            <p:ph type="ctrTitle"/>
          </p:nvPr>
        </p:nvSpPr>
        <p:spPr>
          <a:xfrm>
            <a:off x="432650" y="885125"/>
            <a:ext cx="26904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17" name="Google Shape;1917;p208"/>
          <p:cNvSpPr txBox="1"/>
          <p:nvPr>
            <p:ph idx="2" type="ctrTitle"/>
          </p:nvPr>
        </p:nvSpPr>
        <p:spPr>
          <a:xfrm>
            <a:off x="432650" y="24013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grpSp>
        <p:nvGrpSpPr>
          <p:cNvPr id="1918" name="Google Shape;1918;p208"/>
          <p:cNvGrpSpPr/>
          <p:nvPr/>
        </p:nvGrpSpPr>
        <p:grpSpPr>
          <a:xfrm rot="-5400000">
            <a:off x="4626657" y="367340"/>
            <a:ext cx="3214002" cy="4533167"/>
            <a:chOff x="0" y="0"/>
            <a:chExt cx="2701296" cy="3810024"/>
          </a:xfrm>
        </p:grpSpPr>
        <p:sp>
          <p:nvSpPr>
            <p:cNvPr id="1919" name="Google Shape;1919;p208"/>
            <p:cNvSpPr/>
            <p:nvPr/>
          </p:nvSpPr>
          <p:spPr>
            <a:xfrm>
              <a:off x="0" y="0"/>
              <a:ext cx="2701296" cy="3810024"/>
            </a:xfrm>
            <a:custGeom>
              <a:rect b="b" l="l" r="r" t="t"/>
              <a:pathLst>
                <a:path extrusionOk="0" h="21600" w="21600">
                  <a:moveTo>
                    <a:pt x="20422" y="21600"/>
                  </a:moveTo>
                  <a:lnTo>
                    <a:pt x="1178" y="21600"/>
                  </a:lnTo>
                  <a:cubicBezTo>
                    <a:pt x="525" y="21600"/>
                    <a:pt x="0" y="21228"/>
                    <a:pt x="0" y="20767"/>
                  </a:cubicBezTo>
                  <a:lnTo>
                    <a:pt x="0" y="835"/>
                  </a:lnTo>
                  <a:cubicBezTo>
                    <a:pt x="0" y="372"/>
                    <a:pt x="525" y="0"/>
                    <a:pt x="1178" y="0"/>
                  </a:cubicBezTo>
                  <a:lnTo>
                    <a:pt x="20422" y="0"/>
                  </a:lnTo>
                  <a:cubicBezTo>
                    <a:pt x="21075" y="0"/>
                    <a:pt x="21600" y="372"/>
                    <a:pt x="21600" y="835"/>
                  </a:cubicBezTo>
                  <a:lnTo>
                    <a:pt x="21600" y="20767"/>
                  </a:lnTo>
                  <a:cubicBezTo>
                    <a:pt x="21600" y="21228"/>
                    <a:pt x="21075" y="21600"/>
                    <a:pt x="20422" y="21600"/>
                  </a:cubicBezTo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920" name="Google Shape;1920;p208"/>
            <p:cNvSpPr/>
            <p:nvPr/>
          </p:nvSpPr>
          <p:spPr>
            <a:xfrm>
              <a:off x="16384" y="16384"/>
              <a:ext cx="2666682" cy="3775410"/>
            </a:xfrm>
            <a:custGeom>
              <a:rect b="b" l="l" r="r" t="t"/>
              <a:pathLst>
                <a:path extrusionOk="0" h="21600" w="21600">
                  <a:moveTo>
                    <a:pt x="20547" y="21600"/>
                  </a:moveTo>
                  <a:lnTo>
                    <a:pt x="1053" y="21600"/>
                  </a:lnTo>
                  <a:cubicBezTo>
                    <a:pt x="468" y="21600"/>
                    <a:pt x="0" y="21269"/>
                    <a:pt x="0" y="20858"/>
                  </a:cubicBezTo>
                  <a:lnTo>
                    <a:pt x="0" y="744"/>
                  </a:lnTo>
                  <a:cubicBezTo>
                    <a:pt x="0" y="331"/>
                    <a:pt x="468" y="0"/>
                    <a:pt x="1053" y="0"/>
                  </a:cubicBezTo>
                  <a:lnTo>
                    <a:pt x="20547" y="0"/>
                  </a:lnTo>
                  <a:cubicBezTo>
                    <a:pt x="21132" y="0"/>
                    <a:pt x="21600" y="331"/>
                    <a:pt x="21600" y="744"/>
                  </a:cubicBezTo>
                  <a:lnTo>
                    <a:pt x="21600" y="20858"/>
                  </a:lnTo>
                  <a:cubicBezTo>
                    <a:pt x="21600" y="21269"/>
                    <a:pt x="21132" y="21600"/>
                    <a:pt x="20547" y="21600"/>
                  </a:cubicBezTo>
                </a:path>
              </a:pathLst>
            </a:custGeom>
            <a:solidFill>
              <a:srgbClr val="080808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921" name="Google Shape;1921;p208"/>
            <p:cNvSpPr/>
            <p:nvPr/>
          </p:nvSpPr>
          <p:spPr>
            <a:xfrm>
              <a:off x="154746" y="320416"/>
              <a:ext cx="2389986" cy="3169152"/>
            </a:xfrm>
            <a:custGeom>
              <a:rect b="b" l="l" r="r" t="t"/>
              <a:pathLst>
                <a:path extrusionOk="0" h="21600" w="21600">
                  <a:moveTo>
                    <a:pt x="21443" y="21600"/>
                  </a:moveTo>
                  <a:lnTo>
                    <a:pt x="157" y="21600"/>
                  </a:lnTo>
                  <a:cubicBezTo>
                    <a:pt x="71" y="21600"/>
                    <a:pt x="0" y="21547"/>
                    <a:pt x="0" y="21482"/>
                  </a:cubicBezTo>
                  <a:lnTo>
                    <a:pt x="0" y="118"/>
                  </a:lnTo>
                  <a:cubicBezTo>
                    <a:pt x="0" y="53"/>
                    <a:pt x="71" y="0"/>
                    <a:pt x="157" y="0"/>
                  </a:cubicBezTo>
                  <a:lnTo>
                    <a:pt x="21443" y="0"/>
                  </a:lnTo>
                  <a:cubicBezTo>
                    <a:pt x="21533" y="0"/>
                    <a:pt x="21600" y="53"/>
                    <a:pt x="21600" y="118"/>
                  </a:cubicBezTo>
                  <a:lnTo>
                    <a:pt x="21600" y="21482"/>
                  </a:lnTo>
                  <a:cubicBezTo>
                    <a:pt x="21600" y="21547"/>
                    <a:pt x="21533" y="21600"/>
                    <a:pt x="21443" y="21600"/>
                  </a:cubicBezTo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922" name="Google Shape;1922;p208"/>
            <p:cNvSpPr/>
            <p:nvPr/>
          </p:nvSpPr>
          <p:spPr>
            <a:xfrm>
              <a:off x="163849" y="327699"/>
              <a:ext cx="2373570" cy="3152790"/>
            </a:xfrm>
            <a:custGeom>
              <a:rect b="b" l="l" r="r" t="t"/>
              <a:pathLst>
                <a:path extrusionOk="0" h="21600" w="21600">
                  <a:moveTo>
                    <a:pt x="21442" y="21600"/>
                  </a:moveTo>
                  <a:lnTo>
                    <a:pt x="158" y="21600"/>
                  </a:lnTo>
                  <a:cubicBezTo>
                    <a:pt x="71" y="21600"/>
                    <a:pt x="0" y="21546"/>
                    <a:pt x="0" y="21481"/>
                  </a:cubicBezTo>
                  <a:lnTo>
                    <a:pt x="0" y="119"/>
                  </a:lnTo>
                  <a:cubicBezTo>
                    <a:pt x="0" y="54"/>
                    <a:pt x="71" y="0"/>
                    <a:pt x="158" y="0"/>
                  </a:cubicBezTo>
                  <a:lnTo>
                    <a:pt x="21442" y="0"/>
                  </a:lnTo>
                  <a:cubicBezTo>
                    <a:pt x="21532" y="0"/>
                    <a:pt x="21600" y="54"/>
                    <a:pt x="21600" y="119"/>
                  </a:cubicBezTo>
                  <a:lnTo>
                    <a:pt x="21600" y="21481"/>
                  </a:lnTo>
                  <a:cubicBezTo>
                    <a:pt x="21600" y="21546"/>
                    <a:pt x="21532" y="21600"/>
                    <a:pt x="21442" y="21600"/>
                  </a:cubicBezTo>
                </a:path>
              </a:pathLst>
            </a:custGeom>
            <a:solidFill>
              <a:srgbClr val="3D3D3F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923" name="Google Shape;1923;p208"/>
            <p:cNvSpPr/>
            <p:nvPr/>
          </p:nvSpPr>
          <p:spPr>
            <a:xfrm>
              <a:off x="1329305" y="149589"/>
              <a:ext cx="43003" cy="42698"/>
            </a:xfrm>
            <a:custGeom>
              <a:rect b="b" l="l" r="r" t="t"/>
              <a:pathLst>
                <a:path extrusionOk="0" h="21296" w="21448">
                  <a:moveTo>
                    <a:pt x="11463" y="52"/>
                  </a:moveTo>
                  <a:cubicBezTo>
                    <a:pt x="13501" y="52"/>
                    <a:pt x="15131" y="663"/>
                    <a:pt x="16761" y="1682"/>
                  </a:cubicBezTo>
                  <a:cubicBezTo>
                    <a:pt x="18391" y="2905"/>
                    <a:pt x="19206" y="4127"/>
                    <a:pt x="20225" y="5961"/>
                  </a:cubicBezTo>
                  <a:cubicBezTo>
                    <a:pt x="21040" y="7795"/>
                    <a:pt x="21448" y="9629"/>
                    <a:pt x="21448" y="11463"/>
                  </a:cubicBezTo>
                  <a:cubicBezTo>
                    <a:pt x="21244" y="13501"/>
                    <a:pt x="20633" y="14927"/>
                    <a:pt x="19614" y="16557"/>
                  </a:cubicBezTo>
                  <a:cubicBezTo>
                    <a:pt x="18391" y="18188"/>
                    <a:pt x="17169" y="19410"/>
                    <a:pt x="15335" y="20225"/>
                  </a:cubicBezTo>
                  <a:cubicBezTo>
                    <a:pt x="13501" y="21040"/>
                    <a:pt x="11667" y="21448"/>
                    <a:pt x="9833" y="21244"/>
                  </a:cubicBezTo>
                  <a:cubicBezTo>
                    <a:pt x="7795" y="21244"/>
                    <a:pt x="6369" y="20633"/>
                    <a:pt x="4739" y="19410"/>
                  </a:cubicBezTo>
                  <a:cubicBezTo>
                    <a:pt x="3108" y="18391"/>
                    <a:pt x="1886" y="17169"/>
                    <a:pt x="1071" y="15335"/>
                  </a:cubicBezTo>
                  <a:cubicBezTo>
                    <a:pt x="256" y="13501"/>
                    <a:pt x="-152" y="11871"/>
                    <a:pt x="52" y="9833"/>
                  </a:cubicBezTo>
                  <a:cubicBezTo>
                    <a:pt x="256" y="7999"/>
                    <a:pt x="663" y="6369"/>
                    <a:pt x="1886" y="4739"/>
                  </a:cubicBezTo>
                  <a:cubicBezTo>
                    <a:pt x="2905" y="3108"/>
                    <a:pt x="4127" y="1886"/>
                    <a:pt x="5961" y="1071"/>
                  </a:cubicBezTo>
                  <a:cubicBezTo>
                    <a:pt x="7591" y="256"/>
                    <a:pt x="9425" y="-152"/>
                    <a:pt x="11463" y="52"/>
                  </a:cubicBezTo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924" name="Google Shape;1924;p208"/>
            <p:cNvSpPr/>
            <p:nvPr/>
          </p:nvSpPr>
          <p:spPr>
            <a:xfrm>
              <a:off x="1334463" y="156822"/>
              <a:ext cx="30564" cy="31828"/>
            </a:xfrm>
            <a:custGeom>
              <a:rect b="b" l="l" r="r" t="t"/>
              <a:pathLst>
                <a:path extrusionOk="0" h="21254" w="21600">
                  <a:moveTo>
                    <a:pt x="17568" y="2074"/>
                  </a:moveTo>
                  <a:cubicBezTo>
                    <a:pt x="19008" y="3196"/>
                    <a:pt x="20160" y="4879"/>
                    <a:pt x="21024" y="6562"/>
                  </a:cubicBezTo>
                  <a:cubicBezTo>
                    <a:pt x="21600" y="8526"/>
                    <a:pt x="21600" y="9929"/>
                    <a:pt x="21600" y="11892"/>
                  </a:cubicBezTo>
                  <a:cubicBezTo>
                    <a:pt x="21312" y="13856"/>
                    <a:pt x="20736" y="15539"/>
                    <a:pt x="19584" y="16942"/>
                  </a:cubicBezTo>
                  <a:cubicBezTo>
                    <a:pt x="18432" y="18625"/>
                    <a:pt x="16992" y="19466"/>
                    <a:pt x="15264" y="20308"/>
                  </a:cubicBezTo>
                  <a:cubicBezTo>
                    <a:pt x="13248" y="21149"/>
                    <a:pt x="11520" y="21430"/>
                    <a:pt x="9504" y="21149"/>
                  </a:cubicBezTo>
                  <a:cubicBezTo>
                    <a:pt x="7488" y="20869"/>
                    <a:pt x="5760" y="20308"/>
                    <a:pt x="4320" y="18905"/>
                  </a:cubicBezTo>
                  <a:cubicBezTo>
                    <a:pt x="2592" y="17783"/>
                    <a:pt x="1728" y="16381"/>
                    <a:pt x="864" y="14698"/>
                  </a:cubicBezTo>
                  <a:cubicBezTo>
                    <a:pt x="0" y="13014"/>
                    <a:pt x="0" y="11051"/>
                    <a:pt x="0" y="9368"/>
                  </a:cubicBezTo>
                  <a:cubicBezTo>
                    <a:pt x="288" y="7404"/>
                    <a:pt x="1152" y="5721"/>
                    <a:pt x="2304" y="4038"/>
                  </a:cubicBezTo>
                  <a:cubicBezTo>
                    <a:pt x="3456" y="2635"/>
                    <a:pt x="4608" y="1513"/>
                    <a:pt x="6624" y="672"/>
                  </a:cubicBezTo>
                  <a:cubicBezTo>
                    <a:pt x="8352" y="111"/>
                    <a:pt x="10368" y="-170"/>
                    <a:pt x="12384" y="111"/>
                  </a:cubicBezTo>
                  <a:cubicBezTo>
                    <a:pt x="14400" y="391"/>
                    <a:pt x="15840" y="952"/>
                    <a:pt x="17568" y="2074"/>
                  </a:cubicBezTo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925" name="Google Shape;1925;p208"/>
            <p:cNvSpPr/>
            <p:nvPr/>
          </p:nvSpPr>
          <p:spPr>
            <a:xfrm>
              <a:off x="1341745" y="163849"/>
              <a:ext cx="17766" cy="17766"/>
            </a:xfrm>
            <a:custGeom>
              <a:rect b="b" l="l" r="r" t="t"/>
              <a:pathLst>
                <a:path extrusionOk="0" h="21600" w="21600">
                  <a:moveTo>
                    <a:pt x="19543" y="5143"/>
                  </a:moveTo>
                  <a:cubicBezTo>
                    <a:pt x="20571" y="6686"/>
                    <a:pt x="21086" y="8229"/>
                    <a:pt x="21600" y="10286"/>
                  </a:cubicBezTo>
                  <a:cubicBezTo>
                    <a:pt x="21600" y="12857"/>
                    <a:pt x="21086" y="14400"/>
                    <a:pt x="20057" y="15943"/>
                  </a:cubicBezTo>
                  <a:cubicBezTo>
                    <a:pt x="19029" y="18000"/>
                    <a:pt x="18000" y="19029"/>
                    <a:pt x="16457" y="20057"/>
                  </a:cubicBezTo>
                  <a:cubicBezTo>
                    <a:pt x="14914" y="21086"/>
                    <a:pt x="12857" y="21600"/>
                    <a:pt x="11314" y="21600"/>
                  </a:cubicBezTo>
                  <a:cubicBezTo>
                    <a:pt x="9257" y="21600"/>
                    <a:pt x="7200" y="21086"/>
                    <a:pt x="5657" y="20057"/>
                  </a:cubicBezTo>
                  <a:cubicBezTo>
                    <a:pt x="4114" y="19543"/>
                    <a:pt x="2571" y="18000"/>
                    <a:pt x="1543" y="16457"/>
                  </a:cubicBezTo>
                  <a:cubicBezTo>
                    <a:pt x="514" y="14914"/>
                    <a:pt x="0" y="13371"/>
                    <a:pt x="0" y="11314"/>
                  </a:cubicBezTo>
                  <a:cubicBezTo>
                    <a:pt x="0" y="9257"/>
                    <a:pt x="0" y="7714"/>
                    <a:pt x="1029" y="5657"/>
                  </a:cubicBezTo>
                  <a:cubicBezTo>
                    <a:pt x="2057" y="4114"/>
                    <a:pt x="2571" y="2571"/>
                    <a:pt x="4629" y="1543"/>
                  </a:cubicBezTo>
                  <a:cubicBezTo>
                    <a:pt x="6171" y="514"/>
                    <a:pt x="8229" y="0"/>
                    <a:pt x="10286" y="0"/>
                  </a:cubicBezTo>
                  <a:cubicBezTo>
                    <a:pt x="12343" y="0"/>
                    <a:pt x="13886" y="514"/>
                    <a:pt x="15429" y="1029"/>
                  </a:cubicBezTo>
                  <a:cubicBezTo>
                    <a:pt x="17486" y="2057"/>
                    <a:pt x="18514" y="3086"/>
                    <a:pt x="19543" y="5143"/>
                  </a:cubicBezTo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926" name="Google Shape;1926;p208"/>
            <p:cNvSpPr/>
            <p:nvPr/>
          </p:nvSpPr>
          <p:spPr>
            <a:xfrm>
              <a:off x="1266470" y="3573105"/>
              <a:ext cx="166793" cy="166691"/>
            </a:xfrm>
            <a:custGeom>
              <a:rect b="b" l="l" r="r" t="t"/>
              <a:pathLst>
                <a:path extrusionOk="0" h="21316" w="21329">
                  <a:moveTo>
                    <a:pt x="18219" y="3122"/>
                  </a:moveTo>
                  <a:cubicBezTo>
                    <a:pt x="19595" y="4495"/>
                    <a:pt x="20442" y="5974"/>
                    <a:pt x="20972" y="7875"/>
                  </a:cubicBezTo>
                  <a:cubicBezTo>
                    <a:pt x="21448" y="9777"/>
                    <a:pt x="21448" y="11467"/>
                    <a:pt x="20972" y="13368"/>
                  </a:cubicBezTo>
                  <a:cubicBezTo>
                    <a:pt x="20442" y="15269"/>
                    <a:pt x="19595" y="16801"/>
                    <a:pt x="18219" y="18174"/>
                  </a:cubicBezTo>
                  <a:cubicBezTo>
                    <a:pt x="16842" y="19600"/>
                    <a:pt x="15360" y="20445"/>
                    <a:pt x="13454" y="20920"/>
                  </a:cubicBezTo>
                  <a:cubicBezTo>
                    <a:pt x="11548" y="21448"/>
                    <a:pt x="9801" y="21448"/>
                    <a:pt x="7948" y="20920"/>
                  </a:cubicBezTo>
                  <a:cubicBezTo>
                    <a:pt x="6042" y="20445"/>
                    <a:pt x="4507" y="19547"/>
                    <a:pt x="3130" y="18121"/>
                  </a:cubicBezTo>
                  <a:cubicBezTo>
                    <a:pt x="1701" y="16748"/>
                    <a:pt x="854" y="15269"/>
                    <a:pt x="377" y="13368"/>
                  </a:cubicBezTo>
                  <a:cubicBezTo>
                    <a:pt x="-152" y="11467"/>
                    <a:pt x="-99" y="9777"/>
                    <a:pt x="377" y="7875"/>
                  </a:cubicBezTo>
                  <a:cubicBezTo>
                    <a:pt x="907" y="5974"/>
                    <a:pt x="1701" y="4548"/>
                    <a:pt x="3130" y="3122"/>
                  </a:cubicBezTo>
                  <a:cubicBezTo>
                    <a:pt x="4507" y="1749"/>
                    <a:pt x="6042" y="904"/>
                    <a:pt x="7948" y="376"/>
                  </a:cubicBezTo>
                  <a:cubicBezTo>
                    <a:pt x="9801" y="-99"/>
                    <a:pt x="11548" y="-152"/>
                    <a:pt x="13454" y="376"/>
                  </a:cubicBezTo>
                  <a:cubicBezTo>
                    <a:pt x="15360" y="851"/>
                    <a:pt x="16842" y="1696"/>
                    <a:pt x="18219" y="3122"/>
                  </a:cubicBezTo>
                </a:path>
              </a:pathLst>
            </a:custGeom>
            <a:solidFill>
              <a:srgbClr val="EAEAEA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927" name="Google Shape;1927;p208"/>
            <p:cNvSpPr/>
            <p:nvPr/>
          </p:nvSpPr>
          <p:spPr>
            <a:xfrm>
              <a:off x="1265282" y="3573741"/>
              <a:ext cx="79704" cy="86994"/>
            </a:xfrm>
            <a:custGeom>
              <a:rect b="b" l="l" r="r" t="t"/>
              <a:pathLst>
                <a:path extrusionOk="0" h="21600" w="21600">
                  <a:moveTo>
                    <a:pt x="6107" y="6408"/>
                  </a:moveTo>
                  <a:cubicBezTo>
                    <a:pt x="1696" y="10542"/>
                    <a:pt x="0" y="15089"/>
                    <a:pt x="0" y="21600"/>
                  </a:cubicBezTo>
                  <a:lnTo>
                    <a:pt x="21600" y="21600"/>
                  </a:lnTo>
                  <a:lnTo>
                    <a:pt x="21600" y="0"/>
                  </a:lnTo>
                  <a:cubicBezTo>
                    <a:pt x="16850" y="0"/>
                    <a:pt x="10404" y="2377"/>
                    <a:pt x="6107" y="6408"/>
                  </a:cubicBezTo>
                </a:path>
              </a:pathLst>
            </a:custGeom>
            <a:solidFill>
              <a:srgbClr val="9E9E9E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928" name="Google Shape;1928;p208"/>
            <p:cNvSpPr/>
            <p:nvPr/>
          </p:nvSpPr>
          <p:spPr>
            <a:xfrm>
              <a:off x="1279846" y="3573058"/>
              <a:ext cx="116100" cy="84034"/>
            </a:xfrm>
            <a:custGeom>
              <a:rect b="b" l="l" r="r" t="t"/>
              <a:pathLst>
                <a:path extrusionOk="0" h="20865" w="21600">
                  <a:moveTo>
                    <a:pt x="10034" y="396"/>
                  </a:moveTo>
                  <a:cubicBezTo>
                    <a:pt x="5821" y="1425"/>
                    <a:pt x="2298" y="4716"/>
                    <a:pt x="0" y="9036"/>
                  </a:cubicBezTo>
                  <a:lnTo>
                    <a:pt x="12715" y="20865"/>
                  </a:lnTo>
                  <a:lnTo>
                    <a:pt x="21600" y="3791"/>
                  </a:lnTo>
                  <a:cubicBezTo>
                    <a:pt x="18383" y="602"/>
                    <a:pt x="14170" y="-735"/>
                    <a:pt x="10034" y="396"/>
                  </a:cubicBezTo>
                </a:path>
              </a:pathLst>
            </a:custGeom>
            <a:solidFill>
              <a:srgbClr val="B5B5B5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929" name="Google Shape;1929;p208"/>
            <p:cNvSpPr/>
            <p:nvPr/>
          </p:nvSpPr>
          <p:spPr>
            <a:xfrm>
              <a:off x="1310796" y="3573238"/>
              <a:ext cx="112482" cy="83857"/>
            </a:xfrm>
            <a:custGeom>
              <a:rect b="b" l="l" r="r" t="t"/>
              <a:pathLst>
                <a:path extrusionOk="0" h="20821" w="21600">
                  <a:moveTo>
                    <a:pt x="12105" y="970"/>
                  </a:moveTo>
                  <a:cubicBezTo>
                    <a:pt x="7991" y="-779"/>
                    <a:pt x="3640" y="-59"/>
                    <a:pt x="0" y="2307"/>
                  </a:cubicBezTo>
                  <a:lnTo>
                    <a:pt x="7279" y="20821"/>
                  </a:lnTo>
                  <a:lnTo>
                    <a:pt x="21600" y="11358"/>
                  </a:lnTo>
                  <a:cubicBezTo>
                    <a:pt x="19622" y="6318"/>
                    <a:pt x="16299" y="2718"/>
                    <a:pt x="12105" y="970"/>
                  </a:cubicBezTo>
                </a:path>
              </a:pathLst>
            </a:custGeom>
            <a:solidFill>
              <a:srgbClr val="D3D3D3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930" name="Google Shape;1930;p208"/>
            <p:cNvSpPr/>
            <p:nvPr/>
          </p:nvSpPr>
          <p:spPr>
            <a:xfrm>
              <a:off x="1352668" y="3653845"/>
              <a:ext cx="79704" cy="86994"/>
            </a:xfrm>
            <a:custGeom>
              <a:rect b="b" l="l" r="r" t="t"/>
              <a:pathLst>
                <a:path extrusionOk="0" h="21600" w="21600">
                  <a:moveTo>
                    <a:pt x="15380" y="15089"/>
                  </a:moveTo>
                  <a:cubicBezTo>
                    <a:pt x="19904" y="11058"/>
                    <a:pt x="21600" y="6408"/>
                    <a:pt x="21600" y="0"/>
                  </a:cubicBezTo>
                  <a:lnTo>
                    <a:pt x="0" y="0"/>
                  </a:lnTo>
                  <a:lnTo>
                    <a:pt x="0" y="21600"/>
                  </a:lnTo>
                  <a:cubicBezTo>
                    <a:pt x="4750" y="21600"/>
                    <a:pt x="11083" y="19223"/>
                    <a:pt x="15380" y="15089"/>
                  </a:cubicBezTo>
                </a:path>
              </a:pathLst>
            </a:custGeom>
            <a:solidFill>
              <a:srgbClr val="9E9E9E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931" name="Google Shape;1931;p208"/>
            <p:cNvSpPr/>
            <p:nvPr/>
          </p:nvSpPr>
          <p:spPr>
            <a:xfrm>
              <a:off x="1301693" y="3657486"/>
              <a:ext cx="116100" cy="82627"/>
            </a:xfrm>
            <a:custGeom>
              <a:rect b="b" l="l" r="r" t="t"/>
              <a:pathLst>
                <a:path extrusionOk="0" h="20958" w="21600">
                  <a:moveTo>
                    <a:pt x="11607" y="20665"/>
                  </a:moveTo>
                  <a:cubicBezTo>
                    <a:pt x="15758" y="19627"/>
                    <a:pt x="19371" y="16304"/>
                    <a:pt x="21600" y="11942"/>
                  </a:cubicBezTo>
                  <a:lnTo>
                    <a:pt x="8840" y="0"/>
                  </a:lnTo>
                  <a:lnTo>
                    <a:pt x="0" y="17238"/>
                  </a:lnTo>
                  <a:cubicBezTo>
                    <a:pt x="3228" y="20250"/>
                    <a:pt x="7379" y="21600"/>
                    <a:pt x="11607" y="20665"/>
                  </a:cubicBezTo>
                </a:path>
              </a:pathLst>
            </a:custGeom>
            <a:solidFill>
              <a:srgbClr val="B5B5B5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932" name="Google Shape;1932;p208"/>
            <p:cNvSpPr/>
            <p:nvPr/>
          </p:nvSpPr>
          <p:spPr>
            <a:xfrm>
              <a:off x="1274385" y="3657486"/>
              <a:ext cx="112482" cy="83857"/>
            </a:xfrm>
            <a:custGeom>
              <a:rect b="b" l="l" r="r" t="t"/>
              <a:pathLst>
                <a:path extrusionOk="0" h="20821" w="21600">
                  <a:moveTo>
                    <a:pt x="9450" y="19851"/>
                  </a:moveTo>
                  <a:cubicBezTo>
                    <a:pt x="13659" y="21600"/>
                    <a:pt x="17947" y="20880"/>
                    <a:pt x="21600" y="18514"/>
                  </a:cubicBezTo>
                  <a:lnTo>
                    <a:pt x="14294" y="0"/>
                  </a:lnTo>
                  <a:lnTo>
                    <a:pt x="0" y="9463"/>
                  </a:lnTo>
                  <a:cubicBezTo>
                    <a:pt x="1985" y="14194"/>
                    <a:pt x="5321" y="17897"/>
                    <a:pt x="9450" y="19851"/>
                  </a:cubicBezTo>
                </a:path>
              </a:pathLst>
            </a:custGeom>
            <a:solidFill>
              <a:srgbClr val="D3D3D3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1933" name="Google Shape;1933;p208"/>
            <p:cNvSpPr/>
            <p:nvPr/>
          </p:nvSpPr>
          <p:spPr>
            <a:xfrm>
              <a:off x="1275313" y="3583666"/>
              <a:ext cx="147127" cy="146976"/>
            </a:xfrm>
            <a:custGeom>
              <a:rect b="b" l="l" r="r" t="t"/>
              <a:pathLst>
                <a:path extrusionOk="0" h="21324" w="21346">
                  <a:moveTo>
                    <a:pt x="18234" y="3103"/>
                  </a:moveTo>
                  <a:cubicBezTo>
                    <a:pt x="19610" y="4535"/>
                    <a:pt x="20448" y="6027"/>
                    <a:pt x="20986" y="7877"/>
                  </a:cubicBezTo>
                  <a:cubicBezTo>
                    <a:pt x="21465" y="9786"/>
                    <a:pt x="21465" y="11576"/>
                    <a:pt x="20986" y="13426"/>
                  </a:cubicBezTo>
                  <a:cubicBezTo>
                    <a:pt x="20448" y="15335"/>
                    <a:pt x="19610" y="16827"/>
                    <a:pt x="18234" y="18199"/>
                  </a:cubicBezTo>
                  <a:cubicBezTo>
                    <a:pt x="16858" y="19631"/>
                    <a:pt x="15302" y="20467"/>
                    <a:pt x="13447" y="20944"/>
                  </a:cubicBezTo>
                  <a:cubicBezTo>
                    <a:pt x="11533" y="21481"/>
                    <a:pt x="9857" y="21421"/>
                    <a:pt x="7943" y="20944"/>
                  </a:cubicBezTo>
                  <a:cubicBezTo>
                    <a:pt x="6028" y="20407"/>
                    <a:pt x="4532" y="19631"/>
                    <a:pt x="3156" y="18199"/>
                  </a:cubicBezTo>
                  <a:cubicBezTo>
                    <a:pt x="1780" y="16827"/>
                    <a:pt x="882" y="15275"/>
                    <a:pt x="404" y="13426"/>
                  </a:cubicBezTo>
                  <a:cubicBezTo>
                    <a:pt x="-135" y="11516"/>
                    <a:pt x="-135" y="9786"/>
                    <a:pt x="404" y="7877"/>
                  </a:cubicBezTo>
                  <a:cubicBezTo>
                    <a:pt x="882" y="6027"/>
                    <a:pt x="1780" y="4535"/>
                    <a:pt x="3156" y="3103"/>
                  </a:cubicBezTo>
                  <a:cubicBezTo>
                    <a:pt x="4532" y="1731"/>
                    <a:pt x="6028" y="895"/>
                    <a:pt x="7943" y="358"/>
                  </a:cubicBezTo>
                  <a:cubicBezTo>
                    <a:pt x="9857" y="-119"/>
                    <a:pt x="11592" y="-119"/>
                    <a:pt x="13447" y="358"/>
                  </a:cubicBezTo>
                  <a:cubicBezTo>
                    <a:pt x="15362" y="895"/>
                    <a:pt x="16858" y="1731"/>
                    <a:pt x="18234" y="3103"/>
                  </a:cubicBezTo>
                </a:path>
              </a:pathLst>
            </a:custGeom>
            <a:solidFill>
              <a:srgbClr val="080808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</p:grpSp>
      <p:sp>
        <p:nvSpPr>
          <p:cNvPr id="1934" name="Google Shape;1934;p208"/>
          <p:cNvSpPr/>
          <p:nvPr/>
        </p:nvSpPr>
        <p:spPr>
          <a:xfrm>
            <a:off x="4353325" y="1195225"/>
            <a:ext cx="3759000" cy="2854800"/>
          </a:xfrm>
          <a:prstGeom prst="rect">
            <a:avLst/>
          </a:prstGeom>
          <a:solidFill>
            <a:srgbClr val="3049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5" name="Google Shape;1935;p208"/>
          <p:cNvSpPr/>
          <p:nvPr>
            <p:ph idx="3" type="pic"/>
          </p:nvPr>
        </p:nvSpPr>
        <p:spPr>
          <a:xfrm>
            <a:off x="4353325" y="1193850"/>
            <a:ext cx="3759000" cy="2854800"/>
          </a:xfrm>
          <a:prstGeom prst="rect">
            <a:avLst/>
          </a:prstGeom>
          <a:noFill/>
          <a:ln>
            <a:noFill/>
          </a:ln>
        </p:spPr>
      </p:sp>
      <p:pic>
        <p:nvPicPr>
          <p:cNvPr id="1936" name="Google Shape;1936;p20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20239" y="2251528"/>
            <a:ext cx="764776" cy="764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7" name="Google Shape;1937;p2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1.1">
  <p:cSld name="CUSTOM_13_2_1_1_2"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p209"/>
          <p:cNvSpPr txBox="1"/>
          <p:nvPr>
            <p:ph type="ctrTitle"/>
          </p:nvPr>
        </p:nvSpPr>
        <p:spPr>
          <a:xfrm>
            <a:off x="432650" y="598650"/>
            <a:ext cx="3630600" cy="78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40" name="Google Shape;1940;p209"/>
          <p:cNvSpPr txBox="1"/>
          <p:nvPr>
            <p:ph idx="2" type="ctrTitle"/>
          </p:nvPr>
        </p:nvSpPr>
        <p:spPr>
          <a:xfrm>
            <a:off x="432650" y="24013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grpSp>
        <p:nvGrpSpPr>
          <p:cNvPr id="1941" name="Google Shape;1941;p209"/>
          <p:cNvGrpSpPr/>
          <p:nvPr/>
        </p:nvGrpSpPr>
        <p:grpSpPr>
          <a:xfrm>
            <a:off x="4749675" y="598652"/>
            <a:ext cx="1163350" cy="415500"/>
            <a:chOff x="4749675" y="773950"/>
            <a:chExt cx="1163350" cy="415500"/>
          </a:xfrm>
        </p:grpSpPr>
        <p:sp>
          <p:nvSpPr>
            <p:cNvPr id="1942" name="Google Shape;1942;p209"/>
            <p:cNvSpPr/>
            <p:nvPr/>
          </p:nvSpPr>
          <p:spPr>
            <a:xfrm>
              <a:off x="4749925" y="773950"/>
              <a:ext cx="11631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943" name="Google Shape;1943;p209"/>
            <p:cNvSpPr txBox="1"/>
            <p:nvPr/>
          </p:nvSpPr>
          <p:spPr>
            <a:xfrm>
              <a:off x="4749675" y="877750"/>
              <a:ext cx="116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2010</a:t>
              </a:r>
              <a:endParaRPr b="0" i="0" sz="12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grpSp>
        <p:nvGrpSpPr>
          <p:cNvPr id="1944" name="Google Shape;1944;p209"/>
          <p:cNvGrpSpPr/>
          <p:nvPr/>
        </p:nvGrpSpPr>
        <p:grpSpPr>
          <a:xfrm>
            <a:off x="4749675" y="2149602"/>
            <a:ext cx="1163350" cy="415500"/>
            <a:chOff x="4749675" y="773950"/>
            <a:chExt cx="1163350" cy="415500"/>
          </a:xfrm>
        </p:grpSpPr>
        <p:sp>
          <p:nvSpPr>
            <p:cNvPr id="1945" name="Google Shape;1945;p209"/>
            <p:cNvSpPr/>
            <p:nvPr/>
          </p:nvSpPr>
          <p:spPr>
            <a:xfrm>
              <a:off x="4749925" y="773950"/>
              <a:ext cx="11631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946" name="Google Shape;1946;p209"/>
            <p:cNvSpPr txBox="1"/>
            <p:nvPr/>
          </p:nvSpPr>
          <p:spPr>
            <a:xfrm>
              <a:off x="4749675" y="877750"/>
              <a:ext cx="116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2011</a:t>
              </a:r>
              <a:endParaRPr b="0" i="0" sz="12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grpSp>
        <p:nvGrpSpPr>
          <p:cNvPr id="1947" name="Google Shape;1947;p209"/>
          <p:cNvGrpSpPr/>
          <p:nvPr/>
        </p:nvGrpSpPr>
        <p:grpSpPr>
          <a:xfrm>
            <a:off x="4749675" y="3741577"/>
            <a:ext cx="1163350" cy="415500"/>
            <a:chOff x="4749675" y="773950"/>
            <a:chExt cx="1163350" cy="415500"/>
          </a:xfrm>
        </p:grpSpPr>
        <p:sp>
          <p:nvSpPr>
            <p:cNvPr id="1948" name="Google Shape;1948;p209"/>
            <p:cNvSpPr/>
            <p:nvPr/>
          </p:nvSpPr>
          <p:spPr>
            <a:xfrm>
              <a:off x="4749925" y="773950"/>
              <a:ext cx="11631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949" name="Google Shape;1949;p209"/>
            <p:cNvSpPr txBox="1"/>
            <p:nvPr/>
          </p:nvSpPr>
          <p:spPr>
            <a:xfrm>
              <a:off x="4749675" y="877750"/>
              <a:ext cx="116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2012</a:t>
              </a:r>
              <a:endParaRPr b="0" i="0" sz="12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cxnSp>
        <p:nvCxnSpPr>
          <p:cNvPr id="1950" name="Google Shape;1950;p209"/>
          <p:cNvCxnSpPr/>
          <p:nvPr/>
        </p:nvCxnSpPr>
        <p:spPr>
          <a:xfrm>
            <a:off x="5312025" y="1146727"/>
            <a:ext cx="0" cy="87030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1" name="Google Shape;1951;p209"/>
          <p:cNvCxnSpPr/>
          <p:nvPr/>
        </p:nvCxnSpPr>
        <p:spPr>
          <a:xfrm>
            <a:off x="5312025" y="4276952"/>
            <a:ext cx="0" cy="71190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2" name="Google Shape;1952;p209"/>
          <p:cNvCxnSpPr/>
          <p:nvPr/>
        </p:nvCxnSpPr>
        <p:spPr>
          <a:xfrm>
            <a:off x="5312025" y="2706077"/>
            <a:ext cx="0" cy="87030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3" name="Google Shape;1953;p209"/>
          <p:cNvSpPr txBox="1"/>
          <p:nvPr>
            <p:ph idx="3" type="ctrTitle"/>
          </p:nvPr>
        </p:nvSpPr>
        <p:spPr>
          <a:xfrm>
            <a:off x="6138075" y="7863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954" name="Google Shape;1954;p209"/>
          <p:cNvSpPr txBox="1"/>
          <p:nvPr>
            <p:ph idx="4" type="ctrTitle"/>
          </p:nvPr>
        </p:nvSpPr>
        <p:spPr>
          <a:xfrm>
            <a:off x="6138075" y="4856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955" name="Google Shape;1955;p209"/>
          <p:cNvSpPr txBox="1"/>
          <p:nvPr>
            <p:ph idx="5" type="ctrTitle"/>
          </p:nvPr>
        </p:nvSpPr>
        <p:spPr>
          <a:xfrm>
            <a:off x="6138075" y="23372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956" name="Google Shape;1956;p209"/>
          <p:cNvSpPr txBox="1"/>
          <p:nvPr>
            <p:ph idx="6" type="ctrTitle"/>
          </p:nvPr>
        </p:nvSpPr>
        <p:spPr>
          <a:xfrm>
            <a:off x="6138075" y="203662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957" name="Google Shape;1957;p209"/>
          <p:cNvSpPr txBox="1"/>
          <p:nvPr>
            <p:ph idx="7" type="ctrTitle"/>
          </p:nvPr>
        </p:nvSpPr>
        <p:spPr>
          <a:xfrm>
            <a:off x="6138075" y="39292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958" name="Google Shape;1958;p209"/>
          <p:cNvSpPr txBox="1"/>
          <p:nvPr>
            <p:ph idx="8" type="ctrTitle"/>
          </p:nvPr>
        </p:nvSpPr>
        <p:spPr>
          <a:xfrm>
            <a:off x="6138075" y="36286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pic>
        <p:nvPicPr>
          <p:cNvPr id="1959" name="Google Shape;1959;p2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1.2">
  <p:cSld name="CUSTOM_13_2_1_1_2_1"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p210"/>
          <p:cNvSpPr txBox="1"/>
          <p:nvPr>
            <p:ph type="ctrTitle"/>
          </p:nvPr>
        </p:nvSpPr>
        <p:spPr>
          <a:xfrm>
            <a:off x="432650" y="598650"/>
            <a:ext cx="3630600" cy="78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62" name="Google Shape;1962;p210"/>
          <p:cNvSpPr txBox="1"/>
          <p:nvPr>
            <p:ph idx="2" type="ctrTitle"/>
          </p:nvPr>
        </p:nvSpPr>
        <p:spPr>
          <a:xfrm>
            <a:off x="432650" y="24013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963" name="Google Shape;1963;p210"/>
          <p:cNvSpPr txBox="1"/>
          <p:nvPr>
            <p:ph idx="3" type="ctrTitle"/>
          </p:nvPr>
        </p:nvSpPr>
        <p:spPr>
          <a:xfrm>
            <a:off x="6138075" y="112850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964" name="Google Shape;1964;p210"/>
          <p:cNvSpPr txBox="1"/>
          <p:nvPr>
            <p:ph idx="4" type="ctrTitle"/>
          </p:nvPr>
        </p:nvSpPr>
        <p:spPr>
          <a:xfrm>
            <a:off x="6138075" y="82787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965" name="Google Shape;1965;p210"/>
          <p:cNvSpPr txBox="1"/>
          <p:nvPr>
            <p:ph idx="5" type="ctrTitle"/>
          </p:nvPr>
        </p:nvSpPr>
        <p:spPr>
          <a:xfrm>
            <a:off x="6138075" y="27204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966" name="Google Shape;1966;p210"/>
          <p:cNvSpPr txBox="1"/>
          <p:nvPr>
            <p:ph idx="6" type="ctrTitle"/>
          </p:nvPr>
        </p:nvSpPr>
        <p:spPr>
          <a:xfrm>
            <a:off x="6138075" y="241986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967" name="Google Shape;1967;p210"/>
          <p:cNvSpPr txBox="1"/>
          <p:nvPr>
            <p:ph idx="7" type="ctrTitle"/>
          </p:nvPr>
        </p:nvSpPr>
        <p:spPr>
          <a:xfrm>
            <a:off x="6138075" y="427142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968" name="Google Shape;1968;p210"/>
          <p:cNvSpPr txBox="1"/>
          <p:nvPr>
            <p:ph idx="8" type="ctrTitle"/>
          </p:nvPr>
        </p:nvSpPr>
        <p:spPr>
          <a:xfrm>
            <a:off x="6138075" y="397080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grpSp>
        <p:nvGrpSpPr>
          <p:cNvPr id="1969" name="Google Shape;1969;p210"/>
          <p:cNvGrpSpPr/>
          <p:nvPr/>
        </p:nvGrpSpPr>
        <p:grpSpPr>
          <a:xfrm>
            <a:off x="4749675" y="4083777"/>
            <a:ext cx="1163350" cy="415500"/>
            <a:chOff x="4749675" y="773950"/>
            <a:chExt cx="1163350" cy="415500"/>
          </a:xfrm>
        </p:grpSpPr>
        <p:sp>
          <p:nvSpPr>
            <p:cNvPr id="1970" name="Google Shape;1970;p210"/>
            <p:cNvSpPr/>
            <p:nvPr/>
          </p:nvSpPr>
          <p:spPr>
            <a:xfrm>
              <a:off x="4749925" y="773950"/>
              <a:ext cx="11631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971" name="Google Shape;1971;p210"/>
            <p:cNvSpPr txBox="1"/>
            <p:nvPr/>
          </p:nvSpPr>
          <p:spPr>
            <a:xfrm>
              <a:off x="4749675" y="877750"/>
              <a:ext cx="116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2015</a:t>
              </a:r>
              <a:endParaRPr b="0" i="0" sz="12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grpSp>
        <p:nvGrpSpPr>
          <p:cNvPr id="1972" name="Google Shape;1972;p210"/>
          <p:cNvGrpSpPr/>
          <p:nvPr/>
        </p:nvGrpSpPr>
        <p:grpSpPr>
          <a:xfrm>
            <a:off x="4749675" y="2532827"/>
            <a:ext cx="1163350" cy="415500"/>
            <a:chOff x="4749675" y="773950"/>
            <a:chExt cx="1163350" cy="415500"/>
          </a:xfrm>
        </p:grpSpPr>
        <p:sp>
          <p:nvSpPr>
            <p:cNvPr id="1973" name="Google Shape;1973;p210"/>
            <p:cNvSpPr/>
            <p:nvPr/>
          </p:nvSpPr>
          <p:spPr>
            <a:xfrm>
              <a:off x="4749925" y="773950"/>
              <a:ext cx="11631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974" name="Google Shape;1974;p210"/>
            <p:cNvSpPr txBox="1"/>
            <p:nvPr/>
          </p:nvSpPr>
          <p:spPr>
            <a:xfrm>
              <a:off x="4749675" y="877750"/>
              <a:ext cx="116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2014</a:t>
              </a:r>
              <a:endParaRPr b="0" i="0" sz="12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grpSp>
        <p:nvGrpSpPr>
          <p:cNvPr id="1975" name="Google Shape;1975;p210"/>
          <p:cNvGrpSpPr/>
          <p:nvPr/>
        </p:nvGrpSpPr>
        <p:grpSpPr>
          <a:xfrm>
            <a:off x="4749675" y="940852"/>
            <a:ext cx="1163350" cy="415500"/>
            <a:chOff x="4749675" y="773950"/>
            <a:chExt cx="1163350" cy="415500"/>
          </a:xfrm>
        </p:grpSpPr>
        <p:sp>
          <p:nvSpPr>
            <p:cNvPr id="1976" name="Google Shape;1976;p210"/>
            <p:cNvSpPr/>
            <p:nvPr/>
          </p:nvSpPr>
          <p:spPr>
            <a:xfrm>
              <a:off x="4749925" y="773950"/>
              <a:ext cx="11631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977" name="Google Shape;1977;p210"/>
            <p:cNvSpPr txBox="1"/>
            <p:nvPr/>
          </p:nvSpPr>
          <p:spPr>
            <a:xfrm>
              <a:off x="4749675" y="877750"/>
              <a:ext cx="116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2013</a:t>
              </a:r>
              <a:endParaRPr b="0" i="0" sz="12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cxnSp>
        <p:nvCxnSpPr>
          <p:cNvPr id="1978" name="Google Shape;1978;p210"/>
          <p:cNvCxnSpPr/>
          <p:nvPr/>
        </p:nvCxnSpPr>
        <p:spPr>
          <a:xfrm rot="10800000">
            <a:off x="5350675" y="3080902"/>
            <a:ext cx="0" cy="87030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9" name="Google Shape;1979;p210"/>
          <p:cNvCxnSpPr/>
          <p:nvPr/>
        </p:nvCxnSpPr>
        <p:spPr>
          <a:xfrm rot="10800000">
            <a:off x="5350675" y="109077"/>
            <a:ext cx="0" cy="71190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0" name="Google Shape;1980;p210"/>
          <p:cNvCxnSpPr/>
          <p:nvPr/>
        </p:nvCxnSpPr>
        <p:spPr>
          <a:xfrm rot="10800000">
            <a:off x="5350675" y="1521552"/>
            <a:ext cx="0" cy="87030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81" name="Google Shape;1981;p2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 1">
  <p:cSld name="CUSTOM_13_2_1_1_2_1_2"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p211"/>
          <p:cNvSpPr txBox="1"/>
          <p:nvPr>
            <p:ph type="ctrTitle"/>
          </p:nvPr>
        </p:nvSpPr>
        <p:spPr>
          <a:xfrm>
            <a:off x="432650" y="783850"/>
            <a:ext cx="2487600" cy="78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84" name="Google Shape;1984;p211"/>
          <p:cNvSpPr txBox="1"/>
          <p:nvPr>
            <p:ph idx="2" type="ctrTitle"/>
          </p:nvPr>
        </p:nvSpPr>
        <p:spPr>
          <a:xfrm>
            <a:off x="432650" y="24214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985" name="Google Shape;1985;p211"/>
          <p:cNvSpPr txBox="1"/>
          <p:nvPr>
            <p:ph idx="3" type="ctrTitle"/>
          </p:nvPr>
        </p:nvSpPr>
        <p:spPr>
          <a:xfrm>
            <a:off x="4451450" y="10507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986" name="Google Shape;1986;p211"/>
          <p:cNvSpPr txBox="1"/>
          <p:nvPr>
            <p:ph idx="4" type="ctrTitle"/>
          </p:nvPr>
        </p:nvSpPr>
        <p:spPr>
          <a:xfrm>
            <a:off x="4451450" y="7500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987" name="Google Shape;1987;p211"/>
          <p:cNvSpPr txBox="1"/>
          <p:nvPr>
            <p:ph idx="5" type="ctrTitle"/>
          </p:nvPr>
        </p:nvSpPr>
        <p:spPr>
          <a:xfrm>
            <a:off x="4451450" y="25516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988" name="Google Shape;1988;p211"/>
          <p:cNvSpPr txBox="1"/>
          <p:nvPr>
            <p:ph idx="6" type="ctrTitle"/>
          </p:nvPr>
        </p:nvSpPr>
        <p:spPr>
          <a:xfrm>
            <a:off x="4451450" y="225102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989" name="Google Shape;1989;p211"/>
          <p:cNvSpPr txBox="1"/>
          <p:nvPr>
            <p:ph idx="7" type="ctrTitle"/>
          </p:nvPr>
        </p:nvSpPr>
        <p:spPr>
          <a:xfrm>
            <a:off x="4451450" y="405257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1990" name="Google Shape;1990;p211"/>
          <p:cNvSpPr txBox="1"/>
          <p:nvPr>
            <p:ph idx="8" type="ctrTitle"/>
          </p:nvPr>
        </p:nvSpPr>
        <p:spPr>
          <a:xfrm>
            <a:off x="4451450" y="37519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991" name="Google Shape;1991;p211"/>
          <p:cNvSpPr/>
          <p:nvPr/>
        </p:nvSpPr>
        <p:spPr>
          <a:xfrm flipH="1">
            <a:off x="3845050" y="1418700"/>
            <a:ext cx="39000" cy="37248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211"/>
          <p:cNvSpPr/>
          <p:nvPr/>
        </p:nvSpPr>
        <p:spPr>
          <a:xfrm>
            <a:off x="3516669" y="722921"/>
            <a:ext cx="695700" cy="695700"/>
          </a:xfrm>
          <a:prstGeom prst="roundRect">
            <a:avLst>
              <a:gd fmla="val 16667" name="adj"/>
            </a:avLst>
          </a:prstGeom>
          <a:solidFill>
            <a:srgbClr val="F46262"/>
          </a:solidFill>
          <a:ln>
            <a:noFill/>
          </a:ln>
          <a:effectLst>
            <a:outerShdw blurRad="762000" sx="97000" rotWithShape="0" algn="t" dir="5400000" dist="698500" sy="97000">
              <a:srgbClr val="000000">
                <a:alpha val="941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3" name="Google Shape;1993;p211"/>
          <p:cNvSpPr/>
          <p:nvPr/>
        </p:nvSpPr>
        <p:spPr>
          <a:xfrm>
            <a:off x="3516669" y="2194449"/>
            <a:ext cx="695700" cy="695700"/>
          </a:xfrm>
          <a:prstGeom prst="roundRect">
            <a:avLst>
              <a:gd fmla="val 16667" name="adj"/>
            </a:avLst>
          </a:prstGeom>
          <a:solidFill>
            <a:srgbClr val="F46262"/>
          </a:solidFill>
          <a:ln>
            <a:noFill/>
          </a:ln>
          <a:effectLst>
            <a:outerShdw blurRad="762000" sx="97000" rotWithShape="0" algn="t" dir="5400000" dist="698500" sy="97000">
              <a:srgbClr val="000000">
                <a:alpha val="941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4" name="Google Shape;1994;p211"/>
          <p:cNvSpPr/>
          <p:nvPr/>
        </p:nvSpPr>
        <p:spPr>
          <a:xfrm>
            <a:off x="3516669" y="3724798"/>
            <a:ext cx="695700" cy="695700"/>
          </a:xfrm>
          <a:prstGeom prst="roundRect">
            <a:avLst>
              <a:gd fmla="val 16667" name="adj"/>
            </a:avLst>
          </a:prstGeom>
          <a:solidFill>
            <a:srgbClr val="F46262"/>
          </a:solidFill>
          <a:ln>
            <a:noFill/>
          </a:ln>
          <a:effectLst>
            <a:outerShdw blurRad="762000" sx="97000" rotWithShape="0" algn="t" dir="5400000" dist="698500" sy="97000">
              <a:srgbClr val="000000">
                <a:alpha val="941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95" name="Google Shape;1995;p2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07950" y="2374799"/>
            <a:ext cx="313200" cy="335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6" name="Google Shape;1996;p2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6752" y="3904890"/>
            <a:ext cx="335600" cy="33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7" name="Google Shape;1997;p2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6752" y="903002"/>
            <a:ext cx="335600" cy="33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8" name="Google Shape;1998;p211"/>
          <p:cNvSpPr txBox="1"/>
          <p:nvPr>
            <p:ph idx="9" type="ctrTitle"/>
          </p:nvPr>
        </p:nvSpPr>
        <p:spPr>
          <a:xfrm>
            <a:off x="432650" y="20806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1999" name="Google Shape;1999;p2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 2">
  <p:cSld name="CUSTOM_13_2_1_1_2_1_2_1"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212"/>
          <p:cNvSpPr txBox="1"/>
          <p:nvPr>
            <p:ph type="ctrTitle"/>
          </p:nvPr>
        </p:nvSpPr>
        <p:spPr>
          <a:xfrm>
            <a:off x="302400" y="327575"/>
            <a:ext cx="4494900" cy="54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02" name="Google Shape;2002;p212"/>
          <p:cNvSpPr txBox="1"/>
          <p:nvPr>
            <p:ph idx="2" type="ctrTitle"/>
          </p:nvPr>
        </p:nvSpPr>
        <p:spPr>
          <a:xfrm>
            <a:off x="328350" y="1190275"/>
            <a:ext cx="19260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003" name="Google Shape;2003;p212"/>
          <p:cNvSpPr/>
          <p:nvPr/>
        </p:nvSpPr>
        <p:spPr>
          <a:xfrm>
            <a:off x="302400" y="1615663"/>
            <a:ext cx="1926000" cy="283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  <a:effectLst>
            <a:outerShdw blurRad="314325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4" name="Google Shape;2004;p212"/>
          <p:cNvSpPr/>
          <p:nvPr/>
        </p:nvSpPr>
        <p:spPr>
          <a:xfrm>
            <a:off x="315275" y="1607965"/>
            <a:ext cx="1926000" cy="53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5" name="Google Shape;2005;p212"/>
          <p:cNvSpPr/>
          <p:nvPr/>
        </p:nvSpPr>
        <p:spPr>
          <a:xfrm>
            <a:off x="2518640" y="1615651"/>
            <a:ext cx="1926000" cy="283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  <a:effectLst>
            <a:outerShdw blurRad="314325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6" name="Google Shape;2006;p212"/>
          <p:cNvSpPr/>
          <p:nvPr/>
        </p:nvSpPr>
        <p:spPr>
          <a:xfrm>
            <a:off x="2518652" y="1607977"/>
            <a:ext cx="1926000" cy="53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7" name="Google Shape;2007;p212"/>
          <p:cNvSpPr/>
          <p:nvPr/>
        </p:nvSpPr>
        <p:spPr>
          <a:xfrm>
            <a:off x="6902725" y="1615649"/>
            <a:ext cx="1926000" cy="283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  <a:effectLst>
            <a:outerShdw blurRad="314325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8" name="Google Shape;2008;p212"/>
          <p:cNvSpPr/>
          <p:nvPr/>
        </p:nvSpPr>
        <p:spPr>
          <a:xfrm>
            <a:off x="6915595" y="1607965"/>
            <a:ext cx="1926000" cy="53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9" name="Google Shape;2009;p212"/>
          <p:cNvSpPr/>
          <p:nvPr/>
        </p:nvSpPr>
        <p:spPr>
          <a:xfrm>
            <a:off x="4709044" y="1615663"/>
            <a:ext cx="1926000" cy="283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  <a:effectLst>
            <a:outerShdw blurRad="314325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0" name="Google Shape;2010;p212"/>
          <p:cNvSpPr/>
          <p:nvPr/>
        </p:nvSpPr>
        <p:spPr>
          <a:xfrm>
            <a:off x="4722017" y="1607965"/>
            <a:ext cx="1926000" cy="53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1" name="Google Shape;2011;p212"/>
          <p:cNvSpPr txBox="1"/>
          <p:nvPr>
            <p:ph idx="3" type="ctrTitle"/>
          </p:nvPr>
        </p:nvSpPr>
        <p:spPr>
          <a:xfrm>
            <a:off x="397825" y="1776625"/>
            <a:ext cx="16512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012" name="Google Shape;2012;p212"/>
          <p:cNvSpPr txBox="1"/>
          <p:nvPr>
            <p:ph idx="4" type="ctrTitle"/>
          </p:nvPr>
        </p:nvSpPr>
        <p:spPr>
          <a:xfrm>
            <a:off x="2656050" y="1776625"/>
            <a:ext cx="16512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013" name="Google Shape;2013;p212"/>
          <p:cNvSpPr txBox="1"/>
          <p:nvPr>
            <p:ph idx="5" type="ctrTitle"/>
          </p:nvPr>
        </p:nvSpPr>
        <p:spPr>
          <a:xfrm>
            <a:off x="4859425" y="1776625"/>
            <a:ext cx="16512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014" name="Google Shape;2014;p212"/>
          <p:cNvSpPr txBox="1"/>
          <p:nvPr>
            <p:ph idx="6" type="ctrTitle"/>
          </p:nvPr>
        </p:nvSpPr>
        <p:spPr>
          <a:xfrm>
            <a:off x="7036850" y="1776625"/>
            <a:ext cx="16512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015" name="Google Shape;2015;p212"/>
          <p:cNvSpPr txBox="1"/>
          <p:nvPr>
            <p:ph idx="7" type="ctrTitle"/>
          </p:nvPr>
        </p:nvSpPr>
        <p:spPr>
          <a:xfrm>
            <a:off x="2518650" y="1190275"/>
            <a:ext cx="19260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016" name="Google Shape;2016;p212"/>
          <p:cNvSpPr txBox="1"/>
          <p:nvPr>
            <p:ph idx="8" type="ctrTitle"/>
          </p:nvPr>
        </p:nvSpPr>
        <p:spPr>
          <a:xfrm>
            <a:off x="4722025" y="1190275"/>
            <a:ext cx="19260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017" name="Google Shape;2017;p212"/>
          <p:cNvSpPr txBox="1"/>
          <p:nvPr>
            <p:ph idx="9" type="ctrTitle"/>
          </p:nvPr>
        </p:nvSpPr>
        <p:spPr>
          <a:xfrm>
            <a:off x="6899450" y="1190275"/>
            <a:ext cx="19260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pic>
        <p:nvPicPr>
          <p:cNvPr id="2018" name="Google Shape;2018;p2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2">
  <p:cSld name="CUSTOM_13_2_1_1_2_1_1"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213"/>
          <p:cNvSpPr txBox="1"/>
          <p:nvPr>
            <p:ph type="ctrTitle"/>
          </p:nvPr>
        </p:nvSpPr>
        <p:spPr>
          <a:xfrm>
            <a:off x="432650" y="598650"/>
            <a:ext cx="3630600" cy="78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21" name="Google Shape;2021;p213"/>
          <p:cNvSpPr txBox="1"/>
          <p:nvPr>
            <p:ph idx="2" type="ctrTitle"/>
          </p:nvPr>
        </p:nvSpPr>
        <p:spPr>
          <a:xfrm>
            <a:off x="432650" y="14692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022" name="Google Shape;2022;p213"/>
          <p:cNvSpPr txBox="1"/>
          <p:nvPr>
            <p:ph idx="3" type="ctrTitle"/>
          </p:nvPr>
        </p:nvSpPr>
        <p:spPr>
          <a:xfrm>
            <a:off x="432650" y="2612563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023" name="Google Shape;2023;p213"/>
          <p:cNvSpPr txBox="1"/>
          <p:nvPr>
            <p:ph idx="4" type="ctrTitle"/>
          </p:nvPr>
        </p:nvSpPr>
        <p:spPr>
          <a:xfrm>
            <a:off x="432650" y="2221338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grpSp>
        <p:nvGrpSpPr>
          <p:cNvPr id="2024" name="Google Shape;2024;p213"/>
          <p:cNvGrpSpPr/>
          <p:nvPr/>
        </p:nvGrpSpPr>
        <p:grpSpPr>
          <a:xfrm>
            <a:off x="458692" y="3156850"/>
            <a:ext cx="875888" cy="415500"/>
            <a:chOff x="699342" y="3156850"/>
            <a:chExt cx="875888" cy="415500"/>
          </a:xfrm>
        </p:grpSpPr>
        <p:sp>
          <p:nvSpPr>
            <p:cNvPr id="2025" name="Google Shape;2025;p213"/>
            <p:cNvSpPr/>
            <p:nvPr/>
          </p:nvSpPr>
          <p:spPr>
            <a:xfrm>
              <a:off x="699530" y="3156850"/>
              <a:ext cx="8757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2026" name="Google Shape;2026;p213"/>
            <p:cNvSpPr txBox="1"/>
            <p:nvPr/>
          </p:nvSpPr>
          <p:spPr>
            <a:xfrm>
              <a:off x="699342" y="3260650"/>
              <a:ext cx="8757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2010</a:t>
              </a:r>
              <a:endParaRPr sz="1200"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cxnSp>
        <p:nvCxnSpPr>
          <p:cNvPr id="2027" name="Google Shape;2027;p213"/>
          <p:cNvCxnSpPr>
            <a:stCxn id="2028" idx="1"/>
          </p:cNvCxnSpPr>
          <p:nvPr/>
        </p:nvCxnSpPr>
        <p:spPr>
          <a:xfrm rot="10800000">
            <a:off x="1335492" y="3364600"/>
            <a:ext cx="681300" cy="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29" name="Google Shape;2029;p213"/>
          <p:cNvGrpSpPr/>
          <p:nvPr/>
        </p:nvGrpSpPr>
        <p:grpSpPr>
          <a:xfrm>
            <a:off x="2016792" y="3156850"/>
            <a:ext cx="875888" cy="415500"/>
            <a:chOff x="699342" y="3156850"/>
            <a:chExt cx="875888" cy="415500"/>
          </a:xfrm>
        </p:grpSpPr>
        <p:sp>
          <p:nvSpPr>
            <p:cNvPr id="2030" name="Google Shape;2030;p213"/>
            <p:cNvSpPr/>
            <p:nvPr/>
          </p:nvSpPr>
          <p:spPr>
            <a:xfrm>
              <a:off x="699530" y="3156850"/>
              <a:ext cx="8757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2028" name="Google Shape;2028;p213"/>
            <p:cNvSpPr txBox="1"/>
            <p:nvPr/>
          </p:nvSpPr>
          <p:spPr>
            <a:xfrm>
              <a:off x="699342" y="3260650"/>
              <a:ext cx="8757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2011</a:t>
              </a:r>
              <a:endParaRPr sz="1200"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cxnSp>
        <p:nvCxnSpPr>
          <p:cNvPr id="2031" name="Google Shape;2031;p213"/>
          <p:cNvCxnSpPr>
            <a:stCxn id="2032" idx="1"/>
          </p:cNvCxnSpPr>
          <p:nvPr/>
        </p:nvCxnSpPr>
        <p:spPr>
          <a:xfrm rot="10800000">
            <a:off x="2893592" y="3364600"/>
            <a:ext cx="681300" cy="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33" name="Google Shape;2033;p213"/>
          <p:cNvGrpSpPr/>
          <p:nvPr/>
        </p:nvGrpSpPr>
        <p:grpSpPr>
          <a:xfrm>
            <a:off x="3574892" y="3156850"/>
            <a:ext cx="875888" cy="415500"/>
            <a:chOff x="699342" y="3156850"/>
            <a:chExt cx="875888" cy="415500"/>
          </a:xfrm>
        </p:grpSpPr>
        <p:sp>
          <p:nvSpPr>
            <p:cNvPr id="2034" name="Google Shape;2034;p213"/>
            <p:cNvSpPr/>
            <p:nvPr/>
          </p:nvSpPr>
          <p:spPr>
            <a:xfrm>
              <a:off x="699530" y="3156850"/>
              <a:ext cx="8757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2032" name="Google Shape;2032;p213"/>
            <p:cNvSpPr txBox="1"/>
            <p:nvPr/>
          </p:nvSpPr>
          <p:spPr>
            <a:xfrm>
              <a:off x="699342" y="3260650"/>
              <a:ext cx="8757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2012</a:t>
              </a:r>
              <a:endParaRPr sz="1200"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cxnSp>
        <p:nvCxnSpPr>
          <p:cNvPr id="2035" name="Google Shape;2035;p213"/>
          <p:cNvCxnSpPr>
            <a:stCxn id="2036" idx="1"/>
          </p:cNvCxnSpPr>
          <p:nvPr/>
        </p:nvCxnSpPr>
        <p:spPr>
          <a:xfrm rot="10800000">
            <a:off x="4439642" y="3364600"/>
            <a:ext cx="681300" cy="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37" name="Google Shape;2037;p213"/>
          <p:cNvGrpSpPr/>
          <p:nvPr/>
        </p:nvGrpSpPr>
        <p:grpSpPr>
          <a:xfrm>
            <a:off x="5120942" y="3156850"/>
            <a:ext cx="875888" cy="415500"/>
            <a:chOff x="699342" y="3156850"/>
            <a:chExt cx="875888" cy="415500"/>
          </a:xfrm>
        </p:grpSpPr>
        <p:sp>
          <p:nvSpPr>
            <p:cNvPr id="2038" name="Google Shape;2038;p213"/>
            <p:cNvSpPr/>
            <p:nvPr/>
          </p:nvSpPr>
          <p:spPr>
            <a:xfrm>
              <a:off x="699530" y="3156850"/>
              <a:ext cx="8757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2036" name="Google Shape;2036;p213"/>
            <p:cNvSpPr txBox="1"/>
            <p:nvPr/>
          </p:nvSpPr>
          <p:spPr>
            <a:xfrm>
              <a:off x="699342" y="3260650"/>
              <a:ext cx="8757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2013</a:t>
              </a:r>
              <a:endParaRPr sz="1200"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cxnSp>
        <p:nvCxnSpPr>
          <p:cNvPr id="2039" name="Google Shape;2039;p213"/>
          <p:cNvCxnSpPr>
            <a:stCxn id="2040" idx="1"/>
          </p:cNvCxnSpPr>
          <p:nvPr/>
        </p:nvCxnSpPr>
        <p:spPr>
          <a:xfrm rot="10800000">
            <a:off x="5997742" y="3364600"/>
            <a:ext cx="681300" cy="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41" name="Google Shape;2041;p213"/>
          <p:cNvGrpSpPr/>
          <p:nvPr/>
        </p:nvGrpSpPr>
        <p:grpSpPr>
          <a:xfrm>
            <a:off x="6679042" y="3156850"/>
            <a:ext cx="875888" cy="415500"/>
            <a:chOff x="699342" y="3156850"/>
            <a:chExt cx="875888" cy="415500"/>
          </a:xfrm>
        </p:grpSpPr>
        <p:sp>
          <p:nvSpPr>
            <p:cNvPr id="2042" name="Google Shape;2042;p213"/>
            <p:cNvSpPr/>
            <p:nvPr/>
          </p:nvSpPr>
          <p:spPr>
            <a:xfrm>
              <a:off x="699530" y="3156850"/>
              <a:ext cx="8757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2040" name="Google Shape;2040;p213"/>
            <p:cNvSpPr txBox="1"/>
            <p:nvPr/>
          </p:nvSpPr>
          <p:spPr>
            <a:xfrm>
              <a:off x="699342" y="3260650"/>
              <a:ext cx="8757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2014</a:t>
              </a:r>
              <a:endParaRPr sz="1200"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sp>
        <p:nvSpPr>
          <p:cNvPr id="2043" name="Google Shape;2043;p213"/>
          <p:cNvSpPr txBox="1"/>
          <p:nvPr>
            <p:ph idx="5" type="ctrTitle"/>
          </p:nvPr>
        </p:nvSpPr>
        <p:spPr>
          <a:xfrm>
            <a:off x="2016800" y="4089163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044" name="Google Shape;2044;p213"/>
          <p:cNvSpPr txBox="1"/>
          <p:nvPr>
            <p:ph idx="6" type="ctrTitle"/>
          </p:nvPr>
        </p:nvSpPr>
        <p:spPr>
          <a:xfrm>
            <a:off x="2016800" y="3697938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045" name="Google Shape;2045;p213"/>
          <p:cNvSpPr txBox="1"/>
          <p:nvPr>
            <p:ph idx="7" type="ctrTitle"/>
          </p:nvPr>
        </p:nvSpPr>
        <p:spPr>
          <a:xfrm>
            <a:off x="3574900" y="2596950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046" name="Google Shape;2046;p213"/>
          <p:cNvSpPr txBox="1"/>
          <p:nvPr>
            <p:ph idx="8" type="ctrTitle"/>
          </p:nvPr>
        </p:nvSpPr>
        <p:spPr>
          <a:xfrm>
            <a:off x="3574900" y="2205725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047" name="Google Shape;2047;p213"/>
          <p:cNvSpPr txBox="1"/>
          <p:nvPr>
            <p:ph idx="9" type="ctrTitle"/>
          </p:nvPr>
        </p:nvSpPr>
        <p:spPr>
          <a:xfrm>
            <a:off x="6679050" y="2612563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048" name="Google Shape;2048;p213"/>
          <p:cNvSpPr txBox="1"/>
          <p:nvPr>
            <p:ph idx="13" type="ctrTitle"/>
          </p:nvPr>
        </p:nvSpPr>
        <p:spPr>
          <a:xfrm>
            <a:off x="6679050" y="2221338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049" name="Google Shape;2049;p213"/>
          <p:cNvSpPr txBox="1"/>
          <p:nvPr>
            <p:ph idx="14" type="ctrTitle"/>
          </p:nvPr>
        </p:nvSpPr>
        <p:spPr>
          <a:xfrm>
            <a:off x="5120950" y="4089163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050" name="Google Shape;2050;p213"/>
          <p:cNvSpPr txBox="1"/>
          <p:nvPr>
            <p:ph idx="15" type="ctrTitle"/>
          </p:nvPr>
        </p:nvSpPr>
        <p:spPr>
          <a:xfrm>
            <a:off x="5120950" y="3697938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pic>
        <p:nvPicPr>
          <p:cNvPr id="2051" name="Google Shape;2051;p2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CUSTOM_13_2_1_1_1">
    <p:spTree>
      <p:nvGrpSpPr>
        <p:cNvPr id="2052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p214"/>
          <p:cNvSpPr txBox="1"/>
          <p:nvPr>
            <p:ph type="ctrTitle"/>
          </p:nvPr>
        </p:nvSpPr>
        <p:spPr>
          <a:xfrm>
            <a:off x="432650" y="599350"/>
            <a:ext cx="64740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54" name="Google Shape;2054;p214"/>
          <p:cNvSpPr txBox="1"/>
          <p:nvPr>
            <p:ph idx="2" type="ctrTitle"/>
          </p:nvPr>
        </p:nvSpPr>
        <p:spPr>
          <a:xfrm>
            <a:off x="432650" y="10958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2055" name="Google Shape;2055;p214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 rot="-5400000">
            <a:off x="6940805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6" name="Google Shape;2056;p214"/>
          <p:cNvPicPr preferRelativeResize="0"/>
          <p:nvPr/>
        </p:nvPicPr>
        <p:blipFill rotWithShape="1">
          <a:blip r:embed="rId2">
            <a:alphaModFix amt="34000"/>
          </a:blip>
          <a:srcRect b="0" l="0" r="0" t="0"/>
          <a:stretch/>
        </p:blipFill>
        <p:spPr>
          <a:xfrm rot="-5400000">
            <a:off x="7337210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7" name="Google Shape;2057;p214"/>
          <p:cNvPicPr preferRelativeResize="0"/>
          <p:nvPr/>
        </p:nvPicPr>
        <p:blipFill rotWithShape="1">
          <a:blip r:embed="rId2">
            <a:alphaModFix amt="54000"/>
          </a:blip>
          <a:srcRect b="0" l="0" r="0" t="0"/>
          <a:stretch/>
        </p:blipFill>
        <p:spPr>
          <a:xfrm rot="-5400000">
            <a:off x="7792316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8" name="Google Shape;2058;p2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8247397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9" name="Google Shape;2059;p2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le content 2">
  <p:cSld name="CUSTOM_13_2_1_1_1_1">
    <p:spTree>
      <p:nvGrpSpPr>
        <p:cNvPr id="2060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p215"/>
          <p:cNvSpPr txBox="1"/>
          <p:nvPr>
            <p:ph type="ctrTitle"/>
          </p:nvPr>
        </p:nvSpPr>
        <p:spPr>
          <a:xfrm>
            <a:off x="432650" y="599350"/>
            <a:ext cx="64740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62" name="Google Shape;2062;p215"/>
          <p:cNvSpPr txBox="1"/>
          <p:nvPr>
            <p:ph idx="2" type="ctrTitle"/>
          </p:nvPr>
        </p:nvSpPr>
        <p:spPr>
          <a:xfrm>
            <a:off x="432650" y="15836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2063" name="Google Shape;2063;p215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 rot="-5400000">
            <a:off x="6940805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4" name="Google Shape;2064;p215"/>
          <p:cNvPicPr preferRelativeResize="0"/>
          <p:nvPr/>
        </p:nvPicPr>
        <p:blipFill rotWithShape="1">
          <a:blip r:embed="rId2">
            <a:alphaModFix amt="34000"/>
          </a:blip>
          <a:srcRect b="0" l="0" r="0" t="0"/>
          <a:stretch/>
        </p:blipFill>
        <p:spPr>
          <a:xfrm rot="-5400000">
            <a:off x="7337210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5" name="Google Shape;2065;p215"/>
          <p:cNvPicPr preferRelativeResize="0"/>
          <p:nvPr/>
        </p:nvPicPr>
        <p:blipFill rotWithShape="1">
          <a:blip r:embed="rId2">
            <a:alphaModFix amt="54000"/>
          </a:blip>
          <a:srcRect b="0" l="0" r="0" t="0"/>
          <a:stretch/>
        </p:blipFill>
        <p:spPr>
          <a:xfrm rot="-5400000">
            <a:off x="7792316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6" name="Google Shape;2066;p2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8247397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sp>
        <p:nvSpPr>
          <p:cNvPr id="2067" name="Google Shape;2067;p215"/>
          <p:cNvSpPr txBox="1"/>
          <p:nvPr>
            <p:ph idx="3" type="ctrTitle"/>
          </p:nvPr>
        </p:nvSpPr>
        <p:spPr>
          <a:xfrm>
            <a:off x="432650" y="10958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2068" name="Google Shape;2068;p2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le content 3">
  <p:cSld name="CUSTOM_13_2_1_1_1_1_1">
    <p:spTree>
      <p:nvGrpSpPr>
        <p:cNvPr id="2069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p216"/>
          <p:cNvSpPr txBox="1"/>
          <p:nvPr>
            <p:ph type="ctrTitle"/>
          </p:nvPr>
        </p:nvSpPr>
        <p:spPr>
          <a:xfrm>
            <a:off x="432650" y="599350"/>
            <a:ext cx="64740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71" name="Google Shape;2071;p216"/>
          <p:cNvSpPr txBox="1"/>
          <p:nvPr>
            <p:ph idx="2" type="ctrTitle"/>
          </p:nvPr>
        </p:nvSpPr>
        <p:spPr>
          <a:xfrm>
            <a:off x="432650" y="1583800"/>
            <a:ext cx="36516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072" name="Google Shape;2072;p216"/>
          <p:cNvSpPr txBox="1"/>
          <p:nvPr>
            <p:ph idx="3" type="ctrTitle"/>
          </p:nvPr>
        </p:nvSpPr>
        <p:spPr>
          <a:xfrm>
            <a:off x="432650" y="10958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073" name="Google Shape;2073;p216"/>
          <p:cNvSpPr txBox="1"/>
          <p:nvPr>
            <p:ph idx="4" type="ctrTitle"/>
          </p:nvPr>
        </p:nvSpPr>
        <p:spPr>
          <a:xfrm>
            <a:off x="4515850" y="1583800"/>
            <a:ext cx="36516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2074" name="Google Shape;2074;p2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le content 4">
  <p:cSld name="CUSTOM_13_2_1_1_1_1_1_1"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217"/>
          <p:cNvSpPr txBox="1"/>
          <p:nvPr>
            <p:ph type="ctrTitle"/>
          </p:nvPr>
        </p:nvSpPr>
        <p:spPr>
          <a:xfrm>
            <a:off x="432650" y="599350"/>
            <a:ext cx="64740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77" name="Google Shape;2077;p217"/>
          <p:cNvSpPr txBox="1"/>
          <p:nvPr>
            <p:ph idx="2" type="ctrTitle"/>
          </p:nvPr>
        </p:nvSpPr>
        <p:spPr>
          <a:xfrm>
            <a:off x="432650" y="1583800"/>
            <a:ext cx="24396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078" name="Google Shape;2078;p217"/>
          <p:cNvSpPr txBox="1"/>
          <p:nvPr>
            <p:ph idx="3" type="ctrTitle"/>
          </p:nvPr>
        </p:nvSpPr>
        <p:spPr>
          <a:xfrm>
            <a:off x="432650" y="10958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079" name="Google Shape;2079;p217"/>
          <p:cNvSpPr txBox="1"/>
          <p:nvPr>
            <p:ph idx="4" type="ctrTitle"/>
          </p:nvPr>
        </p:nvSpPr>
        <p:spPr>
          <a:xfrm>
            <a:off x="3094325" y="1583800"/>
            <a:ext cx="24396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080" name="Google Shape;2080;p217"/>
          <p:cNvSpPr txBox="1"/>
          <p:nvPr>
            <p:ph idx="5" type="ctrTitle"/>
          </p:nvPr>
        </p:nvSpPr>
        <p:spPr>
          <a:xfrm>
            <a:off x="5756000" y="1583800"/>
            <a:ext cx="24396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2081" name="Google Shape;2081;p2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le content 5">
  <p:cSld name="CUSTOM_13_2_1_1_1_1_1_1_1">
    <p:spTree>
      <p:nvGrpSpPr>
        <p:cNvPr id="2082" name="Shape 2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Google Shape;2083;p218"/>
          <p:cNvSpPr txBox="1"/>
          <p:nvPr>
            <p:ph type="ctrTitle"/>
          </p:nvPr>
        </p:nvSpPr>
        <p:spPr>
          <a:xfrm>
            <a:off x="432650" y="599350"/>
            <a:ext cx="64740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84" name="Google Shape;2084;p218"/>
          <p:cNvSpPr txBox="1"/>
          <p:nvPr>
            <p:ph idx="2" type="ctrTitle"/>
          </p:nvPr>
        </p:nvSpPr>
        <p:spPr>
          <a:xfrm>
            <a:off x="432650" y="1583800"/>
            <a:ext cx="17913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085" name="Google Shape;2085;p218"/>
          <p:cNvSpPr txBox="1"/>
          <p:nvPr>
            <p:ph idx="3" type="ctrTitle"/>
          </p:nvPr>
        </p:nvSpPr>
        <p:spPr>
          <a:xfrm>
            <a:off x="432650" y="10958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086" name="Google Shape;2086;p218"/>
          <p:cNvSpPr txBox="1"/>
          <p:nvPr>
            <p:ph idx="4" type="ctrTitle"/>
          </p:nvPr>
        </p:nvSpPr>
        <p:spPr>
          <a:xfrm>
            <a:off x="2506989" y="1583800"/>
            <a:ext cx="17913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087" name="Google Shape;2087;p218"/>
          <p:cNvSpPr txBox="1"/>
          <p:nvPr>
            <p:ph idx="5" type="ctrTitle"/>
          </p:nvPr>
        </p:nvSpPr>
        <p:spPr>
          <a:xfrm>
            <a:off x="4581328" y="1583800"/>
            <a:ext cx="17913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088" name="Google Shape;2088;p218"/>
          <p:cNvSpPr txBox="1"/>
          <p:nvPr>
            <p:ph idx="6" type="ctrTitle"/>
          </p:nvPr>
        </p:nvSpPr>
        <p:spPr>
          <a:xfrm>
            <a:off x="6655667" y="1583800"/>
            <a:ext cx="17913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2089" name="Google Shape;2089;p2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2090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p219"/>
          <p:cNvSpPr txBox="1"/>
          <p:nvPr>
            <p:ph type="title"/>
          </p:nvPr>
        </p:nvSpPr>
        <p:spPr>
          <a:xfrm>
            <a:off x="576550" y="452000"/>
            <a:ext cx="530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2" name="Google Shape;2092;p219" title="Points scored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07075" y="1347875"/>
            <a:ext cx="3580326" cy="2213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3" name="Google Shape;2093;p219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125" y="1347874"/>
            <a:ext cx="3580326" cy="2213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4" name="Google Shape;2094;p2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1_1"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p220"/>
          <p:cNvSpPr txBox="1"/>
          <p:nvPr>
            <p:ph type="title"/>
          </p:nvPr>
        </p:nvSpPr>
        <p:spPr>
          <a:xfrm>
            <a:off x="576550" y="452000"/>
            <a:ext cx="530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7" name="Google Shape;2097;p220" title="Points scored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61500" y="1572700"/>
            <a:ext cx="3777426" cy="2335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8" name="Google Shape;2098;p220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5600" y="1572700"/>
            <a:ext cx="3777426" cy="2335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9" name="Google Shape;2099;p2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3">
    <p:spTree>
      <p:nvGrpSpPr>
        <p:cNvPr id="2100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p2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02" name="Google Shape;2102;p221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 rot="-5400000">
            <a:off x="6940805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3" name="Google Shape;2103;p221"/>
          <p:cNvPicPr preferRelativeResize="0"/>
          <p:nvPr/>
        </p:nvPicPr>
        <p:blipFill rotWithShape="1">
          <a:blip r:embed="rId2">
            <a:alphaModFix amt="34000"/>
          </a:blip>
          <a:srcRect b="0" l="0" r="0" t="0"/>
          <a:stretch/>
        </p:blipFill>
        <p:spPr>
          <a:xfrm rot="-5400000">
            <a:off x="7337210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4" name="Google Shape;2104;p221"/>
          <p:cNvPicPr preferRelativeResize="0"/>
          <p:nvPr/>
        </p:nvPicPr>
        <p:blipFill rotWithShape="1">
          <a:blip r:embed="rId2">
            <a:alphaModFix amt="54000"/>
          </a:blip>
          <a:srcRect b="0" l="0" r="0" t="0"/>
          <a:stretch/>
        </p:blipFill>
        <p:spPr>
          <a:xfrm rot="-5400000">
            <a:off x="7792316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5" name="Google Shape;2105;p2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8247397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6" name="Google Shape;2106;p221"/>
          <p:cNvPicPr preferRelativeResize="0"/>
          <p:nvPr/>
        </p:nvPicPr>
        <p:blipFill rotWithShape="1">
          <a:blip r:embed="rId3">
            <a:alphaModFix/>
          </a:blip>
          <a:srcRect b="26931" l="0" r="0" t="25218"/>
          <a:stretch/>
        </p:blipFill>
        <p:spPr>
          <a:xfrm>
            <a:off x="433791" y="4261284"/>
            <a:ext cx="1054199" cy="504444"/>
          </a:xfrm>
          <a:prstGeom prst="rect">
            <a:avLst/>
          </a:prstGeom>
          <a:noFill/>
          <a:ln>
            <a:noFill/>
          </a:ln>
        </p:spPr>
      </p:pic>
      <p:sp>
        <p:nvSpPr>
          <p:cNvPr id="2107" name="Google Shape;2107;p221"/>
          <p:cNvSpPr txBox="1"/>
          <p:nvPr>
            <p:ph type="title"/>
          </p:nvPr>
        </p:nvSpPr>
        <p:spPr>
          <a:xfrm>
            <a:off x="433800" y="581900"/>
            <a:ext cx="7035600" cy="192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Font typeface="Plus Jakarta Sans"/>
              <a:buNone/>
              <a:defRPr b="1" sz="6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108" name="Google Shape;2108;p221"/>
          <p:cNvSpPr txBox="1"/>
          <p:nvPr>
            <p:ph idx="1" type="subTitle"/>
          </p:nvPr>
        </p:nvSpPr>
        <p:spPr>
          <a:xfrm>
            <a:off x="562775" y="234132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None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CUSTOM_4">
    <p:spTree>
      <p:nvGrpSpPr>
        <p:cNvPr id="2109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p222"/>
          <p:cNvSpPr/>
          <p:nvPr>
            <p:ph idx="2" type="pic"/>
          </p:nvPr>
        </p:nvSpPr>
        <p:spPr>
          <a:xfrm>
            <a:off x="0" y="0"/>
            <a:ext cx="9144000" cy="33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111" name="Google Shape;2111;p222"/>
          <p:cNvSpPr txBox="1"/>
          <p:nvPr>
            <p:ph type="title"/>
          </p:nvPr>
        </p:nvSpPr>
        <p:spPr>
          <a:xfrm>
            <a:off x="623400" y="521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2" name="Google Shape;2112;p222"/>
          <p:cNvSpPr/>
          <p:nvPr/>
        </p:nvSpPr>
        <p:spPr>
          <a:xfrm>
            <a:off x="0" y="3371150"/>
            <a:ext cx="9144000" cy="1772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3" name="Google Shape;2113;p222"/>
          <p:cNvSpPr/>
          <p:nvPr/>
        </p:nvSpPr>
        <p:spPr>
          <a:xfrm>
            <a:off x="4942187" y="3904872"/>
            <a:ext cx="2141700" cy="857400"/>
          </a:xfrm>
          <a:prstGeom prst="roundRect">
            <a:avLst>
              <a:gd fmla="val 7110" name="adj"/>
            </a:avLst>
          </a:prstGeom>
          <a:solidFill>
            <a:srgbClr val="FFFFFF"/>
          </a:solidFill>
          <a:ln>
            <a:noFill/>
          </a:ln>
          <a:effectLst>
            <a:outerShdw blurRad="431800" sx="43000" rotWithShape="0" algn="t" dir="5400000" dist="241300" sy="43000">
              <a:srgbClr val="000000">
                <a:alpha val="7843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114" name="Google Shape;2114;p222"/>
          <p:cNvSpPr txBox="1"/>
          <p:nvPr/>
        </p:nvSpPr>
        <p:spPr>
          <a:xfrm>
            <a:off x="6549444" y="4544948"/>
            <a:ext cx="49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4626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Minutes</a:t>
            </a:r>
            <a:endParaRPr b="0" i="0" sz="1100" u="none" cap="none" strike="noStrike">
              <a:solidFill>
                <a:srgbClr val="F4626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115" name="Google Shape;2115;p222"/>
          <p:cNvSpPr txBox="1"/>
          <p:nvPr>
            <p:ph idx="1" type="subTitle"/>
          </p:nvPr>
        </p:nvSpPr>
        <p:spPr>
          <a:xfrm>
            <a:off x="785675" y="3967567"/>
            <a:ext cx="3513000" cy="7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6" name="Google Shape;2116;p222"/>
          <p:cNvSpPr txBox="1"/>
          <p:nvPr>
            <p:ph hasCustomPrompt="1" idx="3" type="title"/>
          </p:nvPr>
        </p:nvSpPr>
        <p:spPr>
          <a:xfrm>
            <a:off x="5037450" y="4024267"/>
            <a:ext cx="1900500" cy="61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r>
              <a:t>xx%</a:t>
            </a:r>
          </a:p>
        </p:txBody>
      </p:sp>
      <p:pic>
        <p:nvPicPr>
          <p:cNvPr id="2117" name="Google Shape;2117;p222"/>
          <p:cNvPicPr preferRelativeResize="0"/>
          <p:nvPr/>
        </p:nvPicPr>
        <p:blipFill rotWithShape="1">
          <a:blip r:embed="rId2">
            <a:alphaModFix/>
          </a:blip>
          <a:srcRect b="26852" l="0" r="0" t="26852"/>
          <a:stretch/>
        </p:blipFill>
        <p:spPr>
          <a:xfrm>
            <a:off x="199650" y="4749547"/>
            <a:ext cx="477249" cy="22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Subtitle, Presenter, Date NO Image 2 1">
  <p:cSld name="TITLE_2_1">
    <p:bg>
      <p:bgPr>
        <a:solidFill>
          <a:schemeClr val="lt1"/>
        </a:solidFill>
      </p:bgPr>
    </p:bg>
    <p:spTree>
      <p:nvGrpSpPr>
        <p:cNvPr id="2118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Google Shape;2119;p223"/>
          <p:cNvSpPr/>
          <p:nvPr/>
        </p:nvSpPr>
        <p:spPr>
          <a:xfrm>
            <a:off x="-150" y="-25"/>
            <a:ext cx="9144000" cy="51435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20" name="Google Shape;2120;p2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6000" y="1285875"/>
            <a:ext cx="6858004" cy="38576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1" name="Google Shape;2121;p223"/>
          <p:cNvCxnSpPr/>
          <p:nvPr/>
        </p:nvCxnSpPr>
        <p:spPr>
          <a:xfrm flipH="1" rot="10800000">
            <a:off x="440075" y="1877007"/>
            <a:ext cx="1552800" cy="3900"/>
          </a:xfrm>
          <a:prstGeom prst="straightConnector1">
            <a:avLst/>
          </a:prstGeom>
          <a:noFill/>
          <a:ln cap="flat" cmpd="sng" w="19050">
            <a:solidFill>
              <a:srgbClr val="FD1B1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2" name="Google Shape;2122;p223"/>
          <p:cNvSpPr txBox="1"/>
          <p:nvPr>
            <p:ph type="title"/>
          </p:nvPr>
        </p:nvSpPr>
        <p:spPr>
          <a:xfrm>
            <a:off x="440075" y="1952075"/>
            <a:ext cx="4227900" cy="424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Font typeface="Montserrat"/>
              <a:buNone/>
              <a:defRPr sz="38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23" name="Google Shape;2123;p223"/>
          <p:cNvSpPr txBox="1"/>
          <p:nvPr>
            <p:ph idx="1" type="subTitle"/>
          </p:nvPr>
        </p:nvSpPr>
        <p:spPr>
          <a:xfrm>
            <a:off x="440075" y="1376620"/>
            <a:ext cx="4116000" cy="313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Montserrat SemiBold"/>
              <a:buNone/>
              <a:defRPr sz="1400">
                <a:solidFill>
                  <a:srgbClr val="66666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124" name="Google Shape;2124;p2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8807" y="2971433"/>
            <a:ext cx="1164601" cy="16290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5" name="Google Shape;2125;p223"/>
          <p:cNvCxnSpPr/>
          <p:nvPr/>
        </p:nvCxnSpPr>
        <p:spPr>
          <a:xfrm>
            <a:off x="845660" y="4730063"/>
            <a:ext cx="0" cy="271200"/>
          </a:xfrm>
          <a:prstGeom prst="straightConnector1">
            <a:avLst/>
          </a:prstGeom>
          <a:noFill/>
          <a:ln cap="flat" cmpd="sng" w="9525">
            <a:solidFill>
              <a:srgbClr val="55627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6" name="Google Shape;2126;p223"/>
          <p:cNvSpPr txBox="1"/>
          <p:nvPr/>
        </p:nvSpPr>
        <p:spPr>
          <a:xfrm>
            <a:off x="939571" y="4801313"/>
            <a:ext cx="19485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700">
                <a:latin typeface="Montserrat Light"/>
                <a:ea typeface="Montserrat Light"/>
                <a:cs typeface="Montserrat Light"/>
                <a:sym typeface="Montserrat Light"/>
              </a:rPr>
              <a:t>Copyright © 2023 Onix. All Rights Reserved.</a:t>
            </a:r>
            <a:endParaRPr sz="700"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127" name="Google Shape;2127;p2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28" name="Google Shape;2128;p2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650" y="4499437"/>
            <a:ext cx="644074" cy="64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16">
          <p15:clr>
            <a:srgbClr val="FA7B17"/>
          </p15:clr>
        </p15:guide>
      </p15:sldGuideLst>
    </p:ext>
  </p:extLst>
</p:sldLayout>
</file>

<file path=ppt/slideLayouts/slideLayout2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p224"/>
          <p:cNvSpPr txBox="1"/>
          <p:nvPr>
            <p:ph type="title"/>
          </p:nvPr>
        </p:nvSpPr>
        <p:spPr>
          <a:xfrm>
            <a:off x="457200" y="-54864"/>
            <a:ext cx="82296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Lato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31" name="Google Shape;2131;p224"/>
          <p:cNvSpPr txBox="1"/>
          <p:nvPr>
            <p:ph idx="1" type="body"/>
          </p:nvPr>
        </p:nvSpPr>
        <p:spPr>
          <a:xfrm>
            <a:off x="457200" y="742950"/>
            <a:ext cx="82392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  <a:defRPr b="0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5433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Char char="○"/>
              <a:defRPr/>
            </a:lvl2pPr>
            <a:lvl3pPr indent="-35433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■"/>
              <a:defRPr/>
            </a:lvl3pPr>
            <a:lvl4pPr indent="-35433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Char char="●"/>
              <a:defRPr/>
            </a:lvl4pPr>
            <a:lvl5pPr indent="-35432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Char char="○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32" name="Google Shape;2132;p224"/>
          <p:cNvSpPr txBox="1"/>
          <p:nvPr>
            <p:ph idx="2" type="body"/>
          </p:nvPr>
        </p:nvSpPr>
        <p:spPr>
          <a:xfrm>
            <a:off x="457200" y="4429125"/>
            <a:ext cx="8239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90"/>
              <a:buFont typeface="Arial"/>
              <a:buNone/>
              <a:defRPr b="0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5433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4036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60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2638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40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242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20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33" name="Google Shape;2133;p2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7F7F7F"/>
                </a:solidFill>
              </a:defRPr>
            </a:lvl1pPr>
            <a:lvl2pPr lvl="1">
              <a:buNone/>
              <a:defRPr>
                <a:solidFill>
                  <a:srgbClr val="7F7F7F"/>
                </a:solidFill>
              </a:defRPr>
            </a:lvl2pPr>
            <a:lvl3pPr lvl="2">
              <a:buNone/>
              <a:defRPr>
                <a:solidFill>
                  <a:srgbClr val="7F7F7F"/>
                </a:solidFill>
              </a:defRPr>
            </a:lvl3pPr>
            <a:lvl4pPr lvl="3">
              <a:buNone/>
              <a:defRPr>
                <a:solidFill>
                  <a:srgbClr val="7F7F7F"/>
                </a:solidFill>
              </a:defRPr>
            </a:lvl4pPr>
            <a:lvl5pPr lvl="4">
              <a:buNone/>
              <a:defRPr>
                <a:solidFill>
                  <a:srgbClr val="7F7F7F"/>
                </a:solidFill>
              </a:defRPr>
            </a:lvl5pPr>
            <a:lvl6pPr lvl="5">
              <a:buNone/>
              <a:defRPr>
                <a:solidFill>
                  <a:srgbClr val="7F7F7F"/>
                </a:solidFill>
              </a:defRPr>
            </a:lvl6pPr>
            <a:lvl7pPr lvl="6">
              <a:buNone/>
              <a:defRPr>
                <a:solidFill>
                  <a:srgbClr val="7F7F7F"/>
                </a:solidFill>
              </a:defRPr>
            </a:lvl7pPr>
            <a:lvl8pPr lvl="7">
              <a:buNone/>
              <a:defRPr>
                <a:solidFill>
                  <a:srgbClr val="7F7F7F"/>
                </a:solidFill>
              </a:defRPr>
            </a:lvl8pPr>
            <a:lvl9pPr lvl="8">
              <a:buNone/>
              <a:defRPr>
                <a:solidFill>
                  <a:srgbClr val="7F7F7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34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p225"/>
          <p:cNvSpPr txBox="1"/>
          <p:nvPr>
            <p:ph idx="1" type="body"/>
          </p:nvPr>
        </p:nvSpPr>
        <p:spPr>
          <a:xfrm>
            <a:off x="457200" y="1145286"/>
            <a:ext cx="8229600" cy="3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5433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Char char="○"/>
              <a:defRPr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4036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60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2638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40"/>
              <a:buChar char="●"/>
              <a:defRPr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242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20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36" name="Google Shape;2136;p225"/>
          <p:cNvSpPr txBox="1"/>
          <p:nvPr>
            <p:ph type="title"/>
          </p:nvPr>
        </p:nvSpPr>
        <p:spPr>
          <a:xfrm>
            <a:off x="457200" y="-51728"/>
            <a:ext cx="82296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Lato"/>
              <a:buNone/>
              <a:defRPr b="1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137" name="Google Shape;2137;p225"/>
          <p:cNvCxnSpPr/>
          <p:nvPr/>
        </p:nvCxnSpPr>
        <p:spPr>
          <a:xfrm>
            <a:off x="457200" y="60818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8" name="Google Shape;2138;p225"/>
          <p:cNvSpPr txBox="1"/>
          <p:nvPr>
            <p:ph idx="2" type="body"/>
          </p:nvPr>
        </p:nvSpPr>
        <p:spPr>
          <a:xfrm>
            <a:off x="2183605" y="4759400"/>
            <a:ext cx="63093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"/>
              <a:buNone/>
              <a:defRPr b="0" sz="6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5433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Char char="○"/>
              <a:defRPr/>
            </a:lvl2pPr>
            <a:lvl3pPr indent="-35433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■"/>
              <a:defRPr/>
            </a:lvl3pPr>
            <a:lvl4pPr indent="-35433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Char char="●"/>
              <a:defRPr/>
            </a:lvl4pPr>
            <a:lvl5pPr indent="-35432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Char char="○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39" name="Google Shape;2139;p225"/>
          <p:cNvSpPr txBox="1"/>
          <p:nvPr>
            <p:ph idx="3" type="body"/>
          </p:nvPr>
        </p:nvSpPr>
        <p:spPr>
          <a:xfrm>
            <a:off x="457200" y="742950"/>
            <a:ext cx="82392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  <a:defRPr b="0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5433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Char char="○"/>
              <a:defRPr/>
            </a:lvl2pPr>
            <a:lvl3pPr indent="-35433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■"/>
              <a:defRPr/>
            </a:lvl3pPr>
            <a:lvl4pPr indent="-35433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Char char="●"/>
              <a:defRPr/>
            </a:lvl4pPr>
            <a:lvl5pPr indent="-35432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Char char="○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40" name="Google Shape;2140;p2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2141" name="Shape 2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2" name="Google Shape;2142;p226"/>
          <p:cNvSpPr txBox="1"/>
          <p:nvPr>
            <p:ph type="title"/>
          </p:nvPr>
        </p:nvSpPr>
        <p:spPr>
          <a:xfrm>
            <a:off x="457200" y="-54864"/>
            <a:ext cx="82296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43" name="Google Shape;2143;p226"/>
          <p:cNvSpPr txBox="1"/>
          <p:nvPr>
            <p:ph idx="1" type="body"/>
          </p:nvPr>
        </p:nvSpPr>
        <p:spPr>
          <a:xfrm>
            <a:off x="425450" y="1145286"/>
            <a:ext cx="8229600" cy="3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b="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○"/>
              <a:defRPr>
                <a:solidFill>
                  <a:schemeClr val="accent2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44" name="Google Shape;2144;p226"/>
          <p:cNvSpPr txBox="1"/>
          <p:nvPr>
            <p:ph idx="2" type="body"/>
          </p:nvPr>
        </p:nvSpPr>
        <p:spPr>
          <a:xfrm>
            <a:off x="276225" y="4357688"/>
            <a:ext cx="8239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990"/>
              <a:buFont typeface="Arial"/>
              <a:buNone/>
              <a:defRPr b="0" sz="900">
                <a:solidFill>
                  <a:schemeClr val="dk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indent="-35433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4036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60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2638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40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242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20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45" name="Google Shape;2145;p2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28">
          <p15:clr>
            <a:srgbClr val="FBAE40"/>
          </p15:clr>
        </p15:guide>
        <p15:guide id="2" pos="2980">
          <p15:clr>
            <a:srgbClr val="FBAE40"/>
          </p15:clr>
        </p15:guide>
      </p15:sldGuideLst>
    </p:ext>
  </p:extLst>
</p:sldLayout>
</file>

<file path=ppt/slideLayouts/slideLayout2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Google Shape;2147;p227"/>
          <p:cNvSpPr txBox="1"/>
          <p:nvPr>
            <p:ph type="ctrTitle"/>
          </p:nvPr>
        </p:nvSpPr>
        <p:spPr>
          <a:xfrm>
            <a:off x="1143000" y="1676400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u="sng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3">
  <p:cSld name="TITLE_3">
    <p:spTree>
      <p:nvGrpSpPr>
        <p:cNvPr id="2148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p2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50" name="Google Shape;2150;p2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51" name="Google Shape;2151;p2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44">
  <p:cSld name="BLANK_44">
    <p:spTree>
      <p:nvGrpSpPr>
        <p:cNvPr id="2152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p2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4" name="Google Shape;2154;p229"/>
          <p:cNvSpPr txBox="1"/>
          <p:nvPr>
            <p:ph type="ctrTitle"/>
          </p:nvPr>
        </p:nvSpPr>
        <p:spPr>
          <a:xfrm>
            <a:off x="432650" y="599350"/>
            <a:ext cx="64740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55" name="Google Shape;2155;p229"/>
          <p:cNvSpPr txBox="1"/>
          <p:nvPr>
            <p:ph idx="2" type="ctrTitle"/>
          </p:nvPr>
        </p:nvSpPr>
        <p:spPr>
          <a:xfrm>
            <a:off x="432650" y="1583800"/>
            <a:ext cx="36516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156" name="Google Shape;2156;p229"/>
          <p:cNvSpPr txBox="1"/>
          <p:nvPr>
            <p:ph idx="3" type="ctrTitle"/>
          </p:nvPr>
        </p:nvSpPr>
        <p:spPr>
          <a:xfrm>
            <a:off x="432650" y="10958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157" name="Google Shape;2157;p229"/>
          <p:cNvSpPr txBox="1"/>
          <p:nvPr>
            <p:ph idx="4" type="ctrTitle"/>
          </p:nvPr>
        </p:nvSpPr>
        <p:spPr>
          <a:xfrm>
            <a:off x="4515850" y="1583800"/>
            <a:ext cx="36516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2158" name="Google Shape;2158;p2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_Break">
  <p:cSld name="CUSTOM_2_3"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230"/>
          <p:cNvSpPr txBox="1"/>
          <p:nvPr>
            <p:ph type="title"/>
          </p:nvPr>
        </p:nvSpPr>
        <p:spPr>
          <a:xfrm>
            <a:off x="457175" y="1536250"/>
            <a:ext cx="6153900" cy="20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3">
  <p:cSld name="BLANK_23">
    <p:spTree>
      <p:nvGrpSpPr>
        <p:cNvPr id="216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" name="Google Shape;2162;p2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3" name="Google Shape;2163;p2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64" name="Google Shape;2164;p2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 sz="1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165" name="Google Shape;2165;p2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 sz="1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2">
  <p:cSld name="BLANK_22">
    <p:spTree>
      <p:nvGrpSpPr>
        <p:cNvPr id="2166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p2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8" name="Google Shape;2168;p232"/>
          <p:cNvSpPr/>
          <p:nvPr/>
        </p:nvSpPr>
        <p:spPr>
          <a:xfrm>
            <a:off x="0" y="0"/>
            <a:ext cx="9144000" cy="5153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9" name="Google Shape;2169;p232"/>
          <p:cNvSpPr txBox="1"/>
          <p:nvPr>
            <p:ph type="title"/>
          </p:nvPr>
        </p:nvSpPr>
        <p:spPr>
          <a:xfrm>
            <a:off x="311700" y="22902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Plus Jakarta Sans"/>
              <a:buNone/>
              <a:defRPr b="1" sz="41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Plain">
  <p:cSld name="CUSTOM_3_1_1_1_1_1_1_1_1_1_1">
    <p:spTree>
      <p:nvGrpSpPr>
        <p:cNvPr id="2170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p233"/>
          <p:cNvSpPr txBox="1"/>
          <p:nvPr/>
        </p:nvSpPr>
        <p:spPr>
          <a:xfrm>
            <a:off x="6762575" y="-301"/>
            <a:ext cx="19242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BDC1C6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+ Confidential</a:t>
            </a:r>
            <a:endParaRPr b="0" i="0" sz="600" u="none" cap="none" strike="noStrike">
              <a:solidFill>
                <a:srgbClr val="BDC1C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172" name="Google Shape;2172;p2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62779"/>
            <a:ext cx="659356" cy="115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77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Google Shape;2178;p2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79" name="Google Shape;2179;p2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80" name="Google Shape;2180;p2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8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p2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83" name="Google Shape;2183;p2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84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2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86" name="Google Shape;2186;p2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87" name="Google Shape;2187;p2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88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Google Shape;2189;p2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90" name="Google Shape;2190;p2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91" name="Google Shape;2191;p2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92" name="Google Shape;2192;p2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93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Google Shape;2194;p2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95" name="Google Shape;2195;p2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196" name="Shape 2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Google Shape;2197;p2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98" name="Google Shape;2198;p2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99" name="Google Shape;2199;p2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200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Google Shape;2201;p24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202" name="Google Shape;2202;p2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203" name="Shape 2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4" name="Google Shape;2204;p24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5" name="Google Shape;2205;p2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206" name="Google Shape;2206;p2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207" name="Google Shape;2207;p2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08" name="Google Shape;2208;p2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p24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211" name="Google Shape;2211;p2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212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p24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214" name="Google Shape;2214;p24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15" name="Google Shape;2215;p2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16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2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_Title &amp; Body_1 Col">
  <p:cSld name="CUSTOM_7_1_1_1_1_1_1_1_1_1_1_1_1_1_1_1">
    <p:bg>
      <p:bgPr>
        <a:solidFill>
          <a:srgbClr val="FFFFFF"/>
        </a:solidFill>
      </p:bgPr>
    </p:bg>
    <p:spTree>
      <p:nvGrpSpPr>
        <p:cNvPr id="2218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9" name="Google Shape;2219;p2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62779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2220" name="Google Shape;2220;p246"/>
          <p:cNvSpPr txBox="1"/>
          <p:nvPr>
            <p:ph type="title"/>
          </p:nvPr>
        </p:nvSpPr>
        <p:spPr>
          <a:xfrm>
            <a:off x="457200" y="457200"/>
            <a:ext cx="8229900" cy="3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222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2" name="Google Shape;2222;p247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2223" name="Google Shape;2223;p247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247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247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6" name="Google Shape;2226;p247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7" name="Google Shape;2227;p247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p247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Header Slide 1">
  <p:cSld name="CUSTOM_6_1_1">
    <p:spTree>
      <p:nvGrpSpPr>
        <p:cNvPr id="2229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Logo-Datametica.png" id="2230" name="Google Shape;2230;p248"/>
          <p:cNvSpPr/>
          <p:nvPr/>
        </p:nvSpPr>
        <p:spPr>
          <a:xfrm>
            <a:off x="7648197" y="190500"/>
            <a:ext cx="1305303" cy="34443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231" name="Google Shape;2231;p248"/>
          <p:cNvCxnSpPr/>
          <p:nvPr/>
        </p:nvCxnSpPr>
        <p:spPr>
          <a:xfrm>
            <a:off x="8696801" y="4897085"/>
            <a:ext cx="488700" cy="0"/>
          </a:xfrm>
          <a:prstGeom prst="straightConnector1">
            <a:avLst/>
          </a:prstGeom>
          <a:noFill/>
          <a:ln cap="flat" cmpd="sng" w="12700">
            <a:solidFill>
              <a:srgbClr val="FF8E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2" name="Google Shape;2232;p248"/>
          <p:cNvSpPr/>
          <p:nvPr/>
        </p:nvSpPr>
        <p:spPr>
          <a:xfrm>
            <a:off x="8594970" y="4813071"/>
            <a:ext cx="168000" cy="168000"/>
          </a:xfrm>
          <a:prstGeom prst="ellipse">
            <a:avLst/>
          </a:prstGeom>
          <a:solidFill>
            <a:srgbClr val="FF8E2D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3" name="Google Shape;2233;p248"/>
          <p:cNvSpPr txBox="1"/>
          <p:nvPr/>
        </p:nvSpPr>
        <p:spPr>
          <a:xfrm>
            <a:off x="8526057" y="4825911"/>
            <a:ext cx="3060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 b="0" i="0" sz="700" u="none" cap="none" strike="noStrik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34" name="Google Shape;2234;p248"/>
          <p:cNvSpPr txBox="1"/>
          <p:nvPr/>
        </p:nvSpPr>
        <p:spPr>
          <a:xfrm>
            <a:off x="6375208" y="4820141"/>
            <a:ext cx="1651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A7A7A7"/>
                </a:solidFill>
                <a:latin typeface="Nunito"/>
                <a:ea typeface="Nunito"/>
                <a:cs typeface="Nunito"/>
                <a:sym typeface="Nunito"/>
              </a:rPr>
              <a:t>Onix</a:t>
            </a:r>
            <a:r>
              <a:rPr b="0" i="0" lang="en" sz="800" u="none" cap="none" strike="noStrike">
                <a:solidFill>
                  <a:srgbClr val="A7A7A7"/>
                </a:solidFill>
                <a:latin typeface="Nunito"/>
                <a:ea typeface="Nunito"/>
                <a:cs typeface="Nunito"/>
                <a:sym typeface="Nunito"/>
              </a:rPr>
              <a:t> Copyright </a:t>
            </a:r>
            <a:r>
              <a:rPr lang="en" sz="800">
                <a:solidFill>
                  <a:srgbClr val="A7A7A7"/>
                </a:solidFill>
                <a:latin typeface="Nunito"/>
                <a:ea typeface="Nunito"/>
                <a:cs typeface="Nunito"/>
                <a:sym typeface="Nunito"/>
              </a:rPr>
              <a:t>2023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5" name="Google Shape;2235;p248"/>
          <p:cNvSpPr/>
          <p:nvPr/>
        </p:nvSpPr>
        <p:spPr>
          <a:xfrm>
            <a:off x="8122880" y="4340175"/>
            <a:ext cx="1021120" cy="804525"/>
          </a:xfrm>
          <a:prstGeom prst="rect">
            <a:avLst/>
          </a:prstGeom>
          <a:noFill/>
          <a:ln>
            <a:noFill/>
          </a:ln>
        </p:spPr>
      </p:sp>
      <p:sp>
        <p:nvSpPr>
          <p:cNvPr id="2236" name="Google Shape;2236;p248"/>
          <p:cNvSpPr txBox="1"/>
          <p:nvPr/>
        </p:nvSpPr>
        <p:spPr>
          <a:xfrm>
            <a:off x="8497950" y="4754750"/>
            <a:ext cx="30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endParaRPr sz="1400"/>
          </a:p>
        </p:txBody>
      </p:sp>
      <p:sp>
        <p:nvSpPr>
          <p:cNvPr id="2237" name="Google Shape;2237;p248"/>
          <p:cNvSpPr txBox="1"/>
          <p:nvPr>
            <p:ph idx="1" type="body"/>
          </p:nvPr>
        </p:nvSpPr>
        <p:spPr>
          <a:xfrm>
            <a:off x="263768" y="239505"/>
            <a:ext cx="39609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Google Sans"/>
              <a:buNone/>
              <a:defRPr b="1" i="0" sz="22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22860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None/>
              <a:defRPr sz="2200">
                <a:latin typeface="Google Sans"/>
                <a:ea typeface="Google Sans"/>
                <a:cs typeface="Google Sans"/>
                <a:sym typeface="Google Sans"/>
              </a:defRPr>
            </a:lvl2pPr>
            <a:lvl3pPr indent="-22860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None/>
              <a:defRPr sz="2200">
                <a:latin typeface="Google Sans"/>
                <a:ea typeface="Google Sans"/>
                <a:cs typeface="Google Sans"/>
                <a:sym typeface="Google Sans"/>
              </a:defRPr>
            </a:lvl3pPr>
            <a:lvl4pPr indent="-22860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None/>
              <a:defRPr sz="2200">
                <a:latin typeface="Google Sans"/>
                <a:ea typeface="Google Sans"/>
                <a:cs typeface="Google Sans"/>
                <a:sym typeface="Google Sans"/>
              </a:defRPr>
            </a:lvl4pPr>
            <a:lvl5pPr indent="-22860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None/>
              <a:defRPr sz="2200">
                <a:latin typeface="Google Sans"/>
                <a:ea typeface="Google Sans"/>
                <a:cs typeface="Google Sans"/>
                <a:sym typeface="Google Sans"/>
              </a:defRPr>
            </a:lvl5pPr>
            <a:lvl6pPr indent="-3683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Char char="■"/>
              <a:defRPr sz="2200">
                <a:latin typeface="Google Sans"/>
                <a:ea typeface="Google Sans"/>
                <a:cs typeface="Google Sans"/>
                <a:sym typeface="Google Sans"/>
              </a:defRPr>
            </a:lvl6pPr>
            <a:lvl7pPr indent="-3683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Char char="●"/>
              <a:defRPr sz="2200">
                <a:latin typeface="Google Sans"/>
                <a:ea typeface="Google Sans"/>
                <a:cs typeface="Google Sans"/>
                <a:sym typeface="Google Sans"/>
              </a:defRPr>
            </a:lvl7pPr>
            <a:lvl8pPr indent="-3683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Char char="○"/>
              <a:defRPr sz="2200">
                <a:latin typeface="Google Sans"/>
                <a:ea typeface="Google Sans"/>
                <a:cs typeface="Google Sans"/>
                <a:sym typeface="Google Sans"/>
              </a:defRPr>
            </a:lvl8pPr>
            <a:lvl9pPr indent="-3683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Google Sans"/>
              <a:buChar char="■"/>
              <a:defRPr sz="22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2238" name="Google Shape;2238;p248"/>
          <p:cNvSpPr txBox="1"/>
          <p:nvPr/>
        </p:nvSpPr>
        <p:spPr>
          <a:xfrm>
            <a:off x="263775" y="912600"/>
            <a:ext cx="8088900" cy="35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220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CUSTOM_7_1_1_1_1_1_1_1_1_1_1_1_1_1">
    <p:bg>
      <p:bgPr>
        <a:solidFill>
          <a:srgbClr val="FFFFFF"/>
        </a:solidFill>
      </p:bgPr>
    </p:bg>
    <p:spTree>
      <p:nvGrpSpPr>
        <p:cNvPr id="2239" name="Shape 2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Google Shape;2240;p249"/>
          <p:cNvSpPr/>
          <p:nvPr/>
        </p:nvSpPr>
        <p:spPr>
          <a:xfrm>
            <a:off x="8027650" y="4862779"/>
            <a:ext cx="659356" cy="115363"/>
          </a:xfrm>
          <a:prstGeom prst="rect">
            <a:avLst/>
          </a:prstGeom>
          <a:noFill/>
          <a:ln>
            <a:noFill/>
          </a:ln>
        </p:spPr>
      </p:sp>
      <p:sp>
        <p:nvSpPr>
          <p:cNvPr id="2241" name="Google Shape;2241;p249"/>
          <p:cNvSpPr txBox="1"/>
          <p:nvPr>
            <p:ph type="title"/>
          </p:nvPr>
        </p:nvSpPr>
        <p:spPr>
          <a:xfrm>
            <a:off x="457200" y="1536192"/>
            <a:ext cx="6153900" cy="207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00"/>
            </a:lvl1pPr>
            <a:lvl2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2pPr>
            <a:lvl3pPr lvl="2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3pPr>
            <a:lvl4pPr lvl="3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4pPr>
            <a:lvl5pPr lvl="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5pPr>
            <a:lvl6pPr lvl="5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6pPr>
            <a:lvl7pPr lvl="6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7pPr>
            <a:lvl8pPr lvl="7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8pPr>
            <a:lvl9pPr lvl="8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6_2">
    <p:spTree>
      <p:nvGrpSpPr>
        <p:cNvPr id="2242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3" name="Google Shape;2243;p2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 type="title">
  <p:cSld name="TITLE">
    <p:spTree>
      <p:nvGrpSpPr>
        <p:cNvPr id="2248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9" name="Google Shape;2249;p252"/>
          <p:cNvSpPr/>
          <p:nvPr/>
        </p:nvSpPr>
        <p:spPr>
          <a:xfrm>
            <a:off x="-21450" y="0"/>
            <a:ext cx="91869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50" name="Google Shape;2250;p2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2450" y="-180431"/>
            <a:ext cx="4246274" cy="4878531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2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52" name="Google Shape;2252;p2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5324" y="795700"/>
            <a:ext cx="1250275" cy="1250324"/>
          </a:xfrm>
          <a:prstGeom prst="rect">
            <a:avLst/>
          </a:prstGeom>
          <a:noFill/>
          <a:ln>
            <a:noFill/>
          </a:ln>
        </p:spPr>
      </p:pic>
      <p:sp>
        <p:nvSpPr>
          <p:cNvPr id="2253" name="Google Shape;2253;p252"/>
          <p:cNvSpPr txBox="1"/>
          <p:nvPr>
            <p:ph type="ctrTitle"/>
          </p:nvPr>
        </p:nvSpPr>
        <p:spPr>
          <a:xfrm>
            <a:off x="4453525" y="1831800"/>
            <a:ext cx="4378800" cy="135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Plus Jakarta Sans"/>
              <a:buNone/>
              <a:defRPr b="1" sz="4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54" name="Google Shape;2254;p252"/>
          <p:cNvSpPr txBox="1"/>
          <p:nvPr>
            <p:ph idx="1" type="subTitle"/>
          </p:nvPr>
        </p:nvSpPr>
        <p:spPr>
          <a:xfrm>
            <a:off x="4453529" y="3190800"/>
            <a:ext cx="4378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None/>
              <a:defRPr b="1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2255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p253"/>
          <p:cNvSpPr/>
          <p:nvPr/>
        </p:nvSpPr>
        <p:spPr>
          <a:xfrm>
            <a:off x="-14250" y="0"/>
            <a:ext cx="9172500" cy="51435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57" name="Google Shape;2257;p253"/>
          <p:cNvPicPr preferRelativeResize="0"/>
          <p:nvPr/>
        </p:nvPicPr>
        <p:blipFill rotWithShape="1">
          <a:blip r:embed="rId2">
            <a:alphaModFix/>
          </a:blip>
          <a:srcRect b="30205" l="0" r="0" t="28007"/>
          <a:stretch/>
        </p:blipFill>
        <p:spPr>
          <a:xfrm>
            <a:off x="287295" y="494624"/>
            <a:ext cx="1250276" cy="522474"/>
          </a:xfrm>
          <a:prstGeom prst="rect">
            <a:avLst/>
          </a:prstGeom>
          <a:noFill/>
          <a:ln>
            <a:noFill/>
          </a:ln>
        </p:spPr>
      </p:pic>
      <p:sp>
        <p:nvSpPr>
          <p:cNvPr id="2258" name="Google Shape;2258;p253"/>
          <p:cNvSpPr txBox="1"/>
          <p:nvPr>
            <p:ph type="ctrTitle"/>
          </p:nvPr>
        </p:nvSpPr>
        <p:spPr>
          <a:xfrm>
            <a:off x="287300" y="1302125"/>
            <a:ext cx="5688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us Jakarta Sans ExtraBold"/>
              <a:buNone/>
              <a:defRPr sz="4000">
                <a:solidFill>
                  <a:schemeClr val="lt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59" name="Google Shape;2259;p253"/>
          <p:cNvSpPr txBox="1"/>
          <p:nvPr>
            <p:ph idx="1" type="subTitle"/>
          </p:nvPr>
        </p:nvSpPr>
        <p:spPr>
          <a:xfrm>
            <a:off x="287300" y="3354725"/>
            <a:ext cx="55881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"/>
              <a:buNone/>
              <a:defRPr b="1" sz="11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b="1" sz="2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1">
  <p:cSld name="TITLE_1">
    <p:spTree>
      <p:nvGrpSpPr>
        <p:cNvPr id="2260" name="Shape 2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1" name="Google Shape;2261;p2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2" name="Google Shape;2262;p254"/>
          <p:cNvSpPr/>
          <p:nvPr/>
        </p:nvSpPr>
        <p:spPr>
          <a:xfrm>
            <a:off x="0" y="3300"/>
            <a:ext cx="9144000" cy="5136900"/>
          </a:xfrm>
          <a:prstGeom prst="rect">
            <a:avLst/>
          </a:prstGeom>
          <a:solidFill>
            <a:srgbClr val="3049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3" name="Google Shape;2263;p254"/>
          <p:cNvSpPr/>
          <p:nvPr/>
        </p:nvSpPr>
        <p:spPr>
          <a:xfrm>
            <a:off x="5530544" y="3189924"/>
            <a:ext cx="284027" cy="219291"/>
          </a:xfrm>
          <a:custGeom>
            <a:rect b="b" l="l" r="r" t="t"/>
            <a:pathLst>
              <a:path extrusionOk="0" h="136" w="176">
                <a:moveTo>
                  <a:pt x="160" y="0"/>
                </a:moveTo>
                <a:cubicBezTo>
                  <a:pt x="48" y="0"/>
                  <a:pt x="48" y="0"/>
                  <a:pt x="48" y="0"/>
                </a:cubicBezTo>
                <a:cubicBezTo>
                  <a:pt x="39" y="0"/>
                  <a:pt x="32" y="7"/>
                  <a:pt x="32" y="16"/>
                </a:cubicBezTo>
                <a:cubicBezTo>
                  <a:pt x="32" y="20"/>
                  <a:pt x="32" y="20"/>
                  <a:pt x="32" y="20"/>
                </a:cubicBezTo>
                <a:cubicBezTo>
                  <a:pt x="32" y="22"/>
                  <a:pt x="34" y="24"/>
                  <a:pt x="36" y="24"/>
                </a:cubicBezTo>
                <a:cubicBezTo>
                  <a:pt x="38" y="24"/>
                  <a:pt x="40" y="22"/>
                  <a:pt x="40" y="20"/>
                </a:cubicBezTo>
                <a:cubicBezTo>
                  <a:pt x="40" y="16"/>
                  <a:pt x="40" y="16"/>
                  <a:pt x="40" y="16"/>
                </a:cubicBezTo>
                <a:cubicBezTo>
                  <a:pt x="40" y="12"/>
                  <a:pt x="44" y="8"/>
                  <a:pt x="48" y="8"/>
                </a:cubicBezTo>
                <a:cubicBezTo>
                  <a:pt x="160" y="8"/>
                  <a:pt x="160" y="8"/>
                  <a:pt x="160" y="8"/>
                </a:cubicBezTo>
                <a:cubicBezTo>
                  <a:pt x="164" y="8"/>
                  <a:pt x="168" y="12"/>
                  <a:pt x="168" y="16"/>
                </a:cubicBezTo>
                <a:cubicBezTo>
                  <a:pt x="168" y="88"/>
                  <a:pt x="168" y="88"/>
                  <a:pt x="168" y="88"/>
                </a:cubicBezTo>
                <a:cubicBezTo>
                  <a:pt x="168" y="92"/>
                  <a:pt x="164" y="96"/>
                  <a:pt x="160" y="96"/>
                </a:cubicBezTo>
                <a:cubicBezTo>
                  <a:pt x="156" y="96"/>
                  <a:pt x="156" y="96"/>
                  <a:pt x="156" y="96"/>
                </a:cubicBezTo>
                <a:cubicBezTo>
                  <a:pt x="154" y="96"/>
                  <a:pt x="152" y="98"/>
                  <a:pt x="152" y="100"/>
                </a:cubicBezTo>
                <a:cubicBezTo>
                  <a:pt x="152" y="102"/>
                  <a:pt x="154" y="104"/>
                  <a:pt x="156" y="104"/>
                </a:cubicBezTo>
                <a:cubicBezTo>
                  <a:pt x="160" y="104"/>
                  <a:pt x="160" y="104"/>
                  <a:pt x="160" y="104"/>
                </a:cubicBezTo>
                <a:cubicBezTo>
                  <a:pt x="169" y="104"/>
                  <a:pt x="176" y="97"/>
                  <a:pt x="176" y="88"/>
                </a:cubicBezTo>
                <a:cubicBezTo>
                  <a:pt x="176" y="16"/>
                  <a:pt x="176" y="16"/>
                  <a:pt x="176" y="16"/>
                </a:cubicBezTo>
                <a:cubicBezTo>
                  <a:pt x="176" y="7"/>
                  <a:pt x="169" y="0"/>
                  <a:pt x="160" y="0"/>
                </a:cubicBezTo>
                <a:moveTo>
                  <a:pt x="128" y="32"/>
                </a:moveTo>
                <a:cubicBezTo>
                  <a:pt x="16" y="32"/>
                  <a:pt x="16" y="32"/>
                  <a:pt x="16" y="32"/>
                </a:cubicBezTo>
                <a:cubicBezTo>
                  <a:pt x="7" y="32"/>
                  <a:pt x="0" y="39"/>
                  <a:pt x="0" y="48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9"/>
                  <a:pt x="7" y="136"/>
                  <a:pt x="16" y="136"/>
                </a:cubicBezTo>
                <a:cubicBezTo>
                  <a:pt x="128" y="136"/>
                  <a:pt x="128" y="136"/>
                  <a:pt x="128" y="136"/>
                </a:cubicBezTo>
                <a:cubicBezTo>
                  <a:pt x="137" y="136"/>
                  <a:pt x="144" y="129"/>
                  <a:pt x="144" y="120"/>
                </a:cubicBezTo>
                <a:cubicBezTo>
                  <a:pt x="144" y="48"/>
                  <a:pt x="144" y="48"/>
                  <a:pt x="144" y="48"/>
                </a:cubicBezTo>
                <a:cubicBezTo>
                  <a:pt x="144" y="39"/>
                  <a:pt x="137" y="32"/>
                  <a:pt x="128" y="32"/>
                </a:cubicBezTo>
                <a:moveTo>
                  <a:pt x="16" y="40"/>
                </a:moveTo>
                <a:cubicBezTo>
                  <a:pt x="128" y="40"/>
                  <a:pt x="128" y="40"/>
                  <a:pt x="128" y="40"/>
                </a:cubicBezTo>
                <a:cubicBezTo>
                  <a:pt x="130" y="40"/>
                  <a:pt x="132" y="41"/>
                  <a:pt x="133" y="42"/>
                </a:cubicBezTo>
                <a:cubicBezTo>
                  <a:pt x="77" y="98"/>
                  <a:pt x="77" y="98"/>
                  <a:pt x="77" y="98"/>
                </a:cubicBezTo>
                <a:cubicBezTo>
                  <a:pt x="76" y="99"/>
                  <a:pt x="74" y="100"/>
                  <a:pt x="72" y="100"/>
                </a:cubicBezTo>
                <a:cubicBezTo>
                  <a:pt x="70" y="100"/>
                  <a:pt x="68" y="99"/>
                  <a:pt x="67" y="98"/>
                </a:cubicBezTo>
                <a:cubicBezTo>
                  <a:pt x="11" y="42"/>
                  <a:pt x="11" y="42"/>
                  <a:pt x="11" y="42"/>
                </a:cubicBezTo>
                <a:cubicBezTo>
                  <a:pt x="12" y="41"/>
                  <a:pt x="14" y="40"/>
                  <a:pt x="16" y="40"/>
                </a:cubicBezTo>
                <a:moveTo>
                  <a:pt x="8" y="50"/>
                </a:moveTo>
                <a:cubicBezTo>
                  <a:pt x="42" y="84"/>
                  <a:pt x="42" y="84"/>
                  <a:pt x="42" y="84"/>
                </a:cubicBezTo>
                <a:cubicBezTo>
                  <a:pt x="8" y="118"/>
                  <a:pt x="8" y="118"/>
                  <a:pt x="8" y="118"/>
                </a:cubicBezTo>
                <a:lnTo>
                  <a:pt x="8" y="50"/>
                </a:lnTo>
                <a:close/>
                <a:moveTo>
                  <a:pt x="128" y="128"/>
                </a:moveTo>
                <a:cubicBezTo>
                  <a:pt x="16" y="128"/>
                  <a:pt x="16" y="128"/>
                  <a:pt x="16" y="128"/>
                </a:cubicBezTo>
                <a:cubicBezTo>
                  <a:pt x="14" y="128"/>
                  <a:pt x="12" y="127"/>
                  <a:pt x="11" y="126"/>
                </a:cubicBezTo>
                <a:cubicBezTo>
                  <a:pt x="47" y="90"/>
                  <a:pt x="47" y="90"/>
                  <a:pt x="47" y="90"/>
                </a:cubicBezTo>
                <a:cubicBezTo>
                  <a:pt x="61" y="103"/>
                  <a:pt x="61" y="103"/>
                  <a:pt x="61" y="103"/>
                </a:cubicBezTo>
                <a:cubicBezTo>
                  <a:pt x="64" y="106"/>
                  <a:pt x="68" y="108"/>
                  <a:pt x="72" y="108"/>
                </a:cubicBezTo>
                <a:cubicBezTo>
                  <a:pt x="76" y="108"/>
                  <a:pt x="80" y="106"/>
                  <a:pt x="83" y="103"/>
                </a:cubicBezTo>
                <a:cubicBezTo>
                  <a:pt x="97" y="90"/>
                  <a:pt x="97" y="90"/>
                  <a:pt x="97" y="90"/>
                </a:cubicBezTo>
                <a:cubicBezTo>
                  <a:pt x="133" y="126"/>
                  <a:pt x="133" y="126"/>
                  <a:pt x="133" y="126"/>
                </a:cubicBezTo>
                <a:cubicBezTo>
                  <a:pt x="132" y="127"/>
                  <a:pt x="130" y="128"/>
                  <a:pt x="128" y="128"/>
                </a:cubicBezTo>
                <a:moveTo>
                  <a:pt x="136" y="118"/>
                </a:moveTo>
                <a:cubicBezTo>
                  <a:pt x="102" y="84"/>
                  <a:pt x="102" y="84"/>
                  <a:pt x="102" y="84"/>
                </a:cubicBezTo>
                <a:cubicBezTo>
                  <a:pt x="136" y="50"/>
                  <a:pt x="136" y="50"/>
                  <a:pt x="136" y="50"/>
                </a:cubicBezTo>
                <a:lnTo>
                  <a:pt x="136" y="1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4" name="Google Shape;2264;p254"/>
          <p:cNvSpPr/>
          <p:nvPr/>
        </p:nvSpPr>
        <p:spPr>
          <a:xfrm>
            <a:off x="5536113" y="2468800"/>
            <a:ext cx="272890" cy="271540"/>
          </a:xfrm>
          <a:custGeom>
            <a:rect b="b" l="l" r="r" t="t"/>
            <a:pathLst>
              <a:path extrusionOk="0" h="176" w="176">
                <a:moveTo>
                  <a:pt x="96" y="8"/>
                </a:moveTo>
                <a:cubicBezTo>
                  <a:pt x="136" y="8"/>
                  <a:pt x="168" y="40"/>
                  <a:pt x="168" y="80"/>
                </a:cubicBezTo>
                <a:cubicBezTo>
                  <a:pt x="168" y="82"/>
                  <a:pt x="170" y="84"/>
                  <a:pt x="172" y="84"/>
                </a:cubicBezTo>
                <a:cubicBezTo>
                  <a:pt x="174" y="84"/>
                  <a:pt x="176" y="82"/>
                  <a:pt x="176" y="80"/>
                </a:cubicBezTo>
                <a:cubicBezTo>
                  <a:pt x="176" y="36"/>
                  <a:pt x="140" y="0"/>
                  <a:pt x="96" y="0"/>
                </a:cubicBezTo>
                <a:cubicBezTo>
                  <a:pt x="94" y="0"/>
                  <a:pt x="92" y="2"/>
                  <a:pt x="92" y="4"/>
                </a:cubicBezTo>
                <a:cubicBezTo>
                  <a:pt x="92" y="6"/>
                  <a:pt x="94" y="8"/>
                  <a:pt x="96" y="8"/>
                </a:cubicBezTo>
                <a:moveTo>
                  <a:pt x="96" y="48"/>
                </a:moveTo>
                <a:cubicBezTo>
                  <a:pt x="114" y="48"/>
                  <a:pt x="128" y="62"/>
                  <a:pt x="128" y="80"/>
                </a:cubicBezTo>
                <a:cubicBezTo>
                  <a:pt x="128" y="82"/>
                  <a:pt x="130" y="84"/>
                  <a:pt x="132" y="84"/>
                </a:cubicBezTo>
                <a:cubicBezTo>
                  <a:pt x="134" y="84"/>
                  <a:pt x="136" y="82"/>
                  <a:pt x="136" y="80"/>
                </a:cubicBezTo>
                <a:cubicBezTo>
                  <a:pt x="136" y="58"/>
                  <a:pt x="118" y="40"/>
                  <a:pt x="96" y="40"/>
                </a:cubicBezTo>
                <a:cubicBezTo>
                  <a:pt x="94" y="40"/>
                  <a:pt x="92" y="42"/>
                  <a:pt x="92" y="44"/>
                </a:cubicBezTo>
                <a:cubicBezTo>
                  <a:pt x="92" y="46"/>
                  <a:pt x="94" y="48"/>
                  <a:pt x="96" y="48"/>
                </a:cubicBezTo>
                <a:moveTo>
                  <a:pt x="96" y="88"/>
                </a:moveTo>
                <a:cubicBezTo>
                  <a:pt x="100" y="88"/>
                  <a:pt x="104" y="84"/>
                  <a:pt x="104" y="80"/>
                </a:cubicBezTo>
                <a:cubicBezTo>
                  <a:pt x="104" y="76"/>
                  <a:pt x="100" y="72"/>
                  <a:pt x="96" y="72"/>
                </a:cubicBezTo>
                <a:cubicBezTo>
                  <a:pt x="92" y="72"/>
                  <a:pt x="88" y="76"/>
                  <a:pt x="88" y="80"/>
                </a:cubicBezTo>
                <a:cubicBezTo>
                  <a:pt x="88" y="84"/>
                  <a:pt x="92" y="88"/>
                  <a:pt x="96" y="88"/>
                </a:cubicBezTo>
                <a:moveTo>
                  <a:pt x="176" y="140"/>
                </a:moveTo>
                <a:cubicBezTo>
                  <a:pt x="176" y="137"/>
                  <a:pt x="175" y="134"/>
                  <a:pt x="172" y="131"/>
                </a:cubicBezTo>
                <a:cubicBezTo>
                  <a:pt x="172" y="131"/>
                  <a:pt x="171" y="130"/>
                  <a:pt x="170" y="130"/>
                </a:cubicBezTo>
                <a:cubicBezTo>
                  <a:pt x="136" y="103"/>
                  <a:pt x="136" y="103"/>
                  <a:pt x="136" y="103"/>
                </a:cubicBezTo>
                <a:cubicBezTo>
                  <a:pt x="134" y="101"/>
                  <a:pt x="131" y="100"/>
                  <a:pt x="128" y="100"/>
                </a:cubicBezTo>
                <a:cubicBezTo>
                  <a:pt x="125" y="100"/>
                  <a:pt x="123" y="101"/>
                  <a:pt x="121" y="102"/>
                </a:cubicBezTo>
                <a:cubicBezTo>
                  <a:pt x="111" y="112"/>
                  <a:pt x="111" y="112"/>
                  <a:pt x="111" y="112"/>
                </a:cubicBezTo>
                <a:cubicBezTo>
                  <a:pt x="111" y="112"/>
                  <a:pt x="111" y="112"/>
                  <a:pt x="111" y="112"/>
                </a:cubicBezTo>
                <a:cubicBezTo>
                  <a:pt x="110" y="114"/>
                  <a:pt x="108" y="115"/>
                  <a:pt x="105" y="115"/>
                </a:cubicBezTo>
                <a:cubicBezTo>
                  <a:pt x="103" y="115"/>
                  <a:pt x="100" y="113"/>
                  <a:pt x="99" y="111"/>
                </a:cubicBezTo>
                <a:cubicBezTo>
                  <a:pt x="99" y="111"/>
                  <a:pt x="99" y="111"/>
                  <a:pt x="99" y="111"/>
                </a:cubicBezTo>
                <a:cubicBezTo>
                  <a:pt x="86" y="102"/>
                  <a:pt x="74" y="91"/>
                  <a:pt x="64" y="77"/>
                </a:cubicBezTo>
                <a:cubicBezTo>
                  <a:pt x="65" y="77"/>
                  <a:pt x="65" y="77"/>
                  <a:pt x="65" y="77"/>
                </a:cubicBezTo>
                <a:cubicBezTo>
                  <a:pt x="63" y="76"/>
                  <a:pt x="61" y="73"/>
                  <a:pt x="61" y="71"/>
                </a:cubicBezTo>
                <a:cubicBezTo>
                  <a:pt x="61" y="68"/>
                  <a:pt x="62" y="66"/>
                  <a:pt x="64" y="65"/>
                </a:cubicBezTo>
                <a:cubicBezTo>
                  <a:pt x="64" y="65"/>
                  <a:pt x="64" y="65"/>
                  <a:pt x="64" y="65"/>
                </a:cubicBezTo>
                <a:cubicBezTo>
                  <a:pt x="73" y="55"/>
                  <a:pt x="73" y="55"/>
                  <a:pt x="73" y="55"/>
                </a:cubicBezTo>
                <a:cubicBezTo>
                  <a:pt x="75" y="53"/>
                  <a:pt x="76" y="51"/>
                  <a:pt x="76" y="48"/>
                </a:cubicBezTo>
                <a:cubicBezTo>
                  <a:pt x="76" y="45"/>
                  <a:pt x="75" y="42"/>
                  <a:pt x="72" y="40"/>
                </a:cubicBezTo>
                <a:cubicBezTo>
                  <a:pt x="46" y="6"/>
                  <a:pt x="46" y="6"/>
                  <a:pt x="46" y="6"/>
                </a:cubicBezTo>
                <a:cubicBezTo>
                  <a:pt x="46" y="5"/>
                  <a:pt x="45" y="4"/>
                  <a:pt x="44" y="4"/>
                </a:cubicBezTo>
                <a:cubicBezTo>
                  <a:pt x="42" y="1"/>
                  <a:pt x="39" y="0"/>
                  <a:pt x="36" y="0"/>
                </a:cubicBezTo>
                <a:cubicBezTo>
                  <a:pt x="20" y="0"/>
                  <a:pt x="0" y="19"/>
                  <a:pt x="0" y="42"/>
                </a:cubicBezTo>
                <a:cubicBezTo>
                  <a:pt x="0" y="48"/>
                  <a:pt x="1" y="54"/>
                  <a:pt x="4" y="60"/>
                </a:cubicBezTo>
                <a:cubicBezTo>
                  <a:pt x="4" y="60"/>
                  <a:pt x="4" y="60"/>
                  <a:pt x="4" y="60"/>
                </a:cubicBezTo>
                <a:cubicBezTo>
                  <a:pt x="28" y="108"/>
                  <a:pt x="68" y="148"/>
                  <a:pt x="116" y="172"/>
                </a:cubicBezTo>
                <a:cubicBezTo>
                  <a:pt x="116" y="172"/>
                  <a:pt x="116" y="172"/>
                  <a:pt x="116" y="172"/>
                </a:cubicBezTo>
                <a:cubicBezTo>
                  <a:pt x="121" y="175"/>
                  <a:pt x="128" y="176"/>
                  <a:pt x="134" y="176"/>
                </a:cubicBezTo>
                <a:cubicBezTo>
                  <a:pt x="157" y="176"/>
                  <a:pt x="176" y="156"/>
                  <a:pt x="176" y="140"/>
                </a:cubicBezTo>
                <a:cubicBezTo>
                  <a:pt x="176" y="140"/>
                  <a:pt x="176" y="140"/>
                  <a:pt x="176" y="140"/>
                </a:cubicBezTo>
                <a:close/>
                <a:moveTo>
                  <a:pt x="134" y="168"/>
                </a:moveTo>
                <a:cubicBezTo>
                  <a:pt x="129" y="168"/>
                  <a:pt x="124" y="167"/>
                  <a:pt x="119" y="165"/>
                </a:cubicBezTo>
                <a:cubicBezTo>
                  <a:pt x="119" y="165"/>
                  <a:pt x="119" y="164"/>
                  <a:pt x="118" y="164"/>
                </a:cubicBezTo>
                <a:cubicBezTo>
                  <a:pt x="73" y="141"/>
                  <a:pt x="35" y="103"/>
                  <a:pt x="12" y="58"/>
                </a:cubicBezTo>
                <a:cubicBezTo>
                  <a:pt x="12" y="57"/>
                  <a:pt x="11" y="57"/>
                  <a:pt x="11" y="57"/>
                </a:cubicBezTo>
                <a:cubicBezTo>
                  <a:pt x="9" y="52"/>
                  <a:pt x="8" y="47"/>
                  <a:pt x="8" y="42"/>
                </a:cubicBezTo>
                <a:cubicBezTo>
                  <a:pt x="8" y="23"/>
                  <a:pt x="25" y="8"/>
                  <a:pt x="36" y="8"/>
                </a:cubicBezTo>
                <a:cubicBezTo>
                  <a:pt x="37" y="8"/>
                  <a:pt x="38" y="9"/>
                  <a:pt x="39" y="9"/>
                </a:cubicBezTo>
                <a:cubicBezTo>
                  <a:pt x="39" y="9"/>
                  <a:pt x="39" y="9"/>
                  <a:pt x="39" y="10"/>
                </a:cubicBezTo>
                <a:cubicBezTo>
                  <a:pt x="39" y="10"/>
                  <a:pt x="40" y="10"/>
                  <a:pt x="40" y="11"/>
                </a:cubicBezTo>
                <a:cubicBezTo>
                  <a:pt x="66" y="44"/>
                  <a:pt x="66" y="44"/>
                  <a:pt x="66" y="44"/>
                </a:cubicBezTo>
                <a:cubicBezTo>
                  <a:pt x="66" y="45"/>
                  <a:pt x="67" y="45"/>
                  <a:pt x="67" y="45"/>
                </a:cubicBezTo>
                <a:cubicBezTo>
                  <a:pt x="67" y="46"/>
                  <a:pt x="68" y="47"/>
                  <a:pt x="68" y="48"/>
                </a:cubicBezTo>
                <a:cubicBezTo>
                  <a:pt x="68" y="49"/>
                  <a:pt x="68" y="49"/>
                  <a:pt x="67" y="50"/>
                </a:cubicBezTo>
                <a:cubicBezTo>
                  <a:pt x="58" y="59"/>
                  <a:pt x="58" y="59"/>
                  <a:pt x="58" y="59"/>
                </a:cubicBezTo>
                <a:cubicBezTo>
                  <a:pt x="58" y="59"/>
                  <a:pt x="58" y="59"/>
                  <a:pt x="58" y="59"/>
                </a:cubicBezTo>
                <a:cubicBezTo>
                  <a:pt x="55" y="62"/>
                  <a:pt x="53" y="66"/>
                  <a:pt x="53" y="71"/>
                </a:cubicBezTo>
                <a:cubicBezTo>
                  <a:pt x="53" y="75"/>
                  <a:pt x="55" y="79"/>
                  <a:pt x="58" y="82"/>
                </a:cubicBezTo>
                <a:cubicBezTo>
                  <a:pt x="58" y="82"/>
                  <a:pt x="58" y="82"/>
                  <a:pt x="58" y="82"/>
                </a:cubicBezTo>
                <a:cubicBezTo>
                  <a:pt x="68" y="96"/>
                  <a:pt x="80" y="108"/>
                  <a:pt x="94" y="118"/>
                </a:cubicBezTo>
                <a:cubicBezTo>
                  <a:pt x="94" y="118"/>
                  <a:pt x="94" y="118"/>
                  <a:pt x="94" y="118"/>
                </a:cubicBezTo>
                <a:cubicBezTo>
                  <a:pt x="97" y="121"/>
                  <a:pt x="101" y="123"/>
                  <a:pt x="105" y="123"/>
                </a:cubicBezTo>
                <a:cubicBezTo>
                  <a:pt x="109" y="123"/>
                  <a:pt x="113" y="121"/>
                  <a:pt x="116" y="118"/>
                </a:cubicBezTo>
                <a:cubicBezTo>
                  <a:pt x="117" y="118"/>
                  <a:pt x="117" y="118"/>
                  <a:pt x="117" y="118"/>
                </a:cubicBezTo>
                <a:cubicBezTo>
                  <a:pt x="126" y="109"/>
                  <a:pt x="126" y="109"/>
                  <a:pt x="126" y="109"/>
                </a:cubicBezTo>
                <a:cubicBezTo>
                  <a:pt x="127" y="108"/>
                  <a:pt x="127" y="108"/>
                  <a:pt x="128" y="108"/>
                </a:cubicBezTo>
                <a:cubicBezTo>
                  <a:pt x="129" y="108"/>
                  <a:pt x="130" y="109"/>
                  <a:pt x="131" y="109"/>
                </a:cubicBezTo>
                <a:cubicBezTo>
                  <a:pt x="131" y="109"/>
                  <a:pt x="131" y="110"/>
                  <a:pt x="131" y="110"/>
                </a:cubicBezTo>
                <a:cubicBezTo>
                  <a:pt x="165" y="136"/>
                  <a:pt x="165" y="136"/>
                  <a:pt x="165" y="136"/>
                </a:cubicBezTo>
                <a:cubicBezTo>
                  <a:pt x="166" y="136"/>
                  <a:pt x="166" y="136"/>
                  <a:pt x="166" y="137"/>
                </a:cubicBezTo>
                <a:cubicBezTo>
                  <a:pt x="166" y="137"/>
                  <a:pt x="167" y="137"/>
                  <a:pt x="167" y="137"/>
                </a:cubicBezTo>
                <a:cubicBezTo>
                  <a:pt x="167" y="138"/>
                  <a:pt x="168" y="138"/>
                  <a:pt x="168" y="140"/>
                </a:cubicBezTo>
                <a:cubicBezTo>
                  <a:pt x="168" y="140"/>
                  <a:pt x="168" y="140"/>
                  <a:pt x="168" y="141"/>
                </a:cubicBezTo>
                <a:cubicBezTo>
                  <a:pt x="167" y="152"/>
                  <a:pt x="153" y="168"/>
                  <a:pt x="134" y="168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5" name="Google Shape;2265;p254"/>
          <p:cNvCxnSpPr/>
          <p:nvPr/>
        </p:nvCxnSpPr>
        <p:spPr>
          <a:xfrm>
            <a:off x="4936809" y="793356"/>
            <a:ext cx="1200" cy="35568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266" name="Google Shape;2266;p254"/>
          <p:cNvGrpSpPr/>
          <p:nvPr/>
        </p:nvGrpSpPr>
        <p:grpSpPr>
          <a:xfrm>
            <a:off x="1069632" y="3012737"/>
            <a:ext cx="785370" cy="137830"/>
            <a:chOff x="8474604" y="6065924"/>
            <a:chExt cx="1502812" cy="263738"/>
          </a:xfrm>
        </p:grpSpPr>
        <p:sp>
          <p:nvSpPr>
            <p:cNvPr id="2267" name="Google Shape;2267;p254"/>
            <p:cNvSpPr/>
            <p:nvPr/>
          </p:nvSpPr>
          <p:spPr>
            <a:xfrm>
              <a:off x="8896035" y="6070635"/>
              <a:ext cx="254315" cy="254317"/>
            </a:xfrm>
            <a:custGeom>
              <a:rect b="b" l="l" r="r" t="t"/>
              <a:pathLst>
                <a:path extrusionOk="0" h="609" w="609">
                  <a:moveTo>
                    <a:pt x="530" y="608"/>
                  </a:moveTo>
                  <a:lnTo>
                    <a:pt x="530" y="608"/>
                  </a:lnTo>
                  <a:cubicBezTo>
                    <a:pt x="78" y="608"/>
                    <a:pt x="78" y="608"/>
                    <a:pt x="78" y="608"/>
                  </a:cubicBezTo>
                  <a:cubicBezTo>
                    <a:pt x="36" y="608"/>
                    <a:pt x="0" y="572"/>
                    <a:pt x="0" y="530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0" y="35"/>
                    <a:pt x="36" y="0"/>
                    <a:pt x="78" y="0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573" y="0"/>
                    <a:pt x="608" y="35"/>
                    <a:pt x="608" y="78"/>
                  </a:cubicBezTo>
                  <a:cubicBezTo>
                    <a:pt x="608" y="530"/>
                    <a:pt x="608" y="530"/>
                    <a:pt x="608" y="530"/>
                  </a:cubicBezTo>
                  <a:cubicBezTo>
                    <a:pt x="608" y="572"/>
                    <a:pt x="573" y="608"/>
                    <a:pt x="530" y="608"/>
                  </a:cubicBezTo>
                  <a:close/>
                  <a:moveTo>
                    <a:pt x="304" y="184"/>
                  </a:moveTo>
                  <a:lnTo>
                    <a:pt x="304" y="184"/>
                  </a:lnTo>
                  <a:cubicBezTo>
                    <a:pt x="254" y="184"/>
                    <a:pt x="219" y="212"/>
                    <a:pt x="198" y="254"/>
                  </a:cubicBezTo>
                  <a:lnTo>
                    <a:pt x="198" y="254"/>
                  </a:lnTo>
                  <a:lnTo>
                    <a:pt x="198" y="254"/>
                  </a:lnTo>
                  <a:cubicBezTo>
                    <a:pt x="198" y="261"/>
                    <a:pt x="198" y="261"/>
                    <a:pt x="191" y="261"/>
                  </a:cubicBezTo>
                  <a:lnTo>
                    <a:pt x="191" y="269"/>
                  </a:lnTo>
                  <a:lnTo>
                    <a:pt x="191" y="276"/>
                  </a:lnTo>
                  <a:cubicBezTo>
                    <a:pt x="191" y="276"/>
                    <a:pt x="191" y="276"/>
                    <a:pt x="191" y="283"/>
                  </a:cubicBezTo>
                  <a:cubicBezTo>
                    <a:pt x="191" y="283"/>
                    <a:pt x="191" y="283"/>
                    <a:pt x="191" y="290"/>
                  </a:cubicBezTo>
                  <a:lnTo>
                    <a:pt x="191" y="290"/>
                  </a:lnTo>
                  <a:cubicBezTo>
                    <a:pt x="191" y="297"/>
                    <a:pt x="184" y="297"/>
                    <a:pt x="184" y="304"/>
                  </a:cubicBezTo>
                  <a:cubicBezTo>
                    <a:pt x="184" y="367"/>
                    <a:pt x="240" y="424"/>
                    <a:pt x="304" y="424"/>
                  </a:cubicBezTo>
                  <a:cubicBezTo>
                    <a:pt x="368" y="424"/>
                    <a:pt x="424" y="367"/>
                    <a:pt x="424" y="304"/>
                  </a:cubicBezTo>
                  <a:cubicBezTo>
                    <a:pt x="424" y="297"/>
                    <a:pt x="417" y="297"/>
                    <a:pt x="417" y="290"/>
                  </a:cubicBezTo>
                  <a:lnTo>
                    <a:pt x="417" y="290"/>
                  </a:lnTo>
                  <a:cubicBezTo>
                    <a:pt x="417" y="283"/>
                    <a:pt x="417" y="283"/>
                    <a:pt x="417" y="283"/>
                  </a:cubicBezTo>
                  <a:cubicBezTo>
                    <a:pt x="417" y="276"/>
                    <a:pt x="417" y="276"/>
                    <a:pt x="417" y="276"/>
                  </a:cubicBezTo>
                  <a:lnTo>
                    <a:pt x="417" y="269"/>
                  </a:lnTo>
                  <a:lnTo>
                    <a:pt x="417" y="261"/>
                  </a:lnTo>
                  <a:cubicBezTo>
                    <a:pt x="410" y="261"/>
                    <a:pt x="410" y="261"/>
                    <a:pt x="410" y="254"/>
                  </a:cubicBezTo>
                  <a:lnTo>
                    <a:pt x="410" y="254"/>
                  </a:lnTo>
                  <a:lnTo>
                    <a:pt x="410" y="254"/>
                  </a:lnTo>
                  <a:cubicBezTo>
                    <a:pt x="389" y="212"/>
                    <a:pt x="354" y="184"/>
                    <a:pt x="304" y="184"/>
                  </a:cubicBezTo>
                  <a:close/>
                  <a:moveTo>
                    <a:pt x="537" y="99"/>
                  </a:moveTo>
                  <a:lnTo>
                    <a:pt x="537" y="99"/>
                  </a:lnTo>
                  <a:cubicBezTo>
                    <a:pt x="537" y="85"/>
                    <a:pt x="523" y="71"/>
                    <a:pt x="509" y="71"/>
                  </a:cubicBezTo>
                  <a:cubicBezTo>
                    <a:pt x="445" y="71"/>
                    <a:pt x="445" y="71"/>
                    <a:pt x="445" y="71"/>
                  </a:cubicBezTo>
                  <a:cubicBezTo>
                    <a:pt x="431" y="71"/>
                    <a:pt x="417" y="85"/>
                    <a:pt x="417" y="99"/>
                  </a:cubicBezTo>
                  <a:cubicBezTo>
                    <a:pt x="417" y="162"/>
                    <a:pt x="417" y="162"/>
                    <a:pt x="417" y="162"/>
                  </a:cubicBezTo>
                  <a:cubicBezTo>
                    <a:pt x="417" y="177"/>
                    <a:pt x="431" y="191"/>
                    <a:pt x="445" y="191"/>
                  </a:cubicBezTo>
                  <a:cubicBezTo>
                    <a:pt x="509" y="191"/>
                    <a:pt x="509" y="191"/>
                    <a:pt x="509" y="191"/>
                  </a:cubicBezTo>
                  <a:cubicBezTo>
                    <a:pt x="523" y="191"/>
                    <a:pt x="537" y="177"/>
                    <a:pt x="537" y="162"/>
                  </a:cubicBezTo>
                  <a:lnTo>
                    <a:pt x="537" y="99"/>
                  </a:lnTo>
                  <a:close/>
                  <a:moveTo>
                    <a:pt x="537" y="254"/>
                  </a:moveTo>
                  <a:lnTo>
                    <a:pt x="537" y="254"/>
                  </a:lnTo>
                  <a:cubicBezTo>
                    <a:pt x="481" y="254"/>
                    <a:pt x="481" y="254"/>
                    <a:pt x="481" y="254"/>
                  </a:cubicBezTo>
                  <a:cubicBezTo>
                    <a:pt x="488" y="269"/>
                    <a:pt x="488" y="290"/>
                    <a:pt x="488" y="304"/>
                  </a:cubicBezTo>
                  <a:cubicBezTo>
                    <a:pt x="488" y="403"/>
                    <a:pt x="403" y="488"/>
                    <a:pt x="304" y="488"/>
                  </a:cubicBezTo>
                  <a:cubicBezTo>
                    <a:pt x="205" y="488"/>
                    <a:pt x="120" y="403"/>
                    <a:pt x="120" y="304"/>
                  </a:cubicBezTo>
                  <a:cubicBezTo>
                    <a:pt x="120" y="290"/>
                    <a:pt x="120" y="269"/>
                    <a:pt x="127" y="254"/>
                  </a:cubicBezTo>
                  <a:cubicBezTo>
                    <a:pt x="71" y="254"/>
                    <a:pt x="71" y="254"/>
                    <a:pt x="71" y="254"/>
                  </a:cubicBezTo>
                  <a:cubicBezTo>
                    <a:pt x="71" y="509"/>
                    <a:pt x="71" y="509"/>
                    <a:pt x="71" y="509"/>
                  </a:cubicBezTo>
                  <a:cubicBezTo>
                    <a:pt x="71" y="523"/>
                    <a:pt x="85" y="537"/>
                    <a:pt x="99" y="537"/>
                  </a:cubicBezTo>
                  <a:cubicBezTo>
                    <a:pt x="509" y="537"/>
                    <a:pt x="509" y="537"/>
                    <a:pt x="509" y="537"/>
                  </a:cubicBezTo>
                  <a:cubicBezTo>
                    <a:pt x="523" y="537"/>
                    <a:pt x="537" y="523"/>
                    <a:pt x="537" y="509"/>
                  </a:cubicBezTo>
                  <a:lnTo>
                    <a:pt x="537" y="2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8" name="Google Shape;2268;p254"/>
            <p:cNvSpPr/>
            <p:nvPr/>
          </p:nvSpPr>
          <p:spPr>
            <a:xfrm>
              <a:off x="9306106" y="6089421"/>
              <a:ext cx="265125" cy="216745"/>
            </a:xfrm>
            <a:custGeom>
              <a:rect b="b" l="l" r="r" t="t"/>
              <a:pathLst>
                <a:path extrusionOk="0" h="496" w="602">
                  <a:moveTo>
                    <a:pt x="410" y="0"/>
                  </a:moveTo>
                  <a:lnTo>
                    <a:pt x="410" y="0"/>
                  </a:lnTo>
                  <a:cubicBezTo>
                    <a:pt x="459" y="0"/>
                    <a:pt x="481" y="22"/>
                    <a:pt x="509" y="43"/>
                  </a:cubicBezTo>
                  <a:cubicBezTo>
                    <a:pt x="530" y="43"/>
                    <a:pt x="558" y="29"/>
                    <a:pt x="572" y="22"/>
                  </a:cubicBezTo>
                  <a:cubicBezTo>
                    <a:pt x="580" y="15"/>
                    <a:pt x="580" y="15"/>
                    <a:pt x="587" y="15"/>
                  </a:cubicBezTo>
                  <a:cubicBezTo>
                    <a:pt x="580" y="36"/>
                    <a:pt x="565" y="57"/>
                    <a:pt x="544" y="71"/>
                  </a:cubicBezTo>
                  <a:cubicBezTo>
                    <a:pt x="544" y="71"/>
                    <a:pt x="537" y="78"/>
                    <a:pt x="530" y="78"/>
                  </a:cubicBezTo>
                  <a:lnTo>
                    <a:pt x="530" y="78"/>
                  </a:lnTo>
                  <a:cubicBezTo>
                    <a:pt x="558" y="78"/>
                    <a:pt x="580" y="64"/>
                    <a:pt x="601" y="64"/>
                  </a:cubicBezTo>
                  <a:lnTo>
                    <a:pt x="601" y="64"/>
                  </a:lnTo>
                  <a:cubicBezTo>
                    <a:pt x="594" y="78"/>
                    <a:pt x="580" y="99"/>
                    <a:pt x="558" y="106"/>
                  </a:cubicBezTo>
                  <a:cubicBezTo>
                    <a:pt x="551" y="113"/>
                    <a:pt x="551" y="121"/>
                    <a:pt x="544" y="128"/>
                  </a:cubicBezTo>
                  <a:cubicBezTo>
                    <a:pt x="544" y="156"/>
                    <a:pt x="544" y="177"/>
                    <a:pt x="537" y="205"/>
                  </a:cubicBezTo>
                  <a:cubicBezTo>
                    <a:pt x="502" y="340"/>
                    <a:pt x="424" y="439"/>
                    <a:pt x="297" y="481"/>
                  </a:cubicBezTo>
                  <a:cubicBezTo>
                    <a:pt x="247" y="495"/>
                    <a:pt x="170" y="495"/>
                    <a:pt x="120" y="488"/>
                  </a:cubicBezTo>
                  <a:cubicBezTo>
                    <a:pt x="92" y="481"/>
                    <a:pt x="71" y="474"/>
                    <a:pt x="42" y="460"/>
                  </a:cubicBezTo>
                  <a:cubicBezTo>
                    <a:pt x="35" y="453"/>
                    <a:pt x="21" y="453"/>
                    <a:pt x="14" y="446"/>
                  </a:cubicBezTo>
                  <a:cubicBezTo>
                    <a:pt x="7" y="439"/>
                    <a:pt x="7" y="439"/>
                    <a:pt x="0" y="439"/>
                  </a:cubicBezTo>
                  <a:cubicBezTo>
                    <a:pt x="14" y="439"/>
                    <a:pt x="28" y="439"/>
                    <a:pt x="42" y="439"/>
                  </a:cubicBezTo>
                  <a:cubicBezTo>
                    <a:pt x="50" y="439"/>
                    <a:pt x="64" y="439"/>
                    <a:pt x="78" y="432"/>
                  </a:cubicBezTo>
                  <a:cubicBezTo>
                    <a:pt x="106" y="424"/>
                    <a:pt x="127" y="417"/>
                    <a:pt x="148" y="410"/>
                  </a:cubicBezTo>
                  <a:cubicBezTo>
                    <a:pt x="163" y="403"/>
                    <a:pt x="177" y="396"/>
                    <a:pt x="184" y="382"/>
                  </a:cubicBezTo>
                  <a:cubicBezTo>
                    <a:pt x="170" y="382"/>
                    <a:pt x="156" y="382"/>
                    <a:pt x="148" y="382"/>
                  </a:cubicBezTo>
                  <a:cubicBezTo>
                    <a:pt x="106" y="368"/>
                    <a:pt x="85" y="340"/>
                    <a:pt x="71" y="297"/>
                  </a:cubicBezTo>
                  <a:cubicBezTo>
                    <a:pt x="78" y="304"/>
                    <a:pt x="113" y="304"/>
                    <a:pt x="120" y="297"/>
                  </a:cubicBezTo>
                  <a:cubicBezTo>
                    <a:pt x="106" y="297"/>
                    <a:pt x="92" y="290"/>
                    <a:pt x="85" y="283"/>
                  </a:cubicBezTo>
                  <a:cubicBezTo>
                    <a:pt x="50" y="262"/>
                    <a:pt x="21" y="227"/>
                    <a:pt x="21" y="177"/>
                  </a:cubicBezTo>
                  <a:cubicBezTo>
                    <a:pt x="28" y="177"/>
                    <a:pt x="35" y="177"/>
                    <a:pt x="35" y="184"/>
                  </a:cubicBezTo>
                  <a:cubicBezTo>
                    <a:pt x="42" y="184"/>
                    <a:pt x="50" y="184"/>
                    <a:pt x="64" y="191"/>
                  </a:cubicBezTo>
                  <a:lnTo>
                    <a:pt x="78" y="191"/>
                  </a:lnTo>
                  <a:lnTo>
                    <a:pt x="78" y="191"/>
                  </a:lnTo>
                  <a:cubicBezTo>
                    <a:pt x="71" y="184"/>
                    <a:pt x="64" y="177"/>
                    <a:pt x="57" y="170"/>
                  </a:cubicBezTo>
                  <a:cubicBezTo>
                    <a:pt x="35" y="142"/>
                    <a:pt x="14" y="106"/>
                    <a:pt x="28" y="57"/>
                  </a:cubicBezTo>
                  <a:cubicBezTo>
                    <a:pt x="28" y="43"/>
                    <a:pt x="35" y="36"/>
                    <a:pt x="42" y="29"/>
                  </a:cubicBezTo>
                  <a:lnTo>
                    <a:pt x="42" y="29"/>
                  </a:lnTo>
                  <a:cubicBezTo>
                    <a:pt x="42" y="29"/>
                    <a:pt x="50" y="36"/>
                    <a:pt x="57" y="36"/>
                  </a:cubicBezTo>
                  <a:cubicBezTo>
                    <a:pt x="64" y="50"/>
                    <a:pt x="78" y="64"/>
                    <a:pt x="92" y="71"/>
                  </a:cubicBezTo>
                  <a:cubicBezTo>
                    <a:pt x="134" y="106"/>
                    <a:pt x="177" y="128"/>
                    <a:pt x="240" y="149"/>
                  </a:cubicBezTo>
                  <a:cubicBezTo>
                    <a:pt x="261" y="149"/>
                    <a:pt x="276" y="156"/>
                    <a:pt x="297" y="156"/>
                  </a:cubicBezTo>
                  <a:cubicBezTo>
                    <a:pt x="290" y="135"/>
                    <a:pt x="290" y="113"/>
                    <a:pt x="297" y="99"/>
                  </a:cubicBezTo>
                  <a:cubicBezTo>
                    <a:pt x="311" y="57"/>
                    <a:pt x="332" y="29"/>
                    <a:pt x="368" y="15"/>
                  </a:cubicBezTo>
                  <a:cubicBezTo>
                    <a:pt x="375" y="8"/>
                    <a:pt x="389" y="8"/>
                    <a:pt x="396" y="8"/>
                  </a:cubicBezTo>
                  <a:cubicBezTo>
                    <a:pt x="403" y="8"/>
                    <a:pt x="403" y="0"/>
                    <a:pt x="4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9" name="Google Shape;2269;p254"/>
            <p:cNvSpPr/>
            <p:nvPr/>
          </p:nvSpPr>
          <p:spPr>
            <a:xfrm>
              <a:off x="8474604" y="6065924"/>
              <a:ext cx="265676" cy="263738"/>
            </a:xfrm>
            <a:custGeom>
              <a:rect b="b" l="l" r="r" t="t"/>
              <a:pathLst>
                <a:path extrusionOk="0" h="601" w="602">
                  <a:moveTo>
                    <a:pt x="551" y="600"/>
                  </a:moveTo>
                  <a:lnTo>
                    <a:pt x="551" y="600"/>
                  </a:lnTo>
                  <a:cubicBezTo>
                    <a:pt x="42" y="600"/>
                    <a:pt x="42" y="600"/>
                    <a:pt x="42" y="600"/>
                  </a:cubicBezTo>
                  <a:cubicBezTo>
                    <a:pt x="21" y="600"/>
                    <a:pt x="0" y="586"/>
                    <a:pt x="0" y="55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21"/>
                    <a:pt x="21" y="0"/>
                    <a:pt x="42" y="0"/>
                  </a:cubicBezTo>
                  <a:cubicBezTo>
                    <a:pt x="551" y="0"/>
                    <a:pt x="551" y="0"/>
                    <a:pt x="551" y="0"/>
                  </a:cubicBezTo>
                  <a:cubicBezTo>
                    <a:pt x="580" y="0"/>
                    <a:pt x="601" y="21"/>
                    <a:pt x="601" y="49"/>
                  </a:cubicBezTo>
                  <a:cubicBezTo>
                    <a:pt x="601" y="558"/>
                    <a:pt x="601" y="558"/>
                    <a:pt x="601" y="558"/>
                  </a:cubicBezTo>
                  <a:cubicBezTo>
                    <a:pt x="601" y="586"/>
                    <a:pt x="580" y="600"/>
                    <a:pt x="551" y="600"/>
                  </a:cubicBezTo>
                  <a:close/>
                  <a:moveTo>
                    <a:pt x="255" y="113"/>
                  </a:moveTo>
                  <a:lnTo>
                    <a:pt x="255" y="113"/>
                  </a:lnTo>
                  <a:cubicBezTo>
                    <a:pt x="226" y="113"/>
                    <a:pt x="198" y="120"/>
                    <a:pt x="184" y="127"/>
                  </a:cubicBezTo>
                  <a:cubicBezTo>
                    <a:pt x="163" y="141"/>
                    <a:pt x="148" y="155"/>
                    <a:pt x="141" y="169"/>
                  </a:cubicBezTo>
                  <a:cubicBezTo>
                    <a:pt x="141" y="184"/>
                    <a:pt x="134" y="198"/>
                    <a:pt x="134" y="226"/>
                  </a:cubicBezTo>
                  <a:cubicBezTo>
                    <a:pt x="134" y="254"/>
                    <a:pt x="134" y="254"/>
                    <a:pt x="134" y="254"/>
                  </a:cubicBezTo>
                  <a:cubicBezTo>
                    <a:pt x="92" y="254"/>
                    <a:pt x="92" y="254"/>
                    <a:pt x="92" y="254"/>
                  </a:cubicBezTo>
                  <a:cubicBezTo>
                    <a:pt x="92" y="325"/>
                    <a:pt x="92" y="325"/>
                    <a:pt x="92" y="325"/>
                  </a:cubicBezTo>
                  <a:cubicBezTo>
                    <a:pt x="134" y="325"/>
                    <a:pt x="134" y="325"/>
                    <a:pt x="134" y="325"/>
                  </a:cubicBezTo>
                  <a:cubicBezTo>
                    <a:pt x="134" y="558"/>
                    <a:pt x="134" y="558"/>
                    <a:pt x="134" y="558"/>
                  </a:cubicBezTo>
                  <a:cubicBezTo>
                    <a:pt x="233" y="558"/>
                    <a:pt x="233" y="558"/>
                    <a:pt x="233" y="558"/>
                  </a:cubicBezTo>
                  <a:cubicBezTo>
                    <a:pt x="233" y="325"/>
                    <a:pt x="233" y="325"/>
                    <a:pt x="233" y="325"/>
                  </a:cubicBezTo>
                  <a:cubicBezTo>
                    <a:pt x="290" y="325"/>
                    <a:pt x="290" y="325"/>
                    <a:pt x="290" y="325"/>
                  </a:cubicBezTo>
                  <a:cubicBezTo>
                    <a:pt x="311" y="254"/>
                    <a:pt x="311" y="254"/>
                    <a:pt x="311" y="254"/>
                  </a:cubicBezTo>
                  <a:cubicBezTo>
                    <a:pt x="233" y="254"/>
                    <a:pt x="233" y="254"/>
                    <a:pt x="233" y="254"/>
                  </a:cubicBezTo>
                  <a:cubicBezTo>
                    <a:pt x="233" y="226"/>
                    <a:pt x="233" y="226"/>
                    <a:pt x="233" y="226"/>
                  </a:cubicBezTo>
                  <a:cubicBezTo>
                    <a:pt x="233" y="212"/>
                    <a:pt x="233" y="198"/>
                    <a:pt x="240" y="191"/>
                  </a:cubicBezTo>
                  <a:cubicBezTo>
                    <a:pt x="248" y="191"/>
                    <a:pt x="262" y="184"/>
                    <a:pt x="276" y="184"/>
                  </a:cubicBezTo>
                  <a:cubicBezTo>
                    <a:pt x="290" y="184"/>
                    <a:pt x="297" y="191"/>
                    <a:pt x="311" y="198"/>
                  </a:cubicBezTo>
                  <a:cubicBezTo>
                    <a:pt x="332" y="134"/>
                    <a:pt x="332" y="134"/>
                    <a:pt x="332" y="134"/>
                  </a:cubicBezTo>
                  <a:cubicBezTo>
                    <a:pt x="304" y="127"/>
                    <a:pt x="283" y="113"/>
                    <a:pt x="255" y="1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0" name="Google Shape;2270;p254"/>
            <p:cNvSpPr/>
            <p:nvPr/>
          </p:nvSpPr>
          <p:spPr>
            <a:xfrm>
              <a:off x="9726986" y="6072578"/>
              <a:ext cx="250430" cy="250430"/>
            </a:xfrm>
            <a:custGeom>
              <a:rect b="b" l="l" r="r" t="t"/>
              <a:pathLst>
                <a:path extrusionOk="0" h="62" w="62">
                  <a:moveTo>
                    <a:pt x="62" y="51"/>
                  </a:moveTo>
                  <a:cubicBezTo>
                    <a:pt x="62" y="57"/>
                    <a:pt x="57" y="62"/>
                    <a:pt x="51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6" y="62"/>
                    <a:pt x="0" y="57"/>
                    <a:pt x="0" y="5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6" y="0"/>
                    <a:pt x="12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7" y="0"/>
                    <a:pt x="62" y="6"/>
                    <a:pt x="62" y="12"/>
                  </a:cubicBezTo>
                  <a:lnTo>
                    <a:pt x="62" y="51"/>
                  </a:lnTo>
                  <a:close/>
                  <a:moveTo>
                    <a:pt x="15" y="11"/>
                  </a:moveTo>
                  <a:cubicBezTo>
                    <a:pt x="12" y="11"/>
                    <a:pt x="9" y="13"/>
                    <a:pt x="9" y="16"/>
                  </a:cubicBezTo>
                  <a:cubicBezTo>
                    <a:pt x="9" y="18"/>
                    <a:pt x="11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8" y="20"/>
                    <a:pt x="20" y="18"/>
                    <a:pt x="20" y="16"/>
                  </a:cubicBezTo>
                  <a:cubicBezTo>
                    <a:pt x="20" y="13"/>
                    <a:pt x="18" y="11"/>
                    <a:pt x="15" y="11"/>
                  </a:cubicBezTo>
                  <a:close/>
                  <a:moveTo>
                    <a:pt x="19" y="52"/>
                  </a:moveTo>
                  <a:cubicBezTo>
                    <a:pt x="19" y="24"/>
                    <a:pt x="19" y="24"/>
                    <a:pt x="19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52"/>
                    <a:pt x="10" y="52"/>
                    <a:pt x="10" y="52"/>
                  </a:cubicBezTo>
                  <a:lnTo>
                    <a:pt x="19" y="52"/>
                  </a:lnTo>
                  <a:close/>
                  <a:moveTo>
                    <a:pt x="53" y="52"/>
                  </a:moveTo>
                  <a:cubicBezTo>
                    <a:pt x="53" y="36"/>
                    <a:pt x="53" y="36"/>
                    <a:pt x="53" y="36"/>
                  </a:cubicBezTo>
                  <a:cubicBezTo>
                    <a:pt x="53" y="28"/>
                    <a:pt x="48" y="24"/>
                    <a:pt x="42" y="24"/>
                  </a:cubicBezTo>
                  <a:cubicBezTo>
                    <a:pt x="37" y="24"/>
                    <a:pt x="35" y="26"/>
                    <a:pt x="34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7"/>
                    <a:pt x="2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4" y="36"/>
                    <a:pt x="34" y="35"/>
                    <a:pt x="34" y="34"/>
                  </a:cubicBezTo>
                  <a:cubicBezTo>
                    <a:pt x="35" y="33"/>
                    <a:pt x="36" y="31"/>
                    <a:pt x="39" y="31"/>
                  </a:cubicBezTo>
                  <a:cubicBezTo>
                    <a:pt x="42" y="31"/>
                    <a:pt x="43" y="33"/>
                    <a:pt x="43" y="37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53" y="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71" name="Google Shape;2271;p2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02238" y="1678565"/>
            <a:ext cx="340650" cy="34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2" name="Google Shape;2272;p254"/>
          <p:cNvSpPr txBox="1"/>
          <p:nvPr>
            <p:ph type="ctrTitle"/>
          </p:nvPr>
        </p:nvSpPr>
        <p:spPr>
          <a:xfrm>
            <a:off x="966854" y="611100"/>
            <a:ext cx="4134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us Jakarta Sans"/>
              <a:buNone/>
              <a:defRPr b="1" sz="3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3" name="Google Shape;2273;p254"/>
          <p:cNvSpPr txBox="1"/>
          <p:nvPr>
            <p:ph idx="1" type="subTitle"/>
          </p:nvPr>
        </p:nvSpPr>
        <p:spPr>
          <a:xfrm>
            <a:off x="966850" y="2594150"/>
            <a:ext cx="3813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4" name="Google Shape;2274;p254"/>
          <p:cNvSpPr txBox="1"/>
          <p:nvPr>
            <p:ph idx="2" type="ctrTitle"/>
          </p:nvPr>
        </p:nvSpPr>
        <p:spPr>
          <a:xfrm>
            <a:off x="6032750" y="1564575"/>
            <a:ext cx="2439600" cy="34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5" name="Google Shape;2275;p254"/>
          <p:cNvSpPr txBox="1"/>
          <p:nvPr>
            <p:ph idx="3" type="subTitle"/>
          </p:nvPr>
        </p:nvSpPr>
        <p:spPr>
          <a:xfrm>
            <a:off x="6032750" y="1807800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us Jakarta Sans"/>
              <a:buNone/>
              <a:defRPr sz="2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276" name="Google Shape;2276;p254"/>
          <p:cNvSpPr txBox="1"/>
          <p:nvPr/>
        </p:nvSpPr>
        <p:spPr>
          <a:xfrm>
            <a:off x="6194360" y="2468801"/>
            <a:ext cx="1328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277" name="Google Shape;2277;p254"/>
          <p:cNvSpPr txBox="1"/>
          <p:nvPr>
            <p:ph idx="4" type="ctrTitle"/>
          </p:nvPr>
        </p:nvSpPr>
        <p:spPr>
          <a:xfrm>
            <a:off x="6032750" y="2323025"/>
            <a:ext cx="2439600" cy="34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8" name="Google Shape;2278;p254"/>
          <p:cNvSpPr txBox="1"/>
          <p:nvPr>
            <p:ph idx="5" type="subTitle"/>
          </p:nvPr>
        </p:nvSpPr>
        <p:spPr>
          <a:xfrm>
            <a:off x="6032750" y="2566250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9" name="Google Shape;2279;p254"/>
          <p:cNvSpPr txBox="1"/>
          <p:nvPr>
            <p:ph idx="6" type="ctrTitle"/>
          </p:nvPr>
        </p:nvSpPr>
        <p:spPr>
          <a:xfrm>
            <a:off x="6032750" y="3042213"/>
            <a:ext cx="2439600" cy="34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0" name="Google Shape;2280;p254"/>
          <p:cNvSpPr txBox="1"/>
          <p:nvPr>
            <p:ph idx="7" type="subTitle"/>
          </p:nvPr>
        </p:nvSpPr>
        <p:spPr>
          <a:xfrm>
            <a:off x="6032750" y="3285438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2">
  <p:cSld name="CUSTOM_2">
    <p:spTree>
      <p:nvGrpSpPr>
        <p:cNvPr id="228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282;p255"/>
          <p:cNvSpPr/>
          <p:nvPr/>
        </p:nvSpPr>
        <p:spPr>
          <a:xfrm>
            <a:off x="0" y="3300"/>
            <a:ext cx="9144000" cy="5136900"/>
          </a:xfrm>
          <a:prstGeom prst="rect">
            <a:avLst/>
          </a:prstGeom>
          <a:solidFill>
            <a:srgbClr val="F46262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3" name="Google Shape;2283;p255"/>
          <p:cNvSpPr txBox="1"/>
          <p:nvPr>
            <p:ph idx="1" type="subTitle"/>
          </p:nvPr>
        </p:nvSpPr>
        <p:spPr>
          <a:xfrm>
            <a:off x="2593125" y="1770450"/>
            <a:ext cx="3813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4" name="Google Shape;2284;p255"/>
          <p:cNvSpPr txBox="1"/>
          <p:nvPr>
            <p:ph type="title"/>
          </p:nvPr>
        </p:nvSpPr>
        <p:spPr>
          <a:xfrm>
            <a:off x="311700" y="1270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us Jakarta Sans"/>
              <a:buNone/>
              <a:defRPr b="1" sz="24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285" name="Google Shape;2285;p255"/>
          <p:cNvSpPr/>
          <p:nvPr/>
        </p:nvSpPr>
        <p:spPr>
          <a:xfrm>
            <a:off x="1291249" y="2476328"/>
            <a:ext cx="6561600" cy="1621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86" name="Google Shape;2286;p255"/>
          <p:cNvSpPr/>
          <p:nvPr/>
        </p:nvSpPr>
        <p:spPr>
          <a:xfrm>
            <a:off x="5064894" y="3430362"/>
            <a:ext cx="284027" cy="219291"/>
          </a:xfrm>
          <a:custGeom>
            <a:rect b="b" l="l" r="r" t="t"/>
            <a:pathLst>
              <a:path extrusionOk="0" h="136" w="176">
                <a:moveTo>
                  <a:pt x="160" y="0"/>
                </a:moveTo>
                <a:cubicBezTo>
                  <a:pt x="48" y="0"/>
                  <a:pt x="48" y="0"/>
                  <a:pt x="48" y="0"/>
                </a:cubicBezTo>
                <a:cubicBezTo>
                  <a:pt x="39" y="0"/>
                  <a:pt x="32" y="7"/>
                  <a:pt x="32" y="16"/>
                </a:cubicBezTo>
                <a:cubicBezTo>
                  <a:pt x="32" y="20"/>
                  <a:pt x="32" y="20"/>
                  <a:pt x="32" y="20"/>
                </a:cubicBezTo>
                <a:cubicBezTo>
                  <a:pt x="32" y="22"/>
                  <a:pt x="34" y="24"/>
                  <a:pt x="36" y="24"/>
                </a:cubicBezTo>
                <a:cubicBezTo>
                  <a:pt x="38" y="24"/>
                  <a:pt x="40" y="22"/>
                  <a:pt x="40" y="20"/>
                </a:cubicBezTo>
                <a:cubicBezTo>
                  <a:pt x="40" y="16"/>
                  <a:pt x="40" y="16"/>
                  <a:pt x="40" y="16"/>
                </a:cubicBezTo>
                <a:cubicBezTo>
                  <a:pt x="40" y="12"/>
                  <a:pt x="44" y="8"/>
                  <a:pt x="48" y="8"/>
                </a:cubicBezTo>
                <a:cubicBezTo>
                  <a:pt x="160" y="8"/>
                  <a:pt x="160" y="8"/>
                  <a:pt x="160" y="8"/>
                </a:cubicBezTo>
                <a:cubicBezTo>
                  <a:pt x="164" y="8"/>
                  <a:pt x="168" y="12"/>
                  <a:pt x="168" y="16"/>
                </a:cubicBezTo>
                <a:cubicBezTo>
                  <a:pt x="168" y="88"/>
                  <a:pt x="168" y="88"/>
                  <a:pt x="168" y="88"/>
                </a:cubicBezTo>
                <a:cubicBezTo>
                  <a:pt x="168" y="92"/>
                  <a:pt x="164" y="96"/>
                  <a:pt x="160" y="96"/>
                </a:cubicBezTo>
                <a:cubicBezTo>
                  <a:pt x="156" y="96"/>
                  <a:pt x="156" y="96"/>
                  <a:pt x="156" y="96"/>
                </a:cubicBezTo>
                <a:cubicBezTo>
                  <a:pt x="154" y="96"/>
                  <a:pt x="152" y="98"/>
                  <a:pt x="152" y="100"/>
                </a:cubicBezTo>
                <a:cubicBezTo>
                  <a:pt x="152" y="102"/>
                  <a:pt x="154" y="104"/>
                  <a:pt x="156" y="104"/>
                </a:cubicBezTo>
                <a:cubicBezTo>
                  <a:pt x="160" y="104"/>
                  <a:pt x="160" y="104"/>
                  <a:pt x="160" y="104"/>
                </a:cubicBezTo>
                <a:cubicBezTo>
                  <a:pt x="169" y="104"/>
                  <a:pt x="176" y="97"/>
                  <a:pt x="176" y="88"/>
                </a:cubicBezTo>
                <a:cubicBezTo>
                  <a:pt x="176" y="16"/>
                  <a:pt x="176" y="16"/>
                  <a:pt x="176" y="16"/>
                </a:cubicBezTo>
                <a:cubicBezTo>
                  <a:pt x="176" y="7"/>
                  <a:pt x="169" y="0"/>
                  <a:pt x="160" y="0"/>
                </a:cubicBezTo>
                <a:moveTo>
                  <a:pt x="128" y="32"/>
                </a:moveTo>
                <a:cubicBezTo>
                  <a:pt x="16" y="32"/>
                  <a:pt x="16" y="32"/>
                  <a:pt x="16" y="32"/>
                </a:cubicBezTo>
                <a:cubicBezTo>
                  <a:pt x="7" y="32"/>
                  <a:pt x="0" y="39"/>
                  <a:pt x="0" y="48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9"/>
                  <a:pt x="7" y="136"/>
                  <a:pt x="16" y="136"/>
                </a:cubicBezTo>
                <a:cubicBezTo>
                  <a:pt x="128" y="136"/>
                  <a:pt x="128" y="136"/>
                  <a:pt x="128" y="136"/>
                </a:cubicBezTo>
                <a:cubicBezTo>
                  <a:pt x="137" y="136"/>
                  <a:pt x="144" y="129"/>
                  <a:pt x="144" y="120"/>
                </a:cubicBezTo>
                <a:cubicBezTo>
                  <a:pt x="144" y="48"/>
                  <a:pt x="144" y="48"/>
                  <a:pt x="144" y="48"/>
                </a:cubicBezTo>
                <a:cubicBezTo>
                  <a:pt x="144" y="39"/>
                  <a:pt x="137" y="32"/>
                  <a:pt x="128" y="32"/>
                </a:cubicBezTo>
                <a:moveTo>
                  <a:pt x="16" y="40"/>
                </a:moveTo>
                <a:cubicBezTo>
                  <a:pt x="128" y="40"/>
                  <a:pt x="128" y="40"/>
                  <a:pt x="128" y="40"/>
                </a:cubicBezTo>
                <a:cubicBezTo>
                  <a:pt x="130" y="40"/>
                  <a:pt x="132" y="41"/>
                  <a:pt x="133" y="42"/>
                </a:cubicBezTo>
                <a:cubicBezTo>
                  <a:pt x="77" y="98"/>
                  <a:pt x="77" y="98"/>
                  <a:pt x="77" y="98"/>
                </a:cubicBezTo>
                <a:cubicBezTo>
                  <a:pt x="76" y="99"/>
                  <a:pt x="74" y="100"/>
                  <a:pt x="72" y="100"/>
                </a:cubicBezTo>
                <a:cubicBezTo>
                  <a:pt x="70" y="100"/>
                  <a:pt x="68" y="99"/>
                  <a:pt x="67" y="98"/>
                </a:cubicBezTo>
                <a:cubicBezTo>
                  <a:pt x="11" y="42"/>
                  <a:pt x="11" y="42"/>
                  <a:pt x="11" y="42"/>
                </a:cubicBezTo>
                <a:cubicBezTo>
                  <a:pt x="12" y="41"/>
                  <a:pt x="14" y="40"/>
                  <a:pt x="16" y="40"/>
                </a:cubicBezTo>
                <a:moveTo>
                  <a:pt x="8" y="50"/>
                </a:moveTo>
                <a:cubicBezTo>
                  <a:pt x="42" y="84"/>
                  <a:pt x="42" y="84"/>
                  <a:pt x="42" y="84"/>
                </a:cubicBezTo>
                <a:cubicBezTo>
                  <a:pt x="8" y="118"/>
                  <a:pt x="8" y="118"/>
                  <a:pt x="8" y="118"/>
                </a:cubicBezTo>
                <a:lnTo>
                  <a:pt x="8" y="50"/>
                </a:lnTo>
                <a:close/>
                <a:moveTo>
                  <a:pt x="128" y="128"/>
                </a:moveTo>
                <a:cubicBezTo>
                  <a:pt x="16" y="128"/>
                  <a:pt x="16" y="128"/>
                  <a:pt x="16" y="128"/>
                </a:cubicBezTo>
                <a:cubicBezTo>
                  <a:pt x="14" y="128"/>
                  <a:pt x="12" y="127"/>
                  <a:pt x="11" y="126"/>
                </a:cubicBezTo>
                <a:cubicBezTo>
                  <a:pt x="47" y="90"/>
                  <a:pt x="47" y="90"/>
                  <a:pt x="47" y="90"/>
                </a:cubicBezTo>
                <a:cubicBezTo>
                  <a:pt x="61" y="103"/>
                  <a:pt x="61" y="103"/>
                  <a:pt x="61" y="103"/>
                </a:cubicBezTo>
                <a:cubicBezTo>
                  <a:pt x="64" y="106"/>
                  <a:pt x="68" y="108"/>
                  <a:pt x="72" y="108"/>
                </a:cubicBezTo>
                <a:cubicBezTo>
                  <a:pt x="76" y="108"/>
                  <a:pt x="80" y="106"/>
                  <a:pt x="83" y="103"/>
                </a:cubicBezTo>
                <a:cubicBezTo>
                  <a:pt x="97" y="90"/>
                  <a:pt x="97" y="90"/>
                  <a:pt x="97" y="90"/>
                </a:cubicBezTo>
                <a:cubicBezTo>
                  <a:pt x="133" y="126"/>
                  <a:pt x="133" y="126"/>
                  <a:pt x="133" y="126"/>
                </a:cubicBezTo>
                <a:cubicBezTo>
                  <a:pt x="132" y="127"/>
                  <a:pt x="130" y="128"/>
                  <a:pt x="128" y="128"/>
                </a:cubicBezTo>
                <a:moveTo>
                  <a:pt x="136" y="118"/>
                </a:moveTo>
                <a:cubicBezTo>
                  <a:pt x="102" y="84"/>
                  <a:pt x="102" y="84"/>
                  <a:pt x="102" y="84"/>
                </a:cubicBezTo>
                <a:cubicBezTo>
                  <a:pt x="136" y="50"/>
                  <a:pt x="136" y="50"/>
                  <a:pt x="136" y="50"/>
                </a:cubicBezTo>
                <a:lnTo>
                  <a:pt x="136" y="118"/>
                </a:lnTo>
                <a:close/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7" name="Google Shape;2287;p255"/>
          <p:cNvSpPr/>
          <p:nvPr/>
        </p:nvSpPr>
        <p:spPr>
          <a:xfrm>
            <a:off x="5070463" y="2863313"/>
            <a:ext cx="272890" cy="271540"/>
          </a:xfrm>
          <a:custGeom>
            <a:rect b="b" l="l" r="r" t="t"/>
            <a:pathLst>
              <a:path extrusionOk="0" h="176" w="176">
                <a:moveTo>
                  <a:pt x="96" y="8"/>
                </a:moveTo>
                <a:cubicBezTo>
                  <a:pt x="136" y="8"/>
                  <a:pt x="168" y="40"/>
                  <a:pt x="168" y="80"/>
                </a:cubicBezTo>
                <a:cubicBezTo>
                  <a:pt x="168" y="82"/>
                  <a:pt x="170" y="84"/>
                  <a:pt x="172" y="84"/>
                </a:cubicBezTo>
                <a:cubicBezTo>
                  <a:pt x="174" y="84"/>
                  <a:pt x="176" y="82"/>
                  <a:pt x="176" y="80"/>
                </a:cubicBezTo>
                <a:cubicBezTo>
                  <a:pt x="176" y="36"/>
                  <a:pt x="140" y="0"/>
                  <a:pt x="96" y="0"/>
                </a:cubicBezTo>
                <a:cubicBezTo>
                  <a:pt x="94" y="0"/>
                  <a:pt x="92" y="2"/>
                  <a:pt x="92" y="4"/>
                </a:cubicBezTo>
                <a:cubicBezTo>
                  <a:pt x="92" y="6"/>
                  <a:pt x="94" y="8"/>
                  <a:pt x="96" y="8"/>
                </a:cubicBezTo>
                <a:moveTo>
                  <a:pt x="96" y="48"/>
                </a:moveTo>
                <a:cubicBezTo>
                  <a:pt x="114" y="48"/>
                  <a:pt x="128" y="62"/>
                  <a:pt x="128" y="80"/>
                </a:cubicBezTo>
                <a:cubicBezTo>
                  <a:pt x="128" y="82"/>
                  <a:pt x="130" y="84"/>
                  <a:pt x="132" y="84"/>
                </a:cubicBezTo>
                <a:cubicBezTo>
                  <a:pt x="134" y="84"/>
                  <a:pt x="136" y="82"/>
                  <a:pt x="136" y="80"/>
                </a:cubicBezTo>
                <a:cubicBezTo>
                  <a:pt x="136" y="58"/>
                  <a:pt x="118" y="40"/>
                  <a:pt x="96" y="40"/>
                </a:cubicBezTo>
                <a:cubicBezTo>
                  <a:pt x="94" y="40"/>
                  <a:pt x="92" y="42"/>
                  <a:pt x="92" y="44"/>
                </a:cubicBezTo>
                <a:cubicBezTo>
                  <a:pt x="92" y="46"/>
                  <a:pt x="94" y="48"/>
                  <a:pt x="96" y="48"/>
                </a:cubicBezTo>
                <a:moveTo>
                  <a:pt x="96" y="88"/>
                </a:moveTo>
                <a:cubicBezTo>
                  <a:pt x="100" y="88"/>
                  <a:pt x="104" y="84"/>
                  <a:pt x="104" y="80"/>
                </a:cubicBezTo>
                <a:cubicBezTo>
                  <a:pt x="104" y="76"/>
                  <a:pt x="100" y="72"/>
                  <a:pt x="96" y="72"/>
                </a:cubicBezTo>
                <a:cubicBezTo>
                  <a:pt x="92" y="72"/>
                  <a:pt x="88" y="76"/>
                  <a:pt x="88" y="80"/>
                </a:cubicBezTo>
                <a:cubicBezTo>
                  <a:pt x="88" y="84"/>
                  <a:pt x="92" y="88"/>
                  <a:pt x="96" y="88"/>
                </a:cubicBezTo>
                <a:moveTo>
                  <a:pt x="176" y="140"/>
                </a:moveTo>
                <a:cubicBezTo>
                  <a:pt x="176" y="137"/>
                  <a:pt x="175" y="134"/>
                  <a:pt x="172" y="131"/>
                </a:cubicBezTo>
                <a:cubicBezTo>
                  <a:pt x="172" y="131"/>
                  <a:pt x="171" y="130"/>
                  <a:pt x="170" y="130"/>
                </a:cubicBezTo>
                <a:cubicBezTo>
                  <a:pt x="136" y="103"/>
                  <a:pt x="136" y="103"/>
                  <a:pt x="136" y="103"/>
                </a:cubicBezTo>
                <a:cubicBezTo>
                  <a:pt x="134" y="101"/>
                  <a:pt x="131" y="100"/>
                  <a:pt x="128" y="100"/>
                </a:cubicBezTo>
                <a:cubicBezTo>
                  <a:pt x="125" y="100"/>
                  <a:pt x="123" y="101"/>
                  <a:pt x="121" y="102"/>
                </a:cubicBezTo>
                <a:cubicBezTo>
                  <a:pt x="111" y="112"/>
                  <a:pt x="111" y="112"/>
                  <a:pt x="111" y="112"/>
                </a:cubicBezTo>
                <a:cubicBezTo>
                  <a:pt x="111" y="112"/>
                  <a:pt x="111" y="112"/>
                  <a:pt x="111" y="112"/>
                </a:cubicBezTo>
                <a:cubicBezTo>
                  <a:pt x="110" y="114"/>
                  <a:pt x="108" y="115"/>
                  <a:pt x="105" y="115"/>
                </a:cubicBezTo>
                <a:cubicBezTo>
                  <a:pt x="103" y="115"/>
                  <a:pt x="100" y="113"/>
                  <a:pt x="99" y="111"/>
                </a:cubicBezTo>
                <a:cubicBezTo>
                  <a:pt x="99" y="111"/>
                  <a:pt x="99" y="111"/>
                  <a:pt x="99" y="111"/>
                </a:cubicBezTo>
                <a:cubicBezTo>
                  <a:pt x="86" y="102"/>
                  <a:pt x="74" y="91"/>
                  <a:pt x="64" y="77"/>
                </a:cubicBezTo>
                <a:cubicBezTo>
                  <a:pt x="65" y="77"/>
                  <a:pt x="65" y="77"/>
                  <a:pt x="65" y="77"/>
                </a:cubicBezTo>
                <a:cubicBezTo>
                  <a:pt x="63" y="76"/>
                  <a:pt x="61" y="73"/>
                  <a:pt x="61" y="71"/>
                </a:cubicBezTo>
                <a:cubicBezTo>
                  <a:pt x="61" y="68"/>
                  <a:pt x="62" y="66"/>
                  <a:pt x="64" y="65"/>
                </a:cubicBezTo>
                <a:cubicBezTo>
                  <a:pt x="64" y="65"/>
                  <a:pt x="64" y="65"/>
                  <a:pt x="64" y="65"/>
                </a:cubicBezTo>
                <a:cubicBezTo>
                  <a:pt x="73" y="55"/>
                  <a:pt x="73" y="55"/>
                  <a:pt x="73" y="55"/>
                </a:cubicBezTo>
                <a:cubicBezTo>
                  <a:pt x="75" y="53"/>
                  <a:pt x="76" y="51"/>
                  <a:pt x="76" y="48"/>
                </a:cubicBezTo>
                <a:cubicBezTo>
                  <a:pt x="76" y="45"/>
                  <a:pt x="75" y="42"/>
                  <a:pt x="72" y="40"/>
                </a:cubicBezTo>
                <a:cubicBezTo>
                  <a:pt x="46" y="6"/>
                  <a:pt x="46" y="6"/>
                  <a:pt x="46" y="6"/>
                </a:cubicBezTo>
                <a:cubicBezTo>
                  <a:pt x="46" y="5"/>
                  <a:pt x="45" y="4"/>
                  <a:pt x="44" y="4"/>
                </a:cubicBezTo>
                <a:cubicBezTo>
                  <a:pt x="42" y="1"/>
                  <a:pt x="39" y="0"/>
                  <a:pt x="36" y="0"/>
                </a:cubicBezTo>
                <a:cubicBezTo>
                  <a:pt x="20" y="0"/>
                  <a:pt x="0" y="19"/>
                  <a:pt x="0" y="42"/>
                </a:cubicBezTo>
                <a:cubicBezTo>
                  <a:pt x="0" y="48"/>
                  <a:pt x="1" y="54"/>
                  <a:pt x="4" y="60"/>
                </a:cubicBezTo>
                <a:cubicBezTo>
                  <a:pt x="4" y="60"/>
                  <a:pt x="4" y="60"/>
                  <a:pt x="4" y="60"/>
                </a:cubicBezTo>
                <a:cubicBezTo>
                  <a:pt x="28" y="108"/>
                  <a:pt x="68" y="148"/>
                  <a:pt x="116" y="172"/>
                </a:cubicBezTo>
                <a:cubicBezTo>
                  <a:pt x="116" y="172"/>
                  <a:pt x="116" y="172"/>
                  <a:pt x="116" y="172"/>
                </a:cubicBezTo>
                <a:cubicBezTo>
                  <a:pt x="121" y="175"/>
                  <a:pt x="128" y="176"/>
                  <a:pt x="134" y="176"/>
                </a:cubicBezTo>
                <a:cubicBezTo>
                  <a:pt x="157" y="176"/>
                  <a:pt x="176" y="156"/>
                  <a:pt x="176" y="140"/>
                </a:cubicBezTo>
                <a:cubicBezTo>
                  <a:pt x="176" y="140"/>
                  <a:pt x="176" y="140"/>
                  <a:pt x="176" y="140"/>
                </a:cubicBezTo>
                <a:close/>
                <a:moveTo>
                  <a:pt x="134" y="168"/>
                </a:moveTo>
                <a:cubicBezTo>
                  <a:pt x="129" y="168"/>
                  <a:pt x="124" y="167"/>
                  <a:pt x="119" y="165"/>
                </a:cubicBezTo>
                <a:cubicBezTo>
                  <a:pt x="119" y="165"/>
                  <a:pt x="119" y="164"/>
                  <a:pt x="118" y="164"/>
                </a:cubicBezTo>
                <a:cubicBezTo>
                  <a:pt x="73" y="141"/>
                  <a:pt x="35" y="103"/>
                  <a:pt x="12" y="58"/>
                </a:cubicBezTo>
                <a:cubicBezTo>
                  <a:pt x="12" y="57"/>
                  <a:pt x="11" y="57"/>
                  <a:pt x="11" y="57"/>
                </a:cubicBezTo>
                <a:cubicBezTo>
                  <a:pt x="9" y="52"/>
                  <a:pt x="8" y="47"/>
                  <a:pt x="8" y="42"/>
                </a:cubicBezTo>
                <a:cubicBezTo>
                  <a:pt x="8" y="23"/>
                  <a:pt x="25" y="8"/>
                  <a:pt x="36" y="8"/>
                </a:cubicBezTo>
                <a:cubicBezTo>
                  <a:pt x="37" y="8"/>
                  <a:pt x="38" y="9"/>
                  <a:pt x="39" y="9"/>
                </a:cubicBezTo>
                <a:cubicBezTo>
                  <a:pt x="39" y="9"/>
                  <a:pt x="39" y="9"/>
                  <a:pt x="39" y="10"/>
                </a:cubicBezTo>
                <a:cubicBezTo>
                  <a:pt x="39" y="10"/>
                  <a:pt x="40" y="10"/>
                  <a:pt x="40" y="11"/>
                </a:cubicBezTo>
                <a:cubicBezTo>
                  <a:pt x="66" y="44"/>
                  <a:pt x="66" y="44"/>
                  <a:pt x="66" y="44"/>
                </a:cubicBezTo>
                <a:cubicBezTo>
                  <a:pt x="66" y="45"/>
                  <a:pt x="67" y="45"/>
                  <a:pt x="67" y="45"/>
                </a:cubicBezTo>
                <a:cubicBezTo>
                  <a:pt x="67" y="46"/>
                  <a:pt x="68" y="47"/>
                  <a:pt x="68" y="48"/>
                </a:cubicBezTo>
                <a:cubicBezTo>
                  <a:pt x="68" y="49"/>
                  <a:pt x="68" y="49"/>
                  <a:pt x="67" y="50"/>
                </a:cubicBezTo>
                <a:cubicBezTo>
                  <a:pt x="58" y="59"/>
                  <a:pt x="58" y="59"/>
                  <a:pt x="58" y="59"/>
                </a:cubicBezTo>
                <a:cubicBezTo>
                  <a:pt x="58" y="59"/>
                  <a:pt x="58" y="59"/>
                  <a:pt x="58" y="59"/>
                </a:cubicBezTo>
                <a:cubicBezTo>
                  <a:pt x="55" y="62"/>
                  <a:pt x="53" y="66"/>
                  <a:pt x="53" y="71"/>
                </a:cubicBezTo>
                <a:cubicBezTo>
                  <a:pt x="53" y="75"/>
                  <a:pt x="55" y="79"/>
                  <a:pt x="58" y="82"/>
                </a:cubicBezTo>
                <a:cubicBezTo>
                  <a:pt x="58" y="82"/>
                  <a:pt x="58" y="82"/>
                  <a:pt x="58" y="82"/>
                </a:cubicBezTo>
                <a:cubicBezTo>
                  <a:pt x="68" y="96"/>
                  <a:pt x="80" y="108"/>
                  <a:pt x="94" y="118"/>
                </a:cubicBezTo>
                <a:cubicBezTo>
                  <a:pt x="94" y="118"/>
                  <a:pt x="94" y="118"/>
                  <a:pt x="94" y="118"/>
                </a:cubicBezTo>
                <a:cubicBezTo>
                  <a:pt x="97" y="121"/>
                  <a:pt x="101" y="123"/>
                  <a:pt x="105" y="123"/>
                </a:cubicBezTo>
                <a:cubicBezTo>
                  <a:pt x="109" y="123"/>
                  <a:pt x="113" y="121"/>
                  <a:pt x="116" y="118"/>
                </a:cubicBezTo>
                <a:cubicBezTo>
                  <a:pt x="117" y="118"/>
                  <a:pt x="117" y="118"/>
                  <a:pt x="117" y="118"/>
                </a:cubicBezTo>
                <a:cubicBezTo>
                  <a:pt x="126" y="109"/>
                  <a:pt x="126" y="109"/>
                  <a:pt x="126" y="109"/>
                </a:cubicBezTo>
                <a:cubicBezTo>
                  <a:pt x="127" y="108"/>
                  <a:pt x="127" y="108"/>
                  <a:pt x="128" y="108"/>
                </a:cubicBezTo>
                <a:cubicBezTo>
                  <a:pt x="129" y="108"/>
                  <a:pt x="130" y="109"/>
                  <a:pt x="131" y="109"/>
                </a:cubicBezTo>
                <a:cubicBezTo>
                  <a:pt x="131" y="109"/>
                  <a:pt x="131" y="110"/>
                  <a:pt x="131" y="110"/>
                </a:cubicBezTo>
                <a:cubicBezTo>
                  <a:pt x="165" y="136"/>
                  <a:pt x="165" y="136"/>
                  <a:pt x="165" y="136"/>
                </a:cubicBezTo>
                <a:cubicBezTo>
                  <a:pt x="166" y="136"/>
                  <a:pt x="166" y="136"/>
                  <a:pt x="166" y="137"/>
                </a:cubicBezTo>
                <a:cubicBezTo>
                  <a:pt x="166" y="137"/>
                  <a:pt x="167" y="137"/>
                  <a:pt x="167" y="137"/>
                </a:cubicBezTo>
                <a:cubicBezTo>
                  <a:pt x="167" y="138"/>
                  <a:pt x="168" y="138"/>
                  <a:pt x="168" y="140"/>
                </a:cubicBezTo>
                <a:cubicBezTo>
                  <a:pt x="168" y="140"/>
                  <a:pt x="168" y="140"/>
                  <a:pt x="168" y="141"/>
                </a:cubicBezTo>
                <a:cubicBezTo>
                  <a:pt x="167" y="152"/>
                  <a:pt x="153" y="168"/>
                  <a:pt x="134" y="168"/>
                </a:cubicBezTo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8" name="Google Shape;2288;p255"/>
          <p:cNvSpPr txBox="1"/>
          <p:nvPr>
            <p:ph idx="2" type="ctrTitle"/>
          </p:nvPr>
        </p:nvSpPr>
        <p:spPr>
          <a:xfrm>
            <a:off x="2278425" y="3056225"/>
            <a:ext cx="2360700" cy="2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lus Jakarta Sans Medium"/>
              <a:buNone/>
              <a:defRPr sz="11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cxnSp>
        <p:nvCxnSpPr>
          <p:cNvPr id="2289" name="Google Shape;2289;p255"/>
          <p:cNvCxnSpPr/>
          <p:nvPr/>
        </p:nvCxnSpPr>
        <p:spPr>
          <a:xfrm>
            <a:off x="4702109" y="2775332"/>
            <a:ext cx="0" cy="10230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290" name="Google Shape;2290;p2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5000" y="3099175"/>
            <a:ext cx="284026" cy="284026"/>
          </a:xfrm>
          <a:prstGeom prst="rect">
            <a:avLst/>
          </a:prstGeom>
          <a:noFill/>
          <a:ln>
            <a:noFill/>
          </a:ln>
        </p:spPr>
      </p:pic>
      <p:sp>
        <p:nvSpPr>
          <p:cNvPr id="2291" name="Google Shape;2291;p255"/>
          <p:cNvSpPr txBox="1"/>
          <p:nvPr>
            <p:ph idx="3" type="subTitle"/>
          </p:nvPr>
        </p:nvSpPr>
        <p:spPr>
          <a:xfrm>
            <a:off x="2278425" y="3187650"/>
            <a:ext cx="2439900" cy="2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292" name="Google Shape;2292;p255"/>
          <p:cNvSpPr txBox="1"/>
          <p:nvPr>
            <p:ph idx="4" type="ctrTitle"/>
          </p:nvPr>
        </p:nvSpPr>
        <p:spPr>
          <a:xfrm>
            <a:off x="5427525" y="274172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93" name="Google Shape;2293;p255"/>
          <p:cNvSpPr txBox="1"/>
          <p:nvPr>
            <p:ph idx="5" type="subTitle"/>
          </p:nvPr>
        </p:nvSpPr>
        <p:spPr>
          <a:xfrm>
            <a:off x="5427525" y="2984950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4" name="Google Shape;2294;p255"/>
          <p:cNvSpPr txBox="1"/>
          <p:nvPr>
            <p:ph idx="6" type="ctrTitle"/>
          </p:nvPr>
        </p:nvSpPr>
        <p:spPr>
          <a:xfrm>
            <a:off x="5427525" y="32826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95" name="Google Shape;2295;p255"/>
          <p:cNvSpPr txBox="1"/>
          <p:nvPr>
            <p:ph idx="7" type="subTitle"/>
          </p:nvPr>
        </p:nvSpPr>
        <p:spPr>
          <a:xfrm>
            <a:off x="5427525" y="3525863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">
  <p:cSld name="TITLE_1_1">
    <p:spTree>
      <p:nvGrpSpPr>
        <p:cNvPr id="2296" name="Shape 2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p2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98" name="Google Shape;2298;p2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7299" y="130700"/>
            <a:ext cx="1250276" cy="1250324"/>
          </a:xfrm>
          <a:prstGeom prst="rect">
            <a:avLst/>
          </a:prstGeom>
          <a:noFill/>
          <a:ln>
            <a:noFill/>
          </a:ln>
        </p:spPr>
      </p:pic>
      <p:sp>
        <p:nvSpPr>
          <p:cNvPr id="2299" name="Google Shape;2299;p256"/>
          <p:cNvSpPr txBox="1"/>
          <p:nvPr>
            <p:ph type="ctrTitle"/>
          </p:nvPr>
        </p:nvSpPr>
        <p:spPr>
          <a:xfrm>
            <a:off x="287303" y="1302125"/>
            <a:ext cx="5815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Plus Jakarta Sans ExtraBold"/>
              <a:buNone/>
              <a:defRPr sz="48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00" name="Google Shape;2300;p256"/>
          <p:cNvSpPr txBox="1"/>
          <p:nvPr>
            <p:ph idx="1" type="subTitle"/>
          </p:nvPr>
        </p:nvSpPr>
        <p:spPr>
          <a:xfrm>
            <a:off x="287300" y="3354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None/>
              <a:defRPr b="1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">
  <p:cSld name="TITLE_1_1_1">
    <p:spTree>
      <p:nvGrpSpPr>
        <p:cNvPr id="230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Google Shape;2302;p25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Font typeface="Plus Jakarta Sans"/>
              <a:buNone/>
              <a:defRPr b="1" sz="4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03" name="Google Shape;2303;p25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us Jakarta Sans"/>
              <a:buNone/>
              <a:defRPr sz="2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04" name="Google Shape;2304;p2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Content slide">
  <p:cSld name="TITLE_1_1_1_4">
    <p:spTree>
      <p:nvGrpSpPr>
        <p:cNvPr id="2305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p258"/>
          <p:cNvSpPr/>
          <p:nvPr/>
        </p:nvSpPr>
        <p:spPr>
          <a:xfrm>
            <a:off x="0" y="0"/>
            <a:ext cx="4572000" cy="5153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7" name="Google Shape;2307;p258"/>
          <p:cNvSpPr txBox="1"/>
          <p:nvPr>
            <p:ph type="ctrTitle"/>
          </p:nvPr>
        </p:nvSpPr>
        <p:spPr>
          <a:xfrm>
            <a:off x="311705" y="744575"/>
            <a:ext cx="3528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us Jakarta Sans"/>
              <a:buNone/>
              <a:defRPr b="1" sz="3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08" name="Google Shape;2308;p258"/>
          <p:cNvSpPr txBox="1"/>
          <p:nvPr>
            <p:ph idx="1" type="subTitle"/>
          </p:nvPr>
        </p:nvSpPr>
        <p:spPr>
          <a:xfrm>
            <a:off x="4885625" y="744575"/>
            <a:ext cx="3883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"/>
              <a:buNone/>
              <a:defRPr sz="9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309" name="Google Shape;2309;p2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10" name="Google Shape;2310;p258"/>
          <p:cNvPicPr preferRelativeResize="0"/>
          <p:nvPr/>
        </p:nvPicPr>
        <p:blipFill rotWithShape="1">
          <a:blip r:embed="rId2">
            <a:alphaModFix/>
          </a:blip>
          <a:srcRect b="26852" l="0" r="0" t="26852"/>
          <a:stretch/>
        </p:blipFill>
        <p:spPr>
          <a:xfrm>
            <a:off x="199650" y="4749547"/>
            <a:ext cx="477249" cy="22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content 2">
  <p:cSld name="TITLE_1_1_1_3">
    <p:spTree>
      <p:nvGrpSpPr>
        <p:cNvPr id="231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p2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13" name="Google Shape;2313;p259"/>
          <p:cNvGrpSpPr/>
          <p:nvPr/>
        </p:nvGrpSpPr>
        <p:grpSpPr>
          <a:xfrm>
            <a:off x="1559321" y="1912517"/>
            <a:ext cx="371700" cy="371700"/>
            <a:chOff x="7182577" y="2114022"/>
            <a:chExt cx="495600" cy="495600"/>
          </a:xfrm>
        </p:grpSpPr>
        <p:sp>
          <p:nvSpPr>
            <p:cNvPr id="2314" name="Google Shape;2314;p259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F46262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15" name="Google Shape;2315;p259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6" name="Google Shape;2316;p259"/>
          <p:cNvGrpSpPr/>
          <p:nvPr/>
        </p:nvGrpSpPr>
        <p:grpSpPr>
          <a:xfrm>
            <a:off x="4780823" y="1937843"/>
            <a:ext cx="371700" cy="371700"/>
            <a:chOff x="7182577" y="2114022"/>
            <a:chExt cx="495600" cy="495600"/>
          </a:xfrm>
        </p:grpSpPr>
        <p:sp>
          <p:nvSpPr>
            <p:cNvPr id="2317" name="Google Shape;2317;p259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F46262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18" name="Google Shape;2318;p259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9" name="Google Shape;2319;p259"/>
          <p:cNvGrpSpPr/>
          <p:nvPr/>
        </p:nvGrpSpPr>
        <p:grpSpPr>
          <a:xfrm>
            <a:off x="1559321" y="2720321"/>
            <a:ext cx="371700" cy="371700"/>
            <a:chOff x="7182577" y="2114022"/>
            <a:chExt cx="495600" cy="495600"/>
          </a:xfrm>
        </p:grpSpPr>
        <p:sp>
          <p:nvSpPr>
            <p:cNvPr id="2320" name="Google Shape;2320;p259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F46262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21" name="Google Shape;2321;p259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2" name="Google Shape;2322;p259"/>
          <p:cNvGrpSpPr/>
          <p:nvPr/>
        </p:nvGrpSpPr>
        <p:grpSpPr>
          <a:xfrm>
            <a:off x="4780823" y="2723967"/>
            <a:ext cx="371700" cy="371700"/>
            <a:chOff x="7182577" y="2114022"/>
            <a:chExt cx="495600" cy="495600"/>
          </a:xfrm>
        </p:grpSpPr>
        <p:sp>
          <p:nvSpPr>
            <p:cNvPr id="2323" name="Google Shape;2323;p259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F46262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24" name="Google Shape;2324;p259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5" name="Google Shape;2325;p259"/>
          <p:cNvGrpSpPr/>
          <p:nvPr/>
        </p:nvGrpSpPr>
        <p:grpSpPr>
          <a:xfrm>
            <a:off x="1559321" y="3537868"/>
            <a:ext cx="371700" cy="371700"/>
            <a:chOff x="7182577" y="2114022"/>
            <a:chExt cx="495600" cy="495600"/>
          </a:xfrm>
        </p:grpSpPr>
        <p:sp>
          <p:nvSpPr>
            <p:cNvPr id="2326" name="Google Shape;2326;p259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F46262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27" name="Google Shape;2327;p259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8" name="Google Shape;2328;p259"/>
          <p:cNvGrpSpPr/>
          <p:nvPr/>
        </p:nvGrpSpPr>
        <p:grpSpPr>
          <a:xfrm>
            <a:off x="4780823" y="3541515"/>
            <a:ext cx="371700" cy="371700"/>
            <a:chOff x="7182577" y="2114022"/>
            <a:chExt cx="495600" cy="495600"/>
          </a:xfrm>
        </p:grpSpPr>
        <p:sp>
          <p:nvSpPr>
            <p:cNvPr id="2329" name="Google Shape;2329;p259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F46262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30" name="Google Shape;2330;p259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06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31" name="Google Shape;2331;p259"/>
          <p:cNvSpPr txBox="1"/>
          <p:nvPr>
            <p:ph type="ctrTitle"/>
          </p:nvPr>
        </p:nvSpPr>
        <p:spPr>
          <a:xfrm>
            <a:off x="1476475" y="1121150"/>
            <a:ext cx="5051400" cy="5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32" name="Google Shape;2332;p259"/>
          <p:cNvSpPr txBox="1"/>
          <p:nvPr>
            <p:ph idx="2" type="ctrTitle"/>
          </p:nvPr>
        </p:nvSpPr>
        <p:spPr>
          <a:xfrm>
            <a:off x="1963675" y="17948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33" name="Google Shape;2333;p259"/>
          <p:cNvSpPr txBox="1"/>
          <p:nvPr>
            <p:ph idx="1" type="subTitle"/>
          </p:nvPr>
        </p:nvSpPr>
        <p:spPr>
          <a:xfrm>
            <a:off x="1963675" y="2038038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4" name="Google Shape;2334;p259"/>
          <p:cNvSpPr txBox="1"/>
          <p:nvPr>
            <p:ph idx="3" type="ctrTitle"/>
          </p:nvPr>
        </p:nvSpPr>
        <p:spPr>
          <a:xfrm>
            <a:off x="1963675" y="264880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35" name="Google Shape;2335;p259"/>
          <p:cNvSpPr txBox="1"/>
          <p:nvPr>
            <p:ph idx="4" type="subTitle"/>
          </p:nvPr>
        </p:nvSpPr>
        <p:spPr>
          <a:xfrm>
            <a:off x="1963675" y="2892025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6" name="Google Shape;2336;p259"/>
          <p:cNvSpPr txBox="1"/>
          <p:nvPr>
            <p:ph idx="5" type="ctrTitle"/>
          </p:nvPr>
        </p:nvSpPr>
        <p:spPr>
          <a:xfrm>
            <a:off x="1963675" y="34663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37" name="Google Shape;2337;p259"/>
          <p:cNvSpPr txBox="1"/>
          <p:nvPr>
            <p:ph idx="6" type="subTitle"/>
          </p:nvPr>
        </p:nvSpPr>
        <p:spPr>
          <a:xfrm>
            <a:off x="1963675" y="3709575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8" name="Google Shape;2338;p259"/>
          <p:cNvSpPr txBox="1"/>
          <p:nvPr>
            <p:ph idx="7" type="ctrTitle"/>
          </p:nvPr>
        </p:nvSpPr>
        <p:spPr>
          <a:xfrm>
            <a:off x="5194350" y="18410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39" name="Google Shape;2339;p259"/>
          <p:cNvSpPr txBox="1"/>
          <p:nvPr>
            <p:ph idx="8" type="subTitle"/>
          </p:nvPr>
        </p:nvSpPr>
        <p:spPr>
          <a:xfrm>
            <a:off x="5194350" y="2084238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40" name="Google Shape;2340;p259"/>
          <p:cNvSpPr txBox="1"/>
          <p:nvPr>
            <p:ph idx="9" type="ctrTitle"/>
          </p:nvPr>
        </p:nvSpPr>
        <p:spPr>
          <a:xfrm>
            <a:off x="5194350" y="264880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41" name="Google Shape;2341;p259"/>
          <p:cNvSpPr txBox="1"/>
          <p:nvPr>
            <p:ph idx="13" type="subTitle"/>
          </p:nvPr>
        </p:nvSpPr>
        <p:spPr>
          <a:xfrm>
            <a:off x="5194350" y="2892025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42" name="Google Shape;2342;p259"/>
          <p:cNvSpPr txBox="1"/>
          <p:nvPr>
            <p:ph idx="14" type="ctrTitle"/>
          </p:nvPr>
        </p:nvSpPr>
        <p:spPr>
          <a:xfrm>
            <a:off x="5194350" y="345656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43" name="Google Shape;2343;p259"/>
          <p:cNvSpPr txBox="1"/>
          <p:nvPr>
            <p:ph idx="15" type="subTitle"/>
          </p:nvPr>
        </p:nvSpPr>
        <p:spPr>
          <a:xfrm>
            <a:off x="5194350" y="3699788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1_1_1_3_1">
    <p:spTree>
      <p:nvGrpSpPr>
        <p:cNvPr id="2344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Google Shape;2345;p2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46" name="Google Shape;2346;p260"/>
          <p:cNvSpPr txBox="1"/>
          <p:nvPr>
            <p:ph type="ctrTitle"/>
          </p:nvPr>
        </p:nvSpPr>
        <p:spPr>
          <a:xfrm>
            <a:off x="1162850" y="1395900"/>
            <a:ext cx="2510100" cy="125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47" name="Google Shape;2347;p260"/>
          <p:cNvSpPr txBox="1"/>
          <p:nvPr>
            <p:ph idx="2" type="ctrTitle"/>
          </p:nvPr>
        </p:nvSpPr>
        <p:spPr>
          <a:xfrm>
            <a:off x="5194350" y="189772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48" name="Google Shape;2348;p260"/>
          <p:cNvSpPr txBox="1"/>
          <p:nvPr>
            <p:ph idx="1" type="subTitle"/>
          </p:nvPr>
        </p:nvSpPr>
        <p:spPr>
          <a:xfrm>
            <a:off x="5194350" y="2140950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49" name="Google Shape;2349;p260"/>
          <p:cNvSpPr txBox="1"/>
          <p:nvPr>
            <p:ph idx="3" type="ctrTitle"/>
          </p:nvPr>
        </p:nvSpPr>
        <p:spPr>
          <a:xfrm>
            <a:off x="5194350" y="26771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50" name="Google Shape;2350;p260"/>
          <p:cNvSpPr txBox="1"/>
          <p:nvPr>
            <p:ph idx="4" type="subTitle"/>
          </p:nvPr>
        </p:nvSpPr>
        <p:spPr>
          <a:xfrm>
            <a:off x="5194350" y="2920375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1" name="Google Shape;2351;p260"/>
          <p:cNvSpPr txBox="1"/>
          <p:nvPr>
            <p:ph idx="5" type="ctrTitle"/>
          </p:nvPr>
        </p:nvSpPr>
        <p:spPr>
          <a:xfrm>
            <a:off x="5194350" y="35049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52" name="Google Shape;2352;p260"/>
          <p:cNvSpPr txBox="1"/>
          <p:nvPr>
            <p:ph idx="6" type="subTitle"/>
          </p:nvPr>
        </p:nvSpPr>
        <p:spPr>
          <a:xfrm>
            <a:off x="5194350" y="3748175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3" name="Google Shape;2353;p260"/>
          <p:cNvSpPr/>
          <p:nvPr/>
        </p:nvSpPr>
        <p:spPr>
          <a:xfrm>
            <a:off x="-6675" y="-6675"/>
            <a:ext cx="225000" cy="5150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4" name="Google Shape;2354;p260"/>
          <p:cNvSpPr/>
          <p:nvPr/>
        </p:nvSpPr>
        <p:spPr>
          <a:xfrm>
            <a:off x="4976525" y="1487700"/>
            <a:ext cx="16500" cy="36558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55" name="Google Shape;2355;p260"/>
          <p:cNvGrpSpPr/>
          <p:nvPr/>
        </p:nvGrpSpPr>
        <p:grpSpPr>
          <a:xfrm>
            <a:off x="4798921" y="1161454"/>
            <a:ext cx="371700" cy="371700"/>
            <a:chOff x="7182577" y="2114022"/>
            <a:chExt cx="495600" cy="495600"/>
          </a:xfrm>
        </p:grpSpPr>
        <p:sp>
          <p:nvSpPr>
            <p:cNvPr id="2356" name="Google Shape;2356;p260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30496D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57" name="Google Shape;2357;p260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30496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8" name="Google Shape;2358;p260"/>
          <p:cNvGrpSpPr/>
          <p:nvPr/>
        </p:nvGrpSpPr>
        <p:grpSpPr>
          <a:xfrm>
            <a:off x="4798921" y="1969258"/>
            <a:ext cx="371700" cy="371700"/>
            <a:chOff x="7182577" y="2114022"/>
            <a:chExt cx="495600" cy="495600"/>
          </a:xfrm>
        </p:grpSpPr>
        <p:sp>
          <p:nvSpPr>
            <p:cNvPr id="2359" name="Google Shape;2359;p260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30496D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60" name="Google Shape;2360;p260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30496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1" name="Google Shape;2361;p260"/>
          <p:cNvGrpSpPr/>
          <p:nvPr/>
        </p:nvGrpSpPr>
        <p:grpSpPr>
          <a:xfrm>
            <a:off x="4798921" y="2786806"/>
            <a:ext cx="371700" cy="371700"/>
            <a:chOff x="7182577" y="2114022"/>
            <a:chExt cx="495600" cy="495600"/>
          </a:xfrm>
        </p:grpSpPr>
        <p:sp>
          <p:nvSpPr>
            <p:cNvPr id="2362" name="Google Shape;2362;p260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30496D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63" name="Google Shape;2363;p260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30496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4" name="Google Shape;2364;p260"/>
          <p:cNvGrpSpPr/>
          <p:nvPr/>
        </p:nvGrpSpPr>
        <p:grpSpPr>
          <a:xfrm>
            <a:off x="4798921" y="3604356"/>
            <a:ext cx="371700" cy="371700"/>
            <a:chOff x="7182577" y="2114022"/>
            <a:chExt cx="495600" cy="495600"/>
          </a:xfrm>
        </p:grpSpPr>
        <p:sp>
          <p:nvSpPr>
            <p:cNvPr id="2365" name="Google Shape;2365;p260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30496D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66" name="Google Shape;2366;p260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30496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7" name="Google Shape;2367;p260"/>
          <p:cNvGrpSpPr/>
          <p:nvPr/>
        </p:nvGrpSpPr>
        <p:grpSpPr>
          <a:xfrm>
            <a:off x="4798921" y="4421906"/>
            <a:ext cx="371700" cy="371700"/>
            <a:chOff x="7182577" y="2114022"/>
            <a:chExt cx="495600" cy="495600"/>
          </a:xfrm>
        </p:grpSpPr>
        <p:sp>
          <p:nvSpPr>
            <p:cNvPr id="2368" name="Google Shape;2368;p260"/>
            <p:cNvSpPr/>
            <p:nvPr/>
          </p:nvSpPr>
          <p:spPr>
            <a:xfrm>
              <a:off x="7182577" y="2114022"/>
              <a:ext cx="495600" cy="495600"/>
            </a:xfrm>
            <a:prstGeom prst="roundRect">
              <a:avLst>
                <a:gd fmla="val 16667" name="adj"/>
              </a:avLst>
            </a:prstGeom>
            <a:solidFill>
              <a:srgbClr val="30496D"/>
            </a:solidFill>
            <a:ln>
              <a:noFill/>
            </a:ln>
            <a:effectLst>
              <a:outerShdw blurRad="762000" sx="97000" rotWithShape="0" algn="t" dir="5400000" dist="698500" sy="97000">
                <a:srgbClr val="000000">
                  <a:alpha val="941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69" name="Google Shape;2369;p260"/>
            <p:cNvSpPr txBox="1"/>
            <p:nvPr/>
          </p:nvSpPr>
          <p:spPr>
            <a:xfrm>
              <a:off x="7234436" y="2223339"/>
              <a:ext cx="391800" cy="276900"/>
            </a:xfrm>
            <a:prstGeom prst="rect">
              <a:avLst/>
            </a:prstGeom>
            <a:solidFill>
              <a:srgbClr val="30496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70" name="Google Shape;2370;p260"/>
          <p:cNvSpPr txBox="1"/>
          <p:nvPr>
            <p:ph idx="7" type="ctrTitle"/>
          </p:nvPr>
        </p:nvSpPr>
        <p:spPr>
          <a:xfrm>
            <a:off x="5194350" y="43327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71" name="Google Shape;2371;p260"/>
          <p:cNvSpPr txBox="1"/>
          <p:nvPr>
            <p:ph idx="8" type="subTitle"/>
          </p:nvPr>
        </p:nvSpPr>
        <p:spPr>
          <a:xfrm>
            <a:off x="5194350" y="4575975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72" name="Google Shape;2372;p260"/>
          <p:cNvSpPr txBox="1"/>
          <p:nvPr>
            <p:ph idx="9" type="ctrTitle"/>
          </p:nvPr>
        </p:nvSpPr>
        <p:spPr>
          <a:xfrm>
            <a:off x="5194350" y="10550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73" name="Google Shape;2373;p260"/>
          <p:cNvSpPr txBox="1"/>
          <p:nvPr>
            <p:ph idx="13" type="subTitle"/>
          </p:nvPr>
        </p:nvSpPr>
        <p:spPr>
          <a:xfrm>
            <a:off x="5194350" y="1298313"/>
            <a:ext cx="2439600" cy="2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74" name="Google Shape;2374;p260"/>
          <p:cNvSpPr txBox="1"/>
          <p:nvPr>
            <p:ph idx="14" type="ctrTitle"/>
          </p:nvPr>
        </p:nvSpPr>
        <p:spPr>
          <a:xfrm>
            <a:off x="1162850" y="26153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 1">
  <p:cSld name="CUSTOM_8">
    <p:spTree>
      <p:nvGrpSpPr>
        <p:cNvPr id="2375" name="Shape 2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6" name="Google Shape;2376;p261"/>
          <p:cNvSpPr txBox="1"/>
          <p:nvPr>
            <p:ph type="title"/>
          </p:nvPr>
        </p:nvSpPr>
        <p:spPr>
          <a:xfrm>
            <a:off x="657225" y="521275"/>
            <a:ext cx="849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77" name="Google Shape;2377;p261"/>
          <p:cNvGrpSpPr/>
          <p:nvPr/>
        </p:nvGrpSpPr>
        <p:grpSpPr>
          <a:xfrm>
            <a:off x="4478850" y="893425"/>
            <a:ext cx="3747495" cy="3747672"/>
            <a:chOff x="0" y="0"/>
            <a:chExt cx="5012700" cy="5012938"/>
          </a:xfrm>
        </p:grpSpPr>
        <p:sp>
          <p:nvSpPr>
            <p:cNvPr id="2378" name="Google Shape;2378;p261"/>
            <p:cNvSpPr/>
            <p:nvPr/>
          </p:nvSpPr>
          <p:spPr>
            <a:xfrm>
              <a:off x="0" y="0"/>
              <a:ext cx="5012700" cy="5012700"/>
            </a:xfrm>
            <a:prstGeom prst="ellipse">
              <a:avLst/>
            </a:prstGeom>
            <a:solidFill>
              <a:srgbClr val="F46262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261"/>
            <p:cNvSpPr/>
            <p:nvPr/>
          </p:nvSpPr>
          <p:spPr>
            <a:xfrm>
              <a:off x="397257" y="751919"/>
              <a:ext cx="4260900" cy="4260900"/>
            </a:xfrm>
            <a:prstGeom prst="ellipse">
              <a:avLst/>
            </a:prstGeom>
            <a:solidFill>
              <a:srgbClr val="3049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261"/>
            <p:cNvSpPr/>
            <p:nvPr/>
          </p:nvSpPr>
          <p:spPr>
            <a:xfrm>
              <a:off x="773217" y="1503838"/>
              <a:ext cx="3509100" cy="3509100"/>
            </a:xfrm>
            <a:prstGeom prst="ellipse">
              <a:avLst/>
            </a:prstGeom>
            <a:solidFill>
              <a:srgbClr val="874D83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261"/>
            <p:cNvSpPr/>
            <p:nvPr/>
          </p:nvSpPr>
          <p:spPr>
            <a:xfrm>
              <a:off x="1149176" y="2255757"/>
              <a:ext cx="2757000" cy="2757000"/>
            </a:xfrm>
            <a:prstGeom prst="ellipse">
              <a:avLst/>
            </a:prstGeom>
            <a:solidFill>
              <a:srgbClr val="FEED7D"/>
            </a:solidFill>
            <a:ln>
              <a:noFill/>
            </a:ln>
            <a:effectLst>
              <a:outerShdw blurRad="38100" rotWithShape="0" algn="ctr" dir="5400000" dist="12700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261"/>
            <p:cNvSpPr/>
            <p:nvPr/>
          </p:nvSpPr>
          <p:spPr>
            <a:xfrm>
              <a:off x="1525136" y="3007677"/>
              <a:ext cx="2005200" cy="2005200"/>
            </a:xfrm>
            <a:prstGeom prst="ellipse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83" name="Google Shape;2383;p261"/>
          <p:cNvSpPr txBox="1"/>
          <p:nvPr>
            <p:ph idx="1" type="subTitle"/>
          </p:nvPr>
        </p:nvSpPr>
        <p:spPr>
          <a:xfrm>
            <a:off x="657225" y="1067075"/>
            <a:ext cx="35424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384" name="Google Shape;2384;p261"/>
          <p:cNvSpPr txBox="1"/>
          <p:nvPr>
            <p:ph idx="2" type="title"/>
          </p:nvPr>
        </p:nvSpPr>
        <p:spPr>
          <a:xfrm>
            <a:off x="5505850" y="1005300"/>
            <a:ext cx="16935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 b="1" sz="1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5" name="Google Shape;2385;p261"/>
          <p:cNvSpPr txBox="1"/>
          <p:nvPr>
            <p:ph idx="3" type="title"/>
          </p:nvPr>
        </p:nvSpPr>
        <p:spPr>
          <a:xfrm>
            <a:off x="5505850" y="1563925"/>
            <a:ext cx="16935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 b="1" sz="1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6" name="Google Shape;2386;p261"/>
          <p:cNvSpPr txBox="1"/>
          <p:nvPr>
            <p:ph idx="4" type="title"/>
          </p:nvPr>
        </p:nvSpPr>
        <p:spPr>
          <a:xfrm>
            <a:off x="5505850" y="2122550"/>
            <a:ext cx="16935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 b="1" sz="1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7" name="Google Shape;2387;p261"/>
          <p:cNvSpPr txBox="1"/>
          <p:nvPr>
            <p:ph idx="5" type="title"/>
          </p:nvPr>
        </p:nvSpPr>
        <p:spPr>
          <a:xfrm>
            <a:off x="5505850" y="2726200"/>
            <a:ext cx="16935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None/>
              <a:defRPr b="1" sz="140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8" name="Google Shape;2388;p261"/>
          <p:cNvSpPr txBox="1"/>
          <p:nvPr>
            <p:ph idx="6" type="title"/>
          </p:nvPr>
        </p:nvSpPr>
        <p:spPr>
          <a:xfrm>
            <a:off x="5505850" y="3655725"/>
            <a:ext cx="1693500" cy="5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None/>
              <a:defRPr b="1" sz="140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content 2">
  <p:cSld name="TITLE_1_1_1_2">
    <p:spTree>
      <p:nvGrpSpPr>
        <p:cNvPr id="2389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p262"/>
          <p:cNvSpPr/>
          <p:nvPr/>
        </p:nvSpPr>
        <p:spPr>
          <a:xfrm>
            <a:off x="0" y="9525"/>
            <a:ext cx="4572000" cy="51435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1" name="Google Shape;2391;p262"/>
          <p:cNvSpPr txBox="1"/>
          <p:nvPr>
            <p:ph type="ctrTitle"/>
          </p:nvPr>
        </p:nvSpPr>
        <p:spPr>
          <a:xfrm>
            <a:off x="311705" y="1545450"/>
            <a:ext cx="3410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Plus Jakarta Sans"/>
              <a:buNone/>
              <a:defRPr b="1" sz="4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92" name="Google Shape;2392;p262"/>
          <p:cNvSpPr txBox="1"/>
          <p:nvPr>
            <p:ph idx="1" type="subTitle"/>
          </p:nvPr>
        </p:nvSpPr>
        <p:spPr>
          <a:xfrm>
            <a:off x="4801975" y="5690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93" name="Google Shape;2393;p2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4" name="Google Shape;2394;p262"/>
          <p:cNvSpPr txBox="1"/>
          <p:nvPr>
            <p:ph idx="2" type="subTitle"/>
          </p:nvPr>
        </p:nvSpPr>
        <p:spPr>
          <a:xfrm>
            <a:off x="4801975" y="105940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95" name="Google Shape;2395;p262"/>
          <p:cNvSpPr txBox="1"/>
          <p:nvPr>
            <p:ph idx="3" type="subTitle"/>
          </p:nvPr>
        </p:nvSpPr>
        <p:spPr>
          <a:xfrm>
            <a:off x="4801975" y="15454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96" name="Google Shape;2396;p262"/>
          <p:cNvSpPr txBox="1"/>
          <p:nvPr>
            <p:ph idx="4" type="subTitle"/>
          </p:nvPr>
        </p:nvSpPr>
        <p:spPr>
          <a:xfrm>
            <a:off x="4801975" y="20288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97" name="Google Shape;2397;p262"/>
          <p:cNvSpPr txBox="1"/>
          <p:nvPr>
            <p:ph idx="5" type="subTitle"/>
          </p:nvPr>
        </p:nvSpPr>
        <p:spPr>
          <a:xfrm>
            <a:off x="4801975" y="25218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98" name="Google Shape;2398;p262"/>
          <p:cNvSpPr txBox="1"/>
          <p:nvPr>
            <p:ph idx="6" type="subTitle"/>
          </p:nvPr>
        </p:nvSpPr>
        <p:spPr>
          <a:xfrm>
            <a:off x="6823075" y="5690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99" name="Google Shape;2399;p262"/>
          <p:cNvSpPr txBox="1"/>
          <p:nvPr>
            <p:ph idx="7" type="subTitle"/>
          </p:nvPr>
        </p:nvSpPr>
        <p:spPr>
          <a:xfrm>
            <a:off x="6823075" y="105940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400" name="Google Shape;2400;p262"/>
          <p:cNvSpPr txBox="1"/>
          <p:nvPr>
            <p:ph idx="8" type="subTitle"/>
          </p:nvPr>
        </p:nvSpPr>
        <p:spPr>
          <a:xfrm>
            <a:off x="6823075" y="15454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401" name="Google Shape;2401;p262"/>
          <p:cNvSpPr txBox="1"/>
          <p:nvPr>
            <p:ph idx="9" type="subTitle"/>
          </p:nvPr>
        </p:nvSpPr>
        <p:spPr>
          <a:xfrm>
            <a:off x="6823075" y="20288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402" name="Google Shape;2402;p262"/>
          <p:cNvSpPr txBox="1"/>
          <p:nvPr>
            <p:ph idx="13" type="subTitle"/>
          </p:nvPr>
        </p:nvSpPr>
        <p:spPr>
          <a:xfrm>
            <a:off x="6823075" y="2521850"/>
            <a:ext cx="2021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4">
  <p:cSld name="TITLE_1_1_1_1">
    <p:spTree>
      <p:nvGrpSpPr>
        <p:cNvPr id="2403" name="Shape 2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4" name="Google Shape;2404;p2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05" name="Google Shape;2405;p26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6" name="Google Shape;2406;p263"/>
          <p:cNvGrpSpPr/>
          <p:nvPr/>
        </p:nvGrpSpPr>
        <p:grpSpPr>
          <a:xfrm>
            <a:off x="4893500" y="3348599"/>
            <a:ext cx="4326399" cy="1683326"/>
            <a:chOff x="4893500" y="3348599"/>
            <a:chExt cx="4326399" cy="1683326"/>
          </a:xfrm>
        </p:grpSpPr>
        <p:pic>
          <p:nvPicPr>
            <p:cNvPr id="2407" name="Google Shape;2407;p263"/>
            <p:cNvPicPr preferRelativeResize="0"/>
            <p:nvPr/>
          </p:nvPicPr>
          <p:blipFill rotWithShape="1">
            <a:blip r:embed="rId2">
              <a:alphaModFix amt="10000"/>
            </a:blip>
            <a:srcRect b="0" l="0" r="0" t="0"/>
            <a:stretch/>
          </p:blipFill>
          <p:spPr>
            <a:xfrm rot="-5400000">
              <a:off x="5006106" y="3235993"/>
              <a:ext cx="1683326" cy="19085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8" name="Google Shape;2408;p263"/>
            <p:cNvPicPr preferRelativeResize="0"/>
            <p:nvPr/>
          </p:nvPicPr>
          <p:blipFill rotWithShape="1">
            <a:blip r:embed="rId2">
              <a:alphaModFix amt="34000"/>
            </a:blip>
            <a:srcRect b="0" l="0" r="0" t="0"/>
            <a:stretch/>
          </p:blipFill>
          <p:spPr>
            <a:xfrm rot="-5400000">
              <a:off x="5739658" y="3235993"/>
              <a:ext cx="1683326" cy="19085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9" name="Google Shape;2409;p263"/>
            <p:cNvPicPr preferRelativeResize="0"/>
            <p:nvPr/>
          </p:nvPicPr>
          <p:blipFill rotWithShape="1">
            <a:blip r:embed="rId2">
              <a:alphaModFix amt="54000"/>
            </a:blip>
            <a:srcRect b="0" l="0" r="0" t="0"/>
            <a:stretch/>
          </p:blipFill>
          <p:spPr>
            <a:xfrm rot="-5400000">
              <a:off x="6581835" y="3235993"/>
              <a:ext cx="1683326" cy="19085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0" name="Google Shape;2410;p26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7423967" y="3235993"/>
              <a:ext cx="1683326" cy="190853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11" name="Google Shape;2411;p263"/>
          <p:cNvPicPr preferRelativeResize="0"/>
          <p:nvPr/>
        </p:nvPicPr>
        <p:blipFill rotWithShape="1">
          <a:blip r:embed="rId3">
            <a:alphaModFix/>
          </a:blip>
          <a:srcRect b="26931" l="0" r="0" t="25218"/>
          <a:stretch/>
        </p:blipFill>
        <p:spPr>
          <a:xfrm>
            <a:off x="688916" y="664684"/>
            <a:ext cx="1054199" cy="504444"/>
          </a:xfrm>
          <a:prstGeom prst="rect">
            <a:avLst/>
          </a:prstGeom>
          <a:noFill/>
          <a:ln>
            <a:noFill/>
          </a:ln>
        </p:spPr>
      </p:pic>
      <p:sp>
        <p:nvSpPr>
          <p:cNvPr id="2412" name="Google Shape;2412;p263"/>
          <p:cNvSpPr txBox="1"/>
          <p:nvPr>
            <p:ph type="ctrTitle"/>
          </p:nvPr>
        </p:nvSpPr>
        <p:spPr>
          <a:xfrm>
            <a:off x="612253" y="1296000"/>
            <a:ext cx="50514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Plus Jakarta Sans ExtraBold"/>
              <a:buNone/>
              <a:defRPr sz="48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413" name="Google Shape;2413;p263"/>
          <p:cNvSpPr txBox="1"/>
          <p:nvPr>
            <p:ph idx="1" type="subTitle"/>
          </p:nvPr>
        </p:nvSpPr>
        <p:spPr>
          <a:xfrm>
            <a:off x="612250" y="4435000"/>
            <a:ext cx="2872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None/>
              <a:defRPr b="1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">
  <p:cSld name="TITLE_1_1_1_1_1">
    <p:spTree>
      <p:nvGrpSpPr>
        <p:cNvPr id="2414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Google Shape;2415;p264"/>
          <p:cNvSpPr txBox="1"/>
          <p:nvPr>
            <p:ph type="ctrTitle"/>
          </p:nvPr>
        </p:nvSpPr>
        <p:spPr>
          <a:xfrm>
            <a:off x="236201" y="1647038"/>
            <a:ext cx="3889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Plus Jakarta Sans ExtraBold"/>
              <a:buNone/>
              <a:defRPr sz="48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416" name="Google Shape;2416;p264"/>
          <p:cNvSpPr txBox="1"/>
          <p:nvPr>
            <p:ph idx="1" type="subTitle"/>
          </p:nvPr>
        </p:nvSpPr>
        <p:spPr>
          <a:xfrm>
            <a:off x="236200" y="3905350"/>
            <a:ext cx="3889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us Jakarta Sans"/>
              <a:buNone/>
              <a:defRPr b="1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us Jakarta Sans"/>
              <a:buNone/>
              <a:defRPr b="1" sz="2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17" name="Google Shape;2417;p264"/>
          <p:cNvSpPr/>
          <p:nvPr>
            <p:ph idx="2" type="pic"/>
          </p:nvPr>
        </p:nvSpPr>
        <p:spPr>
          <a:xfrm>
            <a:off x="4667950" y="0"/>
            <a:ext cx="44760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2418" name="Google Shape;2418;p2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025" y="235675"/>
            <a:ext cx="873148" cy="8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9" name="Google Shape;2419;p264"/>
          <p:cNvSpPr/>
          <p:nvPr/>
        </p:nvSpPr>
        <p:spPr>
          <a:xfrm>
            <a:off x="1319928" y="461366"/>
            <a:ext cx="12300" cy="4503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20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Google Shape;2421;p26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Plus Jakarta Sans"/>
              <a:buNone/>
              <a:defRPr sz="36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22" name="Google Shape;2422;p2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23" name="Shape 2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4" name="Google Shape;2424;p2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25" name="Google Shape;2425;p2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26" name="Google Shape;2426;p2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27" name="Google Shape;2427;p2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 3.1">
  <p:cSld name="CUSTOM_16">
    <p:spTree>
      <p:nvGrpSpPr>
        <p:cNvPr id="2428" name="Shape 2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9" name="Google Shape;2429;p267"/>
          <p:cNvSpPr/>
          <p:nvPr/>
        </p:nvSpPr>
        <p:spPr>
          <a:xfrm>
            <a:off x="4900759" y="171400"/>
            <a:ext cx="3930000" cy="4477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71463" rotWithShape="0" algn="bl" dir="4200000" dist="571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0" name="Google Shape;2430;p267"/>
          <p:cNvSpPr/>
          <p:nvPr/>
        </p:nvSpPr>
        <p:spPr>
          <a:xfrm>
            <a:off x="313250" y="2823350"/>
            <a:ext cx="2181900" cy="1826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1" name="Google Shape;2431;p267"/>
          <p:cNvSpPr/>
          <p:nvPr/>
        </p:nvSpPr>
        <p:spPr>
          <a:xfrm>
            <a:off x="2525151" y="2823358"/>
            <a:ext cx="2210100" cy="1826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2" name="Google Shape;2432;p267"/>
          <p:cNvSpPr/>
          <p:nvPr/>
        </p:nvSpPr>
        <p:spPr>
          <a:xfrm>
            <a:off x="5175800" y="2454250"/>
            <a:ext cx="1652700" cy="14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p267"/>
          <p:cNvSpPr/>
          <p:nvPr/>
        </p:nvSpPr>
        <p:spPr>
          <a:xfrm>
            <a:off x="5175800" y="3057413"/>
            <a:ext cx="1652700" cy="14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4" name="Google Shape;2434;p267"/>
          <p:cNvSpPr/>
          <p:nvPr/>
        </p:nvSpPr>
        <p:spPr>
          <a:xfrm>
            <a:off x="5175800" y="3690250"/>
            <a:ext cx="1652700" cy="14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267"/>
          <p:cNvSpPr/>
          <p:nvPr>
            <p:ph idx="2" type="pic"/>
          </p:nvPr>
        </p:nvSpPr>
        <p:spPr>
          <a:xfrm>
            <a:off x="6975550" y="176550"/>
            <a:ext cx="1855200" cy="4472700"/>
          </a:xfrm>
          <a:prstGeom prst="rect">
            <a:avLst/>
          </a:prstGeom>
          <a:noFill/>
          <a:ln>
            <a:noFill/>
          </a:ln>
        </p:spPr>
      </p:sp>
      <p:sp>
        <p:nvSpPr>
          <p:cNvPr id="2436" name="Google Shape;2436;p267"/>
          <p:cNvSpPr/>
          <p:nvPr/>
        </p:nvSpPr>
        <p:spPr>
          <a:xfrm>
            <a:off x="4965850" y="316350"/>
            <a:ext cx="2350500" cy="134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7" name="Google Shape;2437;p267"/>
          <p:cNvSpPr/>
          <p:nvPr>
            <p:ph idx="3" type="pic"/>
          </p:nvPr>
        </p:nvSpPr>
        <p:spPr>
          <a:xfrm>
            <a:off x="2533025" y="176550"/>
            <a:ext cx="2210100" cy="26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38" name="Google Shape;2438;p267"/>
          <p:cNvSpPr/>
          <p:nvPr/>
        </p:nvSpPr>
        <p:spPr>
          <a:xfrm>
            <a:off x="313250" y="940275"/>
            <a:ext cx="2519700" cy="163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39" name="Google Shape;2439;p2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0" name="Google Shape;2440;p267"/>
          <p:cNvSpPr txBox="1"/>
          <p:nvPr>
            <p:ph type="title"/>
          </p:nvPr>
        </p:nvSpPr>
        <p:spPr>
          <a:xfrm>
            <a:off x="295230" y="287675"/>
            <a:ext cx="373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Plus Jakarta Sans"/>
              <a:buNone/>
              <a:defRPr b="1" sz="2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41" name="Google Shape;2441;p267"/>
          <p:cNvSpPr txBox="1"/>
          <p:nvPr>
            <p:ph idx="1" type="subTitle"/>
          </p:nvPr>
        </p:nvSpPr>
        <p:spPr>
          <a:xfrm>
            <a:off x="429350" y="1053750"/>
            <a:ext cx="2285100" cy="14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42" name="Google Shape;2442;p267"/>
          <p:cNvSpPr txBox="1"/>
          <p:nvPr>
            <p:ph idx="4" type="subTitle"/>
          </p:nvPr>
        </p:nvSpPr>
        <p:spPr>
          <a:xfrm>
            <a:off x="465021" y="2956611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43" name="Google Shape;2443;p267"/>
          <p:cNvSpPr txBox="1"/>
          <p:nvPr>
            <p:ph idx="5" type="subTitle"/>
          </p:nvPr>
        </p:nvSpPr>
        <p:spPr>
          <a:xfrm>
            <a:off x="471650" y="3436350"/>
            <a:ext cx="18189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44" name="Google Shape;2444;p267"/>
          <p:cNvSpPr txBox="1"/>
          <p:nvPr>
            <p:ph idx="6" type="subTitle"/>
          </p:nvPr>
        </p:nvSpPr>
        <p:spPr>
          <a:xfrm>
            <a:off x="2682884" y="2956611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45" name="Google Shape;2445;p267"/>
          <p:cNvSpPr txBox="1"/>
          <p:nvPr>
            <p:ph idx="7" type="subTitle"/>
          </p:nvPr>
        </p:nvSpPr>
        <p:spPr>
          <a:xfrm>
            <a:off x="2689513" y="3436350"/>
            <a:ext cx="18189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46" name="Google Shape;2446;p267"/>
          <p:cNvSpPr txBox="1"/>
          <p:nvPr>
            <p:ph idx="8" type="subTitle"/>
          </p:nvPr>
        </p:nvSpPr>
        <p:spPr>
          <a:xfrm>
            <a:off x="5074550" y="300825"/>
            <a:ext cx="2181900" cy="2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47" name="Google Shape;2447;p267"/>
          <p:cNvSpPr txBox="1"/>
          <p:nvPr>
            <p:ph idx="9" type="subTitle"/>
          </p:nvPr>
        </p:nvSpPr>
        <p:spPr>
          <a:xfrm>
            <a:off x="5092700" y="559650"/>
            <a:ext cx="2052300" cy="10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48" name="Google Shape;2448;p267"/>
          <p:cNvSpPr txBox="1"/>
          <p:nvPr>
            <p:ph idx="13" type="subTitle"/>
          </p:nvPr>
        </p:nvSpPr>
        <p:spPr>
          <a:xfrm>
            <a:off x="5062125" y="1683186"/>
            <a:ext cx="1855200" cy="2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49" name="Google Shape;2449;p267"/>
          <p:cNvSpPr txBox="1"/>
          <p:nvPr>
            <p:ph idx="14" type="subTitle"/>
          </p:nvPr>
        </p:nvSpPr>
        <p:spPr>
          <a:xfrm>
            <a:off x="5080275" y="2059121"/>
            <a:ext cx="1855200" cy="3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50" name="Google Shape;2450;p267"/>
          <p:cNvSpPr txBox="1"/>
          <p:nvPr>
            <p:ph idx="15" type="subTitle"/>
          </p:nvPr>
        </p:nvSpPr>
        <p:spPr>
          <a:xfrm>
            <a:off x="5080275" y="2517725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51" name="Google Shape;2451;p267"/>
          <p:cNvSpPr txBox="1"/>
          <p:nvPr>
            <p:ph idx="16" type="subTitle"/>
          </p:nvPr>
        </p:nvSpPr>
        <p:spPr>
          <a:xfrm>
            <a:off x="5083692" y="3142940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52" name="Google Shape;2452;p267"/>
          <p:cNvSpPr txBox="1"/>
          <p:nvPr>
            <p:ph idx="17" type="subTitle"/>
          </p:nvPr>
        </p:nvSpPr>
        <p:spPr>
          <a:xfrm>
            <a:off x="5080275" y="3827125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 3.2">
  <p:cSld name="CUSTOM_16_1">
    <p:spTree>
      <p:nvGrpSpPr>
        <p:cNvPr id="2453" name="Shape 2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4" name="Google Shape;2454;p268"/>
          <p:cNvSpPr/>
          <p:nvPr/>
        </p:nvSpPr>
        <p:spPr>
          <a:xfrm>
            <a:off x="4900759" y="171400"/>
            <a:ext cx="3930000" cy="4477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71463" rotWithShape="0" algn="bl" dir="4200000" dist="571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5" name="Google Shape;2455;p268"/>
          <p:cNvSpPr/>
          <p:nvPr>
            <p:ph idx="2" type="pic"/>
          </p:nvPr>
        </p:nvSpPr>
        <p:spPr>
          <a:xfrm>
            <a:off x="6975550" y="176550"/>
            <a:ext cx="1855200" cy="4472700"/>
          </a:xfrm>
          <a:prstGeom prst="rect">
            <a:avLst/>
          </a:prstGeom>
          <a:noFill/>
          <a:ln>
            <a:noFill/>
          </a:ln>
        </p:spPr>
      </p:sp>
      <p:sp>
        <p:nvSpPr>
          <p:cNvPr id="2456" name="Google Shape;2456;p268"/>
          <p:cNvSpPr/>
          <p:nvPr/>
        </p:nvSpPr>
        <p:spPr>
          <a:xfrm>
            <a:off x="5001500" y="1716475"/>
            <a:ext cx="2314800" cy="279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7" name="Google Shape;2457;p268"/>
          <p:cNvSpPr/>
          <p:nvPr/>
        </p:nvSpPr>
        <p:spPr>
          <a:xfrm>
            <a:off x="313250" y="2823350"/>
            <a:ext cx="2181900" cy="1826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8" name="Google Shape;2458;p268"/>
          <p:cNvSpPr/>
          <p:nvPr/>
        </p:nvSpPr>
        <p:spPr>
          <a:xfrm>
            <a:off x="2525151" y="2823358"/>
            <a:ext cx="2210100" cy="1826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9" name="Google Shape;2459;p268"/>
          <p:cNvSpPr/>
          <p:nvPr/>
        </p:nvSpPr>
        <p:spPr>
          <a:xfrm>
            <a:off x="5175800" y="2454250"/>
            <a:ext cx="1652700" cy="14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0" name="Google Shape;2460;p268"/>
          <p:cNvSpPr/>
          <p:nvPr/>
        </p:nvSpPr>
        <p:spPr>
          <a:xfrm>
            <a:off x="5175800" y="3057413"/>
            <a:ext cx="1652700" cy="14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1" name="Google Shape;2461;p268"/>
          <p:cNvSpPr/>
          <p:nvPr/>
        </p:nvSpPr>
        <p:spPr>
          <a:xfrm>
            <a:off x="5175800" y="3690250"/>
            <a:ext cx="1652700" cy="14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2" name="Google Shape;2462;p268"/>
          <p:cNvSpPr/>
          <p:nvPr>
            <p:ph idx="3" type="pic"/>
          </p:nvPr>
        </p:nvSpPr>
        <p:spPr>
          <a:xfrm>
            <a:off x="2533025" y="176550"/>
            <a:ext cx="2210100" cy="26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63" name="Google Shape;2463;p268"/>
          <p:cNvSpPr/>
          <p:nvPr/>
        </p:nvSpPr>
        <p:spPr>
          <a:xfrm>
            <a:off x="313250" y="940275"/>
            <a:ext cx="2519700" cy="163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64" name="Google Shape;2464;p2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5" name="Google Shape;2465;p268"/>
          <p:cNvSpPr txBox="1"/>
          <p:nvPr>
            <p:ph type="title"/>
          </p:nvPr>
        </p:nvSpPr>
        <p:spPr>
          <a:xfrm>
            <a:off x="295230" y="287675"/>
            <a:ext cx="373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Plus Jakarta Sans"/>
              <a:buNone/>
              <a:defRPr b="1" sz="2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66" name="Google Shape;2466;p268"/>
          <p:cNvSpPr txBox="1"/>
          <p:nvPr>
            <p:ph idx="1" type="subTitle"/>
          </p:nvPr>
        </p:nvSpPr>
        <p:spPr>
          <a:xfrm>
            <a:off x="429350" y="1053750"/>
            <a:ext cx="2285100" cy="14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67" name="Google Shape;2467;p268"/>
          <p:cNvSpPr txBox="1"/>
          <p:nvPr>
            <p:ph idx="4" type="subTitle"/>
          </p:nvPr>
        </p:nvSpPr>
        <p:spPr>
          <a:xfrm>
            <a:off x="465021" y="2956611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68" name="Google Shape;2468;p268"/>
          <p:cNvSpPr txBox="1"/>
          <p:nvPr>
            <p:ph idx="5" type="subTitle"/>
          </p:nvPr>
        </p:nvSpPr>
        <p:spPr>
          <a:xfrm>
            <a:off x="471650" y="3436350"/>
            <a:ext cx="18189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69" name="Google Shape;2469;p268"/>
          <p:cNvSpPr txBox="1"/>
          <p:nvPr>
            <p:ph idx="6" type="subTitle"/>
          </p:nvPr>
        </p:nvSpPr>
        <p:spPr>
          <a:xfrm>
            <a:off x="2682884" y="2956611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70" name="Google Shape;2470;p268"/>
          <p:cNvSpPr txBox="1"/>
          <p:nvPr>
            <p:ph idx="7" type="subTitle"/>
          </p:nvPr>
        </p:nvSpPr>
        <p:spPr>
          <a:xfrm>
            <a:off x="2689513" y="3436350"/>
            <a:ext cx="1818900" cy="11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71" name="Google Shape;2471;p268"/>
          <p:cNvSpPr txBox="1"/>
          <p:nvPr>
            <p:ph idx="8" type="subTitle"/>
          </p:nvPr>
        </p:nvSpPr>
        <p:spPr>
          <a:xfrm>
            <a:off x="5074550" y="183723"/>
            <a:ext cx="1818900" cy="2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72" name="Google Shape;2472;p268"/>
          <p:cNvSpPr txBox="1"/>
          <p:nvPr>
            <p:ph idx="9" type="subTitle"/>
          </p:nvPr>
        </p:nvSpPr>
        <p:spPr>
          <a:xfrm>
            <a:off x="5092700" y="559650"/>
            <a:ext cx="1818900" cy="10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73" name="Google Shape;2473;p268"/>
          <p:cNvSpPr txBox="1"/>
          <p:nvPr>
            <p:ph idx="13" type="subTitle"/>
          </p:nvPr>
        </p:nvSpPr>
        <p:spPr>
          <a:xfrm>
            <a:off x="5062125" y="1683186"/>
            <a:ext cx="1855200" cy="2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1000"/>
              <a:buFont typeface="Plus Jakarta Sans"/>
              <a:buNone/>
              <a:defRPr b="1" sz="10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74" name="Google Shape;2474;p268"/>
          <p:cNvSpPr txBox="1"/>
          <p:nvPr>
            <p:ph idx="14" type="subTitle"/>
          </p:nvPr>
        </p:nvSpPr>
        <p:spPr>
          <a:xfrm>
            <a:off x="5080275" y="2059121"/>
            <a:ext cx="1855200" cy="3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75" name="Google Shape;2475;p268"/>
          <p:cNvSpPr txBox="1"/>
          <p:nvPr>
            <p:ph idx="15" type="subTitle"/>
          </p:nvPr>
        </p:nvSpPr>
        <p:spPr>
          <a:xfrm>
            <a:off x="5080275" y="2517725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76" name="Google Shape;2476;p268"/>
          <p:cNvSpPr txBox="1"/>
          <p:nvPr>
            <p:ph idx="16" type="subTitle"/>
          </p:nvPr>
        </p:nvSpPr>
        <p:spPr>
          <a:xfrm>
            <a:off x="5083692" y="3142940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77" name="Google Shape;2477;p268"/>
          <p:cNvSpPr txBox="1"/>
          <p:nvPr>
            <p:ph idx="17" type="subTitle"/>
          </p:nvPr>
        </p:nvSpPr>
        <p:spPr>
          <a:xfrm>
            <a:off x="5080275" y="3827125"/>
            <a:ext cx="1855200" cy="4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lus Jakarta Sans"/>
              <a:buNone/>
              <a:defRPr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 content 1">
  <p:cSld name="CUSTOM_13_1">
    <p:spTree>
      <p:nvGrpSpPr>
        <p:cNvPr id="2478" name="Shape 2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9" name="Google Shape;2479;p269"/>
          <p:cNvSpPr txBox="1"/>
          <p:nvPr>
            <p:ph type="title"/>
          </p:nvPr>
        </p:nvSpPr>
        <p:spPr>
          <a:xfrm>
            <a:off x="375300" y="551475"/>
            <a:ext cx="845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80" name="Google Shape;2480;p269"/>
          <p:cNvSpPr txBox="1"/>
          <p:nvPr>
            <p:ph idx="1" type="subTitle"/>
          </p:nvPr>
        </p:nvSpPr>
        <p:spPr>
          <a:xfrm>
            <a:off x="375300" y="1065724"/>
            <a:ext cx="8076000" cy="7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81" name="Google Shape;2481;p269"/>
          <p:cNvSpPr/>
          <p:nvPr/>
        </p:nvSpPr>
        <p:spPr>
          <a:xfrm>
            <a:off x="2273900" y="2255175"/>
            <a:ext cx="1703400" cy="329400"/>
          </a:xfrm>
          <a:prstGeom prst="chevron">
            <a:avLst>
              <a:gd fmla="val 50000" name="adj"/>
            </a:avLst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82" name="Google Shape;2482;p269"/>
          <p:cNvSpPr/>
          <p:nvPr/>
        </p:nvSpPr>
        <p:spPr>
          <a:xfrm>
            <a:off x="2233300" y="2696050"/>
            <a:ext cx="1757100" cy="15438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83" name="Google Shape;2483;p269"/>
          <p:cNvSpPr/>
          <p:nvPr/>
        </p:nvSpPr>
        <p:spPr>
          <a:xfrm>
            <a:off x="4036175" y="2259200"/>
            <a:ext cx="1757100" cy="329400"/>
          </a:xfrm>
          <a:prstGeom prst="chevron">
            <a:avLst>
              <a:gd fmla="val 50000" name="adj"/>
            </a:avLst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84" name="Google Shape;2484;p269"/>
          <p:cNvSpPr/>
          <p:nvPr/>
        </p:nvSpPr>
        <p:spPr>
          <a:xfrm>
            <a:off x="4063024" y="2696050"/>
            <a:ext cx="1703400" cy="15438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85" name="Google Shape;2485;p269"/>
          <p:cNvSpPr/>
          <p:nvPr/>
        </p:nvSpPr>
        <p:spPr>
          <a:xfrm>
            <a:off x="5857575" y="2259203"/>
            <a:ext cx="1703400" cy="329400"/>
          </a:xfrm>
          <a:prstGeom prst="chevron">
            <a:avLst>
              <a:gd fmla="val 50000" name="adj"/>
            </a:avLst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86" name="Google Shape;2486;p269"/>
          <p:cNvSpPr/>
          <p:nvPr/>
        </p:nvSpPr>
        <p:spPr>
          <a:xfrm>
            <a:off x="5857575" y="2696050"/>
            <a:ext cx="1730400" cy="15438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87" name="Google Shape;2487;p269"/>
          <p:cNvSpPr/>
          <p:nvPr/>
        </p:nvSpPr>
        <p:spPr>
          <a:xfrm>
            <a:off x="494150" y="2259125"/>
            <a:ext cx="1703400" cy="329400"/>
          </a:xfrm>
          <a:prstGeom prst="chevron">
            <a:avLst>
              <a:gd fmla="val 50000" name="adj"/>
            </a:avLst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88" name="Google Shape;2488;p269"/>
          <p:cNvSpPr/>
          <p:nvPr/>
        </p:nvSpPr>
        <p:spPr>
          <a:xfrm>
            <a:off x="494150" y="2696050"/>
            <a:ext cx="1666500" cy="15438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89" name="Google Shape;2489;p269"/>
          <p:cNvSpPr txBox="1"/>
          <p:nvPr>
            <p:ph idx="2" type="subTitle"/>
          </p:nvPr>
        </p:nvSpPr>
        <p:spPr>
          <a:xfrm>
            <a:off x="593237" y="2219032"/>
            <a:ext cx="1543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90" name="Google Shape;2490;p269"/>
          <p:cNvSpPr txBox="1"/>
          <p:nvPr>
            <p:ph idx="3" type="subTitle"/>
          </p:nvPr>
        </p:nvSpPr>
        <p:spPr>
          <a:xfrm>
            <a:off x="555650" y="2740450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91" name="Google Shape;2491;p269"/>
          <p:cNvSpPr txBox="1"/>
          <p:nvPr>
            <p:ph idx="4" type="subTitle"/>
          </p:nvPr>
        </p:nvSpPr>
        <p:spPr>
          <a:xfrm>
            <a:off x="2363912" y="2219032"/>
            <a:ext cx="1543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92" name="Google Shape;2492;p269"/>
          <p:cNvSpPr txBox="1"/>
          <p:nvPr>
            <p:ph idx="5" type="subTitle"/>
          </p:nvPr>
        </p:nvSpPr>
        <p:spPr>
          <a:xfrm>
            <a:off x="2326325" y="2740450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93" name="Google Shape;2493;p269"/>
          <p:cNvSpPr txBox="1"/>
          <p:nvPr>
            <p:ph idx="6" type="subTitle"/>
          </p:nvPr>
        </p:nvSpPr>
        <p:spPr>
          <a:xfrm>
            <a:off x="4171031" y="2219032"/>
            <a:ext cx="1543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94" name="Google Shape;2494;p269"/>
          <p:cNvSpPr txBox="1"/>
          <p:nvPr>
            <p:ph idx="7" type="subTitle"/>
          </p:nvPr>
        </p:nvSpPr>
        <p:spPr>
          <a:xfrm>
            <a:off x="4133444" y="2740450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95" name="Google Shape;2495;p269"/>
          <p:cNvSpPr txBox="1"/>
          <p:nvPr>
            <p:ph idx="8" type="subTitle"/>
          </p:nvPr>
        </p:nvSpPr>
        <p:spPr>
          <a:xfrm>
            <a:off x="5959631" y="2219032"/>
            <a:ext cx="1543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496" name="Google Shape;2496;p269"/>
          <p:cNvSpPr txBox="1"/>
          <p:nvPr>
            <p:ph idx="9" type="subTitle"/>
          </p:nvPr>
        </p:nvSpPr>
        <p:spPr>
          <a:xfrm>
            <a:off x="5922044" y="2740450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id="2497" name="Google Shape;2497;p2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 content 2">
  <p:cSld name="CUSTOM_13_1_1">
    <p:spTree>
      <p:nvGrpSpPr>
        <p:cNvPr id="2498" name="Shape 2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9" name="Google Shape;2499;p270"/>
          <p:cNvSpPr txBox="1"/>
          <p:nvPr>
            <p:ph type="title"/>
          </p:nvPr>
        </p:nvSpPr>
        <p:spPr>
          <a:xfrm>
            <a:off x="375300" y="551475"/>
            <a:ext cx="845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00" name="Google Shape;2500;p270"/>
          <p:cNvSpPr txBox="1"/>
          <p:nvPr>
            <p:ph idx="1" type="subTitle"/>
          </p:nvPr>
        </p:nvSpPr>
        <p:spPr>
          <a:xfrm>
            <a:off x="375300" y="1065724"/>
            <a:ext cx="8076000" cy="7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01" name="Google Shape;2501;p270"/>
          <p:cNvSpPr/>
          <p:nvPr/>
        </p:nvSpPr>
        <p:spPr>
          <a:xfrm>
            <a:off x="3134874" y="2008700"/>
            <a:ext cx="2178000" cy="343800"/>
          </a:xfrm>
          <a:prstGeom prst="roundRect">
            <a:avLst>
              <a:gd fmla="val 0" name="adj"/>
            </a:avLst>
          </a:prstGeom>
          <a:solidFill>
            <a:srgbClr val="30496D"/>
          </a:solidFill>
          <a:ln cap="flat" cmpd="sng" w="9525">
            <a:solidFill>
              <a:srgbClr val="3049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02" name="Google Shape;2502;p270"/>
          <p:cNvSpPr/>
          <p:nvPr/>
        </p:nvSpPr>
        <p:spPr>
          <a:xfrm>
            <a:off x="475275" y="2008700"/>
            <a:ext cx="2178000" cy="343800"/>
          </a:xfrm>
          <a:prstGeom prst="roundRect">
            <a:avLst>
              <a:gd fmla="val 0" name="adj"/>
            </a:avLst>
          </a:prstGeom>
          <a:solidFill>
            <a:srgbClr val="F4626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03" name="Google Shape;2503;p270"/>
          <p:cNvSpPr/>
          <p:nvPr/>
        </p:nvSpPr>
        <p:spPr>
          <a:xfrm>
            <a:off x="5794450" y="2008700"/>
            <a:ext cx="2178000" cy="343800"/>
          </a:xfrm>
          <a:prstGeom prst="roundRect">
            <a:avLst>
              <a:gd fmla="val 0" name="adj"/>
            </a:avLst>
          </a:prstGeom>
          <a:solidFill>
            <a:srgbClr val="F4626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04" name="Google Shape;2504;p270"/>
          <p:cNvSpPr/>
          <p:nvPr/>
        </p:nvSpPr>
        <p:spPr>
          <a:xfrm>
            <a:off x="475275" y="2413275"/>
            <a:ext cx="2178000" cy="15903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05" name="Google Shape;2505;p270"/>
          <p:cNvSpPr/>
          <p:nvPr/>
        </p:nvSpPr>
        <p:spPr>
          <a:xfrm>
            <a:off x="3140275" y="2413275"/>
            <a:ext cx="2178000" cy="15903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06" name="Google Shape;2506;p270"/>
          <p:cNvSpPr/>
          <p:nvPr/>
        </p:nvSpPr>
        <p:spPr>
          <a:xfrm>
            <a:off x="5805275" y="2413275"/>
            <a:ext cx="2178000" cy="15903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45700" spcFirstLastPara="1" rIns="45700" wrap="square" tIns="91425">
            <a:no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sz="700">
              <a:solidFill>
                <a:srgbClr val="1A1A1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07" name="Google Shape;2507;p270"/>
          <p:cNvSpPr txBox="1"/>
          <p:nvPr>
            <p:ph idx="2" type="subTitle"/>
          </p:nvPr>
        </p:nvSpPr>
        <p:spPr>
          <a:xfrm>
            <a:off x="537675" y="1983788"/>
            <a:ext cx="205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08" name="Google Shape;2508;p270"/>
          <p:cNvSpPr txBox="1"/>
          <p:nvPr>
            <p:ph idx="3" type="subTitle"/>
          </p:nvPr>
        </p:nvSpPr>
        <p:spPr>
          <a:xfrm>
            <a:off x="537663" y="2496525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09" name="Google Shape;2509;p270"/>
          <p:cNvSpPr txBox="1"/>
          <p:nvPr>
            <p:ph idx="4" type="subTitle"/>
          </p:nvPr>
        </p:nvSpPr>
        <p:spPr>
          <a:xfrm>
            <a:off x="3197262" y="1983788"/>
            <a:ext cx="205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10" name="Google Shape;2510;p270"/>
          <p:cNvSpPr txBox="1"/>
          <p:nvPr>
            <p:ph idx="5" type="subTitle"/>
          </p:nvPr>
        </p:nvSpPr>
        <p:spPr>
          <a:xfrm>
            <a:off x="3197250" y="2496525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11" name="Google Shape;2511;p270"/>
          <p:cNvSpPr txBox="1"/>
          <p:nvPr>
            <p:ph idx="6" type="subTitle"/>
          </p:nvPr>
        </p:nvSpPr>
        <p:spPr>
          <a:xfrm>
            <a:off x="5856887" y="1983788"/>
            <a:ext cx="205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12" name="Google Shape;2512;p270"/>
          <p:cNvSpPr txBox="1"/>
          <p:nvPr>
            <p:ph idx="7" type="subTitle"/>
          </p:nvPr>
        </p:nvSpPr>
        <p:spPr>
          <a:xfrm>
            <a:off x="5856875" y="2496525"/>
            <a:ext cx="1543500" cy="13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None/>
              <a:defRPr sz="7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id="2513" name="Google Shape;2513;p2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s 1 ">
  <p:cSld name="CUSTOM_12">
    <p:spTree>
      <p:nvGrpSpPr>
        <p:cNvPr id="2514" name="Shape 2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5" name="Google Shape;2515;p271"/>
          <p:cNvSpPr/>
          <p:nvPr/>
        </p:nvSpPr>
        <p:spPr>
          <a:xfrm>
            <a:off x="0" y="3300"/>
            <a:ext cx="9144000" cy="5136900"/>
          </a:xfrm>
          <a:prstGeom prst="rect">
            <a:avLst/>
          </a:prstGeom>
          <a:solidFill>
            <a:srgbClr val="3049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6" name="Google Shape;2516;p271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-1" y="-412975"/>
            <a:ext cx="9143997" cy="6103436"/>
          </a:xfrm>
          <a:prstGeom prst="rect">
            <a:avLst/>
          </a:prstGeom>
          <a:noFill/>
          <a:ln>
            <a:noFill/>
          </a:ln>
        </p:spPr>
      </p:pic>
      <p:sp>
        <p:nvSpPr>
          <p:cNvPr id="2517" name="Google Shape;2517;p271"/>
          <p:cNvSpPr/>
          <p:nvPr/>
        </p:nvSpPr>
        <p:spPr>
          <a:xfrm>
            <a:off x="2172025" y="1455675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8" name="Google Shape;2518;p271"/>
          <p:cNvSpPr txBox="1"/>
          <p:nvPr/>
        </p:nvSpPr>
        <p:spPr>
          <a:xfrm>
            <a:off x="4399600" y="3518550"/>
            <a:ext cx="45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lus Jakarta Sans SemiBold"/>
              <a:buChar char="-"/>
            </a:pPr>
            <a:r>
              <a:t/>
            </a:r>
            <a:endParaRPr b="0" i="0" sz="900" u="none" cap="none" strike="noStrike">
              <a:solidFill>
                <a:srgbClr val="FFFFFF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519" name="Google Shape;2519;p271"/>
          <p:cNvSpPr txBox="1"/>
          <p:nvPr>
            <p:ph idx="1" type="subTitle"/>
          </p:nvPr>
        </p:nvSpPr>
        <p:spPr>
          <a:xfrm>
            <a:off x="2046600" y="1916988"/>
            <a:ext cx="5034000" cy="13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20" name="Google Shape;2520;p271"/>
          <p:cNvSpPr txBox="1"/>
          <p:nvPr>
            <p:ph idx="2" type="subTitle"/>
          </p:nvPr>
        </p:nvSpPr>
        <p:spPr>
          <a:xfrm>
            <a:off x="4839320" y="3366807"/>
            <a:ext cx="23382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SemiBold"/>
              <a:buNone/>
              <a:defRPr sz="10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s 2 ">
  <p:cSld name="CUSTOM_11">
    <p:spTree>
      <p:nvGrpSpPr>
        <p:cNvPr id="2521" name="Shape 2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2" name="Google Shape;2522;p272"/>
          <p:cNvSpPr/>
          <p:nvPr/>
        </p:nvSpPr>
        <p:spPr>
          <a:xfrm>
            <a:off x="0" y="3300"/>
            <a:ext cx="9144000" cy="51369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3" name="Google Shape;2523;p272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1" y="-471037"/>
            <a:ext cx="9143997" cy="6085587"/>
          </a:xfrm>
          <a:prstGeom prst="rect">
            <a:avLst/>
          </a:prstGeom>
          <a:noFill/>
          <a:ln>
            <a:noFill/>
          </a:ln>
        </p:spPr>
      </p:pic>
      <p:sp>
        <p:nvSpPr>
          <p:cNvPr id="2524" name="Google Shape;2524;p272"/>
          <p:cNvSpPr txBox="1"/>
          <p:nvPr/>
        </p:nvSpPr>
        <p:spPr>
          <a:xfrm>
            <a:off x="4572000" y="3262325"/>
            <a:ext cx="45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lus Jakarta Sans SemiBold"/>
              <a:buChar char="-"/>
            </a:pPr>
            <a:r>
              <a:t/>
            </a:r>
            <a:endParaRPr b="0" i="0" sz="900" u="none" cap="none" strike="noStrike">
              <a:solidFill>
                <a:srgbClr val="FFFFFF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525" name="Google Shape;2525;p272"/>
          <p:cNvSpPr/>
          <p:nvPr/>
        </p:nvSpPr>
        <p:spPr>
          <a:xfrm>
            <a:off x="1785000" y="1281925"/>
            <a:ext cx="2412900" cy="2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6" name="Google Shape;2526;p272"/>
          <p:cNvSpPr/>
          <p:nvPr/>
        </p:nvSpPr>
        <p:spPr>
          <a:xfrm>
            <a:off x="4946100" y="1281925"/>
            <a:ext cx="2412900" cy="2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7" name="Google Shape;2527;p272"/>
          <p:cNvSpPr/>
          <p:nvPr/>
        </p:nvSpPr>
        <p:spPr>
          <a:xfrm>
            <a:off x="4347075" y="1104013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8" name="Google Shape;2528;p272"/>
          <p:cNvSpPr/>
          <p:nvPr/>
        </p:nvSpPr>
        <p:spPr>
          <a:xfrm>
            <a:off x="1785000" y="3840275"/>
            <a:ext cx="2412900" cy="2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9" name="Google Shape;2529;p272"/>
          <p:cNvSpPr/>
          <p:nvPr/>
        </p:nvSpPr>
        <p:spPr>
          <a:xfrm>
            <a:off x="4946100" y="3840275"/>
            <a:ext cx="2412900" cy="2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0" name="Google Shape;2530;p272"/>
          <p:cNvSpPr/>
          <p:nvPr/>
        </p:nvSpPr>
        <p:spPr>
          <a:xfrm rot="10800000">
            <a:off x="4347075" y="3662363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1" name="Google Shape;2531;p272"/>
          <p:cNvSpPr txBox="1"/>
          <p:nvPr>
            <p:ph idx="1" type="subTitle"/>
          </p:nvPr>
        </p:nvSpPr>
        <p:spPr>
          <a:xfrm>
            <a:off x="2081400" y="1729950"/>
            <a:ext cx="4981200" cy="12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Plus Jakarta Sans"/>
              <a:buNone/>
              <a:defRPr sz="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32" name="Google Shape;2532;p272"/>
          <p:cNvSpPr txBox="1"/>
          <p:nvPr>
            <p:ph idx="2" type="subTitle"/>
          </p:nvPr>
        </p:nvSpPr>
        <p:spPr>
          <a:xfrm>
            <a:off x="4983450" y="3205763"/>
            <a:ext cx="23382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SemiBold"/>
              <a:buNone/>
              <a:defRPr sz="10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Plus Jakarta Sans SemiBold"/>
              <a:buNone/>
              <a:defRPr sz="9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stimonial 01">
  <p:cSld name="CUSTOM_10">
    <p:spTree>
      <p:nvGrpSpPr>
        <p:cNvPr id="2533" name="Shape 2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4" name="Google Shape;2534;p273"/>
          <p:cNvSpPr txBox="1"/>
          <p:nvPr>
            <p:ph type="title"/>
          </p:nvPr>
        </p:nvSpPr>
        <p:spPr>
          <a:xfrm>
            <a:off x="657225" y="445025"/>
            <a:ext cx="817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35" name="Google Shape;2535;p273"/>
          <p:cNvSpPr/>
          <p:nvPr/>
        </p:nvSpPr>
        <p:spPr>
          <a:xfrm>
            <a:off x="733425" y="1641550"/>
            <a:ext cx="3624300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36" name="Google Shape;2536;p273"/>
          <p:cNvSpPr/>
          <p:nvPr/>
        </p:nvSpPr>
        <p:spPr>
          <a:xfrm>
            <a:off x="733450" y="3089323"/>
            <a:ext cx="1444800" cy="377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2537" name="Google Shape;2537;p273"/>
          <p:cNvSpPr/>
          <p:nvPr/>
        </p:nvSpPr>
        <p:spPr>
          <a:xfrm>
            <a:off x="4884925" y="1641550"/>
            <a:ext cx="3624300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38" name="Google Shape;2538;p273"/>
          <p:cNvSpPr/>
          <p:nvPr>
            <p:ph idx="2" type="pic"/>
          </p:nvPr>
        </p:nvSpPr>
        <p:spPr>
          <a:xfrm>
            <a:off x="733450" y="1643050"/>
            <a:ext cx="1447800" cy="1447800"/>
          </a:xfrm>
          <a:prstGeom prst="rect">
            <a:avLst/>
          </a:prstGeom>
          <a:noFill/>
          <a:ln>
            <a:noFill/>
          </a:ln>
        </p:spPr>
      </p:sp>
      <p:sp>
        <p:nvSpPr>
          <p:cNvPr id="2539" name="Google Shape;2539;p273"/>
          <p:cNvSpPr/>
          <p:nvPr/>
        </p:nvSpPr>
        <p:spPr>
          <a:xfrm>
            <a:off x="503400" y="1373263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0" name="Google Shape;2540;p273"/>
          <p:cNvSpPr/>
          <p:nvPr>
            <p:ph idx="3" type="pic"/>
          </p:nvPr>
        </p:nvSpPr>
        <p:spPr>
          <a:xfrm>
            <a:off x="4883475" y="1643050"/>
            <a:ext cx="1447800" cy="1447800"/>
          </a:xfrm>
          <a:prstGeom prst="rect">
            <a:avLst/>
          </a:prstGeom>
          <a:noFill/>
          <a:ln>
            <a:noFill/>
          </a:ln>
        </p:spPr>
      </p:sp>
      <p:sp>
        <p:nvSpPr>
          <p:cNvPr id="2541" name="Google Shape;2541;p273"/>
          <p:cNvSpPr/>
          <p:nvPr/>
        </p:nvSpPr>
        <p:spPr>
          <a:xfrm>
            <a:off x="4654900" y="1373263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2" name="Google Shape;2542;p273"/>
          <p:cNvSpPr txBox="1"/>
          <p:nvPr>
            <p:ph idx="4" type="ctrTitle"/>
          </p:nvPr>
        </p:nvSpPr>
        <p:spPr>
          <a:xfrm>
            <a:off x="747550" y="3158625"/>
            <a:ext cx="1416600" cy="2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Medium"/>
              <a:buNone/>
              <a:defRPr sz="9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3" name="Google Shape;2543;p273"/>
          <p:cNvSpPr txBox="1"/>
          <p:nvPr>
            <p:ph idx="1" type="subTitle"/>
          </p:nvPr>
        </p:nvSpPr>
        <p:spPr>
          <a:xfrm>
            <a:off x="2481525" y="1563775"/>
            <a:ext cx="1996200" cy="18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Plus Jakarta Sans"/>
              <a:buNone/>
              <a:defRPr sz="800">
                <a:solidFill>
                  <a:srgbClr val="7F7F7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44" name="Google Shape;2544;p273"/>
          <p:cNvSpPr/>
          <p:nvPr/>
        </p:nvSpPr>
        <p:spPr>
          <a:xfrm>
            <a:off x="4883475" y="3089325"/>
            <a:ext cx="1447800" cy="377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2545" name="Google Shape;2545;p273"/>
          <p:cNvSpPr txBox="1"/>
          <p:nvPr>
            <p:ph idx="5" type="ctrTitle"/>
          </p:nvPr>
        </p:nvSpPr>
        <p:spPr>
          <a:xfrm>
            <a:off x="4900575" y="3158625"/>
            <a:ext cx="1416600" cy="2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Medium"/>
              <a:buNone/>
              <a:defRPr sz="9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6" name="Google Shape;2546;p273"/>
          <p:cNvSpPr txBox="1"/>
          <p:nvPr>
            <p:ph idx="6" type="subTitle"/>
          </p:nvPr>
        </p:nvSpPr>
        <p:spPr>
          <a:xfrm>
            <a:off x="6563400" y="1572000"/>
            <a:ext cx="1996200" cy="18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Plus Jakarta Sans"/>
              <a:buNone/>
              <a:defRPr sz="800">
                <a:solidFill>
                  <a:srgbClr val="7F7F7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pic>
        <p:nvPicPr>
          <p:cNvPr id="2547" name="Google Shape;2547;p2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stimonial 2">
  <p:cSld name="CUSTOM_10_1">
    <p:spTree>
      <p:nvGrpSpPr>
        <p:cNvPr id="2548" name="Shape 2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" name="Google Shape;2549;p274"/>
          <p:cNvSpPr txBox="1"/>
          <p:nvPr>
            <p:ph type="title"/>
          </p:nvPr>
        </p:nvSpPr>
        <p:spPr>
          <a:xfrm>
            <a:off x="657225" y="445025"/>
            <a:ext cx="817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50" name="Google Shape;2550;p274"/>
          <p:cNvSpPr/>
          <p:nvPr/>
        </p:nvSpPr>
        <p:spPr>
          <a:xfrm>
            <a:off x="4884925" y="1641550"/>
            <a:ext cx="3624300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51" name="Google Shape;2551;p274"/>
          <p:cNvSpPr/>
          <p:nvPr/>
        </p:nvSpPr>
        <p:spPr>
          <a:xfrm>
            <a:off x="2572125" y="1373263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2" name="Google Shape;2552;p274"/>
          <p:cNvSpPr/>
          <p:nvPr>
            <p:ph idx="2" type="pic"/>
          </p:nvPr>
        </p:nvSpPr>
        <p:spPr>
          <a:xfrm>
            <a:off x="4707138" y="1643050"/>
            <a:ext cx="1624200" cy="1890600"/>
          </a:xfrm>
          <a:prstGeom prst="rect">
            <a:avLst/>
          </a:prstGeom>
          <a:noFill/>
          <a:ln>
            <a:noFill/>
          </a:ln>
        </p:spPr>
      </p:sp>
      <p:sp>
        <p:nvSpPr>
          <p:cNvPr id="2553" name="Google Shape;2553;p274"/>
          <p:cNvSpPr/>
          <p:nvPr/>
        </p:nvSpPr>
        <p:spPr>
          <a:xfrm>
            <a:off x="6647050" y="1373263"/>
            <a:ext cx="449839" cy="377100"/>
          </a:xfrm>
          <a:custGeom>
            <a:rect b="b" l="l" r="r" t="t"/>
            <a:pathLst>
              <a:path extrusionOk="0" h="53" w="63">
                <a:moveTo>
                  <a:pt x="29" y="46"/>
                </a:moveTo>
                <a:cubicBezTo>
                  <a:pt x="29" y="50"/>
                  <a:pt x="26" y="53"/>
                  <a:pt x="22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3" y="53"/>
                  <a:pt x="0" y="50"/>
                  <a:pt x="0" y="4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9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3" y="0"/>
                  <a:pt x="24" y="1"/>
                  <a:pt x="24" y="2"/>
                </a:cubicBezTo>
                <a:cubicBezTo>
                  <a:pt x="24" y="7"/>
                  <a:pt x="24" y="7"/>
                  <a:pt x="24" y="7"/>
                </a:cubicBezTo>
                <a:cubicBezTo>
                  <a:pt x="24" y="8"/>
                  <a:pt x="23" y="9"/>
                  <a:pt x="22" y="9"/>
                </a:cubicBezTo>
                <a:cubicBezTo>
                  <a:pt x="19" y="9"/>
                  <a:pt x="19" y="9"/>
                  <a:pt x="19" y="9"/>
                </a:cubicBezTo>
                <a:cubicBezTo>
                  <a:pt x="14" y="9"/>
                  <a:pt x="9" y="14"/>
                  <a:pt x="9" y="19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2"/>
                  <a:pt x="11" y="24"/>
                  <a:pt x="13" y="24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24"/>
                  <a:pt x="29" y="27"/>
                  <a:pt x="29" y="31"/>
                </a:cubicBezTo>
                <a:lnTo>
                  <a:pt x="29" y="46"/>
                </a:lnTo>
                <a:close/>
                <a:moveTo>
                  <a:pt x="63" y="46"/>
                </a:moveTo>
                <a:cubicBezTo>
                  <a:pt x="63" y="50"/>
                  <a:pt x="60" y="53"/>
                  <a:pt x="56" y="53"/>
                </a:cubicBezTo>
                <a:cubicBezTo>
                  <a:pt x="41" y="53"/>
                  <a:pt x="41" y="53"/>
                  <a:pt x="41" y="53"/>
                </a:cubicBezTo>
                <a:cubicBezTo>
                  <a:pt x="37" y="53"/>
                  <a:pt x="34" y="50"/>
                  <a:pt x="34" y="46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8"/>
                  <a:pt x="43" y="0"/>
                  <a:pt x="53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7"/>
                  <a:pt x="58" y="7"/>
                  <a:pt x="58" y="7"/>
                </a:cubicBezTo>
                <a:cubicBezTo>
                  <a:pt x="58" y="8"/>
                  <a:pt x="57" y="9"/>
                  <a:pt x="56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48" y="9"/>
                  <a:pt x="43" y="14"/>
                  <a:pt x="43" y="19"/>
                </a:cubicBezTo>
                <a:cubicBezTo>
                  <a:pt x="43" y="20"/>
                  <a:pt x="43" y="20"/>
                  <a:pt x="43" y="20"/>
                </a:cubicBezTo>
                <a:cubicBezTo>
                  <a:pt x="43" y="22"/>
                  <a:pt x="45" y="24"/>
                  <a:pt x="47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0" y="24"/>
                  <a:pt x="63" y="27"/>
                  <a:pt x="63" y="31"/>
                </a:cubicBezTo>
                <a:lnTo>
                  <a:pt x="63" y="46"/>
                </a:lnTo>
                <a:close/>
              </a:path>
            </a:pathLst>
          </a:custGeom>
          <a:solidFill>
            <a:srgbClr val="F4626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4" name="Google Shape;2554;p274"/>
          <p:cNvSpPr txBox="1"/>
          <p:nvPr>
            <p:ph idx="1" type="subTitle"/>
          </p:nvPr>
        </p:nvSpPr>
        <p:spPr>
          <a:xfrm>
            <a:off x="2481525" y="1889850"/>
            <a:ext cx="1996200" cy="18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Plus Jakarta Sans"/>
              <a:buNone/>
              <a:defRPr sz="800">
                <a:solidFill>
                  <a:srgbClr val="7F7F7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55" name="Google Shape;2555;p274"/>
          <p:cNvSpPr txBox="1"/>
          <p:nvPr>
            <p:ph idx="3" type="subTitle"/>
          </p:nvPr>
        </p:nvSpPr>
        <p:spPr>
          <a:xfrm>
            <a:off x="6563400" y="1898075"/>
            <a:ext cx="1996200" cy="18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Plus Jakarta Sans"/>
              <a:buNone/>
              <a:defRPr sz="800">
                <a:solidFill>
                  <a:srgbClr val="7F7F7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Plus Jakarta Sans"/>
              <a:buNone/>
              <a:defRPr sz="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56" name="Google Shape;2556;p274"/>
          <p:cNvSpPr/>
          <p:nvPr>
            <p:ph idx="4" type="pic"/>
          </p:nvPr>
        </p:nvSpPr>
        <p:spPr>
          <a:xfrm>
            <a:off x="627888" y="1643050"/>
            <a:ext cx="1624200" cy="1890600"/>
          </a:xfrm>
          <a:prstGeom prst="rect">
            <a:avLst/>
          </a:prstGeom>
          <a:noFill/>
          <a:ln>
            <a:noFill/>
          </a:ln>
        </p:spPr>
      </p:sp>
      <p:pic>
        <p:nvPicPr>
          <p:cNvPr id="2557" name="Google Shape;2557;p2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">
  <p:cSld name="CUSTOM_9">
    <p:spTree>
      <p:nvGrpSpPr>
        <p:cNvPr id="2558" name="Shape 2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9" name="Google Shape;2559;p275"/>
          <p:cNvSpPr txBox="1"/>
          <p:nvPr>
            <p:ph type="title"/>
          </p:nvPr>
        </p:nvSpPr>
        <p:spPr>
          <a:xfrm>
            <a:off x="747900" y="521275"/>
            <a:ext cx="745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2560" name="Google Shape;2560;p275"/>
          <p:cNvGraphicFramePr/>
          <p:nvPr/>
        </p:nvGraphicFramePr>
        <p:xfrm>
          <a:off x="741075" y="161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{613A0997-6323-4278-BD82-C2A74B1DFADB}</a:tableStyleId>
              </a:tblPr>
              <a:tblGrid>
                <a:gridCol w="1626500"/>
                <a:gridCol w="971800"/>
                <a:gridCol w="971800"/>
                <a:gridCol w="971800"/>
                <a:gridCol w="971800"/>
                <a:gridCol w="971800"/>
                <a:gridCol w="964950"/>
              </a:tblGrid>
              <a:tr h="32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7425" marB="27425" marR="64000" marL="64000" anchor="ctr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</a:tr>
              <a:tr h="32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2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2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475">
                <a:tc gridSpan="6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595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64000" marL="64000">
                    <a:lnL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3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5959"/>
                    </a:solidFill>
                  </a:tcPr>
                </a:tc>
              </a:tr>
            </a:tbl>
          </a:graphicData>
        </a:graphic>
      </p:graphicFrame>
      <p:pic>
        <p:nvPicPr>
          <p:cNvPr id="2561" name="Google Shape;2561;p2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7">
  <p:cSld name="CUSTOM_7">
    <p:spTree>
      <p:nvGrpSpPr>
        <p:cNvPr id="2562" name="Shape 2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3" name="Google Shape;2563;p276"/>
          <p:cNvSpPr/>
          <p:nvPr/>
        </p:nvSpPr>
        <p:spPr>
          <a:xfrm>
            <a:off x="0" y="0"/>
            <a:ext cx="9144000" cy="5153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4" name="Google Shape;2564;p276"/>
          <p:cNvSpPr txBox="1"/>
          <p:nvPr>
            <p:ph type="title"/>
          </p:nvPr>
        </p:nvSpPr>
        <p:spPr>
          <a:xfrm>
            <a:off x="311700" y="22902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2800"/>
              <a:buNone/>
              <a:defRPr>
                <a:solidFill>
                  <a:srgbClr val="F3595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5">
  <p:cSld name="CUSTOM_5">
    <p:spTree>
      <p:nvGrpSpPr>
        <p:cNvPr id="2565" name="Shape 2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6" name="Google Shape;2566;p277"/>
          <p:cNvSpPr/>
          <p:nvPr/>
        </p:nvSpPr>
        <p:spPr>
          <a:xfrm>
            <a:off x="0" y="0"/>
            <a:ext cx="9144000" cy="5153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7" name="Google Shape;2567;p277"/>
          <p:cNvSpPr txBox="1"/>
          <p:nvPr>
            <p:ph type="title"/>
          </p:nvPr>
        </p:nvSpPr>
        <p:spPr>
          <a:xfrm>
            <a:off x="311700" y="22902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Plus Jakarta Sans"/>
              <a:buNone/>
              <a:defRPr b="1" sz="41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CUSTOM_6">
    <p:spTree>
      <p:nvGrpSpPr>
        <p:cNvPr id="2568" name="Shape 2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9" name="Google Shape;2569;p278"/>
          <p:cNvSpPr/>
          <p:nvPr/>
        </p:nvSpPr>
        <p:spPr>
          <a:xfrm>
            <a:off x="0" y="0"/>
            <a:ext cx="9144000" cy="5153100"/>
          </a:xfrm>
          <a:prstGeom prst="rect">
            <a:avLst/>
          </a:prstGeom>
          <a:solidFill>
            <a:srgbClr val="F359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0" name="Google Shape;2570;p278"/>
          <p:cNvSpPr txBox="1"/>
          <p:nvPr>
            <p:ph type="title"/>
          </p:nvPr>
        </p:nvSpPr>
        <p:spPr>
          <a:xfrm>
            <a:off x="311700" y="22902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Plus Jakarta Sans"/>
              <a:buNone/>
              <a:defRPr b="1" sz="41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71" name="Shape 2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2" name="Google Shape;2572;p2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73" name="Google Shape;2573;p27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 sz="1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74" name="Google Shape;2574;p27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 sz="1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75" name="Google Shape;2575;p2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76" name="Shape 2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7" name="Google Shape;2577;p28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78" name="Google Shape;2578;p28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●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○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Char char="■"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79" name="Google Shape;2579;p2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580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Google Shape;2581;p28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2" name="Google Shape;2582;p28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Plus Jakarta Sans"/>
              <a:buNone/>
              <a:defRPr b="1" sz="36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83" name="Google Shape;2583;p28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us Jakarta Sans"/>
              <a:buNone/>
              <a:defRPr sz="21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84" name="Google Shape;2584;p28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●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○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■"/>
              <a:defRPr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85" name="Google Shape;2585;p2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86" name="Google Shape;2586;p28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87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p28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589" name="Google Shape;2589;p2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590" name="Shape 2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1" name="Google Shape;2591;p28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92" name="Google Shape;2592;p28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93" name="Google Shape;2593;p2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94" name="Shape 2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5" name="Google Shape;2595;p2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96" name="Google Shape;2596;p2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Color Grey - Blank">
  <p:cSld name="Blank_3">
    <p:spTree>
      <p:nvGrpSpPr>
        <p:cNvPr id="2597" name="Shape 2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8" name="Google Shape;2598;p285"/>
          <p:cNvSpPr/>
          <p:nvPr/>
        </p:nvSpPr>
        <p:spPr>
          <a:xfrm>
            <a:off x="4554300" y="0"/>
            <a:ext cx="4589700" cy="51435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99" name="Google Shape;2599;p285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2600" name="Google Shape;2600;p285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1" name="Google Shape;2601;p285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2" name="Google Shape;2602;p285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3" name="Google Shape;2603;p285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4" name="Google Shape;2604;p285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5" name="Google Shape;2605;p285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606" name="Google Shape;2606;p2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ix + Google Content slide with Image">
  <p:cSld name="CUSTOM">
    <p:spTree>
      <p:nvGrpSpPr>
        <p:cNvPr id="2607" name="Shape 2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8" name="Google Shape;2608;p286"/>
          <p:cNvSpPr/>
          <p:nvPr>
            <p:ph idx="2" type="pic"/>
          </p:nvPr>
        </p:nvSpPr>
        <p:spPr>
          <a:xfrm>
            <a:off x="4580025" y="0"/>
            <a:ext cx="4563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609" name="Google Shape;2609;p286"/>
          <p:cNvSpPr txBox="1"/>
          <p:nvPr>
            <p:ph type="ctrTitle"/>
          </p:nvPr>
        </p:nvSpPr>
        <p:spPr>
          <a:xfrm>
            <a:off x="285025" y="1575125"/>
            <a:ext cx="3541500" cy="19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Plus Jakarta Sans ExtraBold"/>
              <a:buNone/>
              <a:defRPr sz="4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2610" name="Google Shape;2610;p2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025" y="235675"/>
            <a:ext cx="873148" cy="8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1" name="Google Shape;2611;p286"/>
          <p:cNvSpPr/>
          <p:nvPr/>
        </p:nvSpPr>
        <p:spPr>
          <a:xfrm>
            <a:off x="1319928" y="461366"/>
            <a:ext cx="12300" cy="4503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2" name="Google Shape;2612;p2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3000" y="578188"/>
            <a:ext cx="1607649" cy="28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ix + Google Content slide with Image 1">
  <p:cSld name="CUSTOM_15">
    <p:spTree>
      <p:nvGrpSpPr>
        <p:cNvPr id="2613" name="Shape 2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4" name="Google Shape;2614;p287"/>
          <p:cNvSpPr txBox="1"/>
          <p:nvPr>
            <p:ph type="ctrTitle"/>
          </p:nvPr>
        </p:nvSpPr>
        <p:spPr>
          <a:xfrm>
            <a:off x="285025" y="1575125"/>
            <a:ext cx="3541500" cy="19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Plus Jakarta Sans ExtraBold"/>
              <a:buNone/>
              <a:defRPr sz="40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2615" name="Google Shape;2615;p2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025" y="235675"/>
            <a:ext cx="873148" cy="8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6" name="Google Shape;2616;p287"/>
          <p:cNvSpPr/>
          <p:nvPr/>
        </p:nvSpPr>
        <p:spPr>
          <a:xfrm>
            <a:off x="1319928" y="461366"/>
            <a:ext cx="12300" cy="4503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7" name="Google Shape;2617;p2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3000" y="578188"/>
            <a:ext cx="1607649" cy="284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with Image 1">
  <p:cSld name="CUSTOM_14">
    <p:spTree>
      <p:nvGrpSpPr>
        <p:cNvPr id="2618" name="Shape 2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9" name="Google Shape;2619;p288"/>
          <p:cNvSpPr/>
          <p:nvPr>
            <p:ph idx="2" type="pic"/>
          </p:nvPr>
        </p:nvSpPr>
        <p:spPr>
          <a:xfrm>
            <a:off x="4580025" y="0"/>
            <a:ext cx="4563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620" name="Google Shape;2620;p288"/>
          <p:cNvSpPr txBox="1"/>
          <p:nvPr>
            <p:ph type="ctrTitle"/>
          </p:nvPr>
        </p:nvSpPr>
        <p:spPr>
          <a:xfrm>
            <a:off x="432650" y="885125"/>
            <a:ext cx="26904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621" name="Google Shape;2621;p288"/>
          <p:cNvSpPr txBox="1"/>
          <p:nvPr>
            <p:ph idx="3" type="ctrTitle"/>
          </p:nvPr>
        </p:nvSpPr>
        <p:spPr>
          <a:xfrm>
            <a:off x="432650" y="13816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2622" name="Google Shape;2622;p28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ert layout">
  <p:cSld name="CUSTOM_13">
    <p:spTree>
      <p:nvGrpSpPr>
        <p:cNvPr id="2623" name="Shape 2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4" name="Google Shape;2624;p289"/>
          <p:cNvSpPr/>
          <p:nvPr/>
        </p:nvSpPr>
        <p:spPr>
          <a:xfrm>
            <a:off x="766464" y="1501439"/>
            <a:ext cx="7644300" cy="305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25" name="Google Shape;2625;p289"/>
          <p:cNvSpPr txBox="1"/>
          <p:nvPr>
            <p:ph type="ctrTitle"/>
          </p:nvPr>
        </p:nvSpPr>
        <p:spPr>
          <a:xfrm>
            <a:off x="661950" y="370775"/>
            <a:ext cx="3541500" cy="8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626" name="Google Shape;2626;p289"/>
          <p:cNvSpPr txBox="1"/>
          <p:nvPr>
            <p:ph idx="2" type="ctrTitle"/>
          </p:nvPr>
        </p:nvSpPr>
        <p:spPr>
          <a:xfrm>
            <a:off x="4431500" y="22459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627" name="Google Shape;2627;p289"/>
          <p:cNvSpPr/>
          <p:nvPr>
            <p:ph idx="3" type="pic"/>
          </p:nvPr>
        </p:nvSpPr>
        <p:spPr>
          <a:xfrm>
            <a:off x="766475" y="1501400"/>
            <a:ext cx="30540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2628" name="Google Shape;2628;p289"/>
          <p:cNvSpPr txBox="1"/>
          <p:nvPr>
            <p:ph idx="4" type="ctrTitle"/>
          </p:nvPr>
        </p:nvSpPr>
        <p:spPr>
          <a:xfrm>
            <a:off x="4431500" y="19452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629" name="Google Shape;2629;p289"/>
          <p:cNvSpPr txBox="1"/>
          <p:nvPr>
            <p:ph idx="5" type="ctrTitle"/>
          </p:nvPr>
        </p:nvSpPr>
        <p:spPr>
          <a:xfrm>
            <a:off x="4431500" y="164466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"/>
              <a:buNone/>
              <a:defRPr b="1" sz="1200">
                <a:solidFill>
                  <a:srgbClr val="F4626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1200"/>
              <a:buFont typeface="Plus Jakarta Sans Light"/>
              <a:buNone/>
              <a:defRPr sz="1200">
                <a:solidFill>
                  <a:srgbClr val="F4626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2630" name="Google Shape;2630;p2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Expert layout">
  <p:cSld name="CUSTOM_13_2">
    <p:spTree>
      <p:nvGrpSpPr>
        <p:cNvPr id="2631" name="Shape 2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2" name="Google Shape;2632;p290"/>
          <p:cNvSpPr txBox="1"/>
          <p:nvPr>
            <p:ph type="ctrTitle"/>
          </p:nvPr>
        </p:nvSpPr>
        <p:spPr>
          <a:xfrm>
            <a:off x="620150" y="529675"/>
            <a:ext cx="60357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633" name="Google Shape;2633;p290"/>
          <p:cNvSpPr/>
          <p:nvPr>
            <p:ph idx="2" type="pic"/>
          </p:nvPr>
        </p:nvSpPr>
        <p:spPr>
          <a:xfrm>
            <a:off x="733425" y="1366325"/>
            <a:ext cx="1444800" cy="1444800"/>
          </a:xfrm>
          <a:prstGeom prst="rect">
            <a:avLst/>
          </a:prstGeom>
          <a:noFill/>
          <a:ln>
            <a:noFill/>
          </a:ln>
        </p:spPr>
      </p:sp>
      <p:sp>
        <p:nvSpPr>
          <p:cNvPr id="2634" name="Google Shape;2634;p290"/>
          <p:cNvSpPr/>
          <p:nvPr>
            <p:ph idx="3" type="pic"/>
          </p:nvPr>
        </p:nvSpPr>
        <p:spPr>
          <a:xfrm>
            <a:off x="733425" y="3116900"/>
            <a:ext cx="1444800" cy="1444800"/>
          </a:xfrm>
          <a:prstGeom prst="rect">
            <a:avLst/>
          </a:prstGeom>
          <a:noFill/>
          <a:ln>
            <a:noFill/>
          </a:ln>
        </p:spPr>
      </p:sp>
      <p:sp>
        <p:nvSpPr>
          <p:cNvPr id="2635" name="Google Shape;2635;p290"/>
          <p:cNvSpPr/>
          <p:nvPr>
            <p:ph idx="4" type="pic"/>
          </p:nvPr>
        </p:nvSpPr>
        <p:spPr>
          <a:xfrm>
            <a:off x="4788050" y="1366325"/>
            <a:ext cx="1444800" cy="1444800"/>
          </a:xfrm>
          <a:prstGeom prst="rect">
            <a:avLst/>
          </a:prstGeom>
          <a:noFill/>
          <a:ln>
            <a:noFill/>
          </a:ln>
        </p:spPr>
      </p:sp>
      <p:sp>
        <p:nvSpPr>
          <p:cNvPr id="2636" name="Google Shape;2636;p290"/>
          <p:cNvSpPr/>
          <p:nvPr>
            <p:ph idx="5" type="pic"/>
          </p:nvPr>
        </p:nvSpPr>
        <p:spPr>
          <a:xfrm>
            <a:off x="4788050" y="3116900"/>
            <a:ext cx="1444800" cy="1444800"/>
          </a:xfrm>
          <a:prstGeom prst="rect">
            <a:avLst/>
          </a:prstGeom>
          <a:noFill/>
          <a:ln>
            <a:noFill/>
          </a:ln>
        </p:spPr>
      </p:sp>
      <p:sp>
        <p:nvSpPr>
          <p:cNvPr id="2637" name="Google Shape;2637;p290"/>
          <p:cNvSpPr/>
          <p:nvPr/>
        </p:nvSpPr>
        <p:spPr>
          <a:xfrm>
            <a:off x="1334318" y="2512334"/>
            <a:ext cx="1511700" cy="3018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2638" name="Google Shape;2638;p290"/>
          <p:cNvSpPr/>
          <p:nvPr/>
        </p:nvSpPr>
        <p:spPr>
          <a:xfrm>
            <a:off x="1334318" y="4253375"/>
            <a:ext cx="1511700" cy="3018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2639" name="Google Shape;2639;p290"/>
          <p:cNvSpPr/>
          <p:nvPr/>
        </p:nvSpPr>
        <p:spPr>
          <a:xfrm>
            <a:off x="5387205" y="2512334"/>
            <a:ext cx="1511700" cy="3018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2640" name="Google Shape;2640;p290"/>
          <p:cNvSpPr/>
          <p:nvPr/>
        </p:nvSpPr>
        <p:spPr>
          <a:xfrm>
            <a:off x="5387205" y="4253375"/>
            <a:ext cx="1511700" cy="3018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2641" name="Google Shape;2641;p290"/>
          <p:cNvSpPr txBox="1"/>
          <p:nvPr>
            <p:ph idx="6" type="ctrTitle"/>
          </p:nvPr>
        </p:nvSpPr>
        <p:spPr>
          <a:xfrm>
            <a:off x="2291850" y="19671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642" name="Google Shape;2642;p290"/>
          <p:cNvSpPr txBox="1"/>
          <p:nvPr>
            <p:ph idx="7" type="ctrTitle"/>
          </p:nvPr>
        </p:nvSpPr>
        <p:spPr>
          <a:xfrm>
            <a:off x="2291850" y="16665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643" name="Google Shape;2643;p290"/>
          <p:cNvSpPr txBox="1"/>
          <p:nvPr>
            <p:ph idx="8" type="ctrTitle"/>
          </p:nvPr>
        </p:nvSpPr>
        <p:spPr>
          <a:xfrm>
            <a:off x="6347175" y="19671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644" name="Google Shape;2644;p290"/>
          <p:cNvSpPr txBox="1"/>
          <p:nvPr>
            <p:ph idx="9" type="ctrTitle"/>
          </p:nvPr>
        </p:nvSpPr>
        <p:spPr>
          <a:xfrm>
            <a:off x="6347175" y="16665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645" name="Google Shape;2645;p290"/>
          <p:cNvSpPr txBox="1"/>
          <p:nvPr>
            <p:ph idx="13" type="ctrTitle"/>
          </p:nvPr>
        </p:nvSpPr>
        <p:spPr>
          <a:xfrm>
            <a:off x="6347175" y="367587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646" name="Google Shape;2646;p290"/>
          <p:cNvSpPr txBox="1"/>
          <p:nvPr>
            <p:ph idx="14" type="ctrTitle"/>
          </p:nvPr>
        </p:nvSpPr>
        <p:spPr>
          <a:xfrm>
            <a:off x="6347175" y="33752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647" name="Google Shape;2647;p290"/>
          <p:cNvSpPr txBox="1"/>
          <p:nvPr>
            <p:ph idx="15" type="ctrTitle"/>
          </p:nvPr>
        </p:nvSpPr>
        <p:spPr>
          <a:xfrm>
            <a:off x="2291850" y="367587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648" name="Google Shape;2648;p290"/>
          <p:cNvSpPr txBox="1"/>
          <p:nvPr>
            <p:ph idx="16" type="ctrTitle"/>
          </p:nvPr>
        </p:nvSpPr>
        <p:spPr>
          <a:xfrm>
            <a:off x="2291850" y="33752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649" name="Google Shape;2649;p290"/>
          <p:cNvSpPr txBox="1"/>
          <p:nvPr>
            <p:ph idx="17" type="ctrTitle"/>
          </p:nvPr>
        </p:nvSpPr>
        <p:spPr>
          <a:xfrm>
            <a:off x="1452375" y="2437275"/>
            <a:ext cx="1275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650" name="Google Shape;2650;p290"/>
          <p:cNvSpPr txBox="1"/>
          <p:nvPr>
            <p:ph idx="18" type="ctrTitle"/>
          </p:nvPr>
        </p:nvSpPr>
        <p:spPr>
          <a:xfrm>
            <a:off x="5505250" y="2437275"/>
            <a:ext cx="1275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651" name="Google Shape;2651;p290"/>
          <p:cNvSpPr txBox="1"/>
          <p:nvPr>
            <p:ph idx="19" type="ctrTitle"/>
          </p:nvPr>
        </p:nvSpPr>
        <p:spPr>
          <a:xfrm>
            <a:off x="1452375" y="4154325"/>
            <a:ext cx="1275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652" name="Google Shape;2652;p290"/>
          <p:cNvSpPr txBox="1"/>
          <p:nvPr>
            <p:ph idx="20" type="ctrTitle"/>
          </p:nvPr>
        </p:nvSpPr>
        <p:spPr>
          <a:xfrm>
            <a:off x="5505250" y="4154325"/>
            <a:ext cx="1275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"/>
              <a:buNone/>
              <a:defRPr b="1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2653" name="Google Shape;2653;p2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product 1">
  <p:cSld name="CUSTOM_13_2_1">
    <p:spTree>
      <p:nvGrpSpPr>
        <p:cNvPr id="2654" name="Shape 2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5" name="Google Shape;2655;p291"/>
          <p:cNvSpPr txBox="1"/>
          <p:nvPr>
            <p:ph type="ctrTitle"/>
          </p:nvPr>
        </p:nvSpPr>
        <p:spPr>
          <a:xfrm>
            <a:off x="432650" y="885125"/>
            <a:ext cx="26904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2656" name="Google Shape;2656;p2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48500" y="1120675"/>
            <a:ext cx="5724976" cy="326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7" name="Google Shape;2657;p291"/>
          <p:cNvSpPr/>
          <p:nvPr/>
        </p:nvSpPr>
        <p:spPr>
          <a:xfrm>
            <a:off x="3911050" y="1340450"/>
            <a:ext cx="4362900" cy="2755800"/>
          </a:xfrm>
          <a:prstGeom prst="rect">
            <a:avLst/>
          </a:prstGeom>
          <a:solidFill>
            <a:srgbClr val="3049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8" name="Google Shape;2658;p291"/>
          <p:cNvSpPr txBox="1"/>
          <p:nvPr>
            <p:ph idx="2" type="ctrTitle"/>
          </p:nvPr>
        </p:nvSpPr>
        <p:spPr>
          <a:xfrm>
            <a:off x="432650" y="24013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659" name="Google Shape;2659;p291"/>
          <p:cNvSpPr/>
          <p:nvPr>
            <p:ph idx="3" type="pic"/>
          </p:nvPr>
        </p:nvSpPr>
        <p:spPr>
          <a:xfrm>
            <a:off x="3911050" y="1340450"/>
            <a:ext cx="4362900" cy="2755800"/>
          </a:xfrm>
          <a:prstGeom prst="rect">
            <a:avLst/>
          </a:prstGeom>
          <a:noFill/>
          <a:ln>
            <a:noFill/>
          </a:ln>
        </p:spPr>
      </p:sp>
      <p:pic>
        <p:nvPicPr>
          <p:cNvPr id="2660" name="Google Shape;2660;p2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4552" y="2397059"/>
            <a:ext cx="715900" cy="71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1" name="Google Shape;2661;p2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product 2">
  <p:cSld name="CUSTOM_13_2_1_1">
    <p:spTree>
      <p:nvGrpSpPr>
        <p:cNvPr id="2662" name="Shape 2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" name="Google Shape;2663;p292"/>
          <p:cNvSpPr txBox="1"/>
          <p:nvPr>
            <p:ph type="ctrTitle"/>
          </p:nvPr>
        </p:nvSpPr>
        <p:spPr>
          <a:xfrm>
            <a:off x="432650" y="885125"/>
            <a:ext cx="26904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664" name="Google Shape;2664;p292"/>
          <p:cNvSpPr txBox="1"/>
          <p:nvPr>
            <p:ph idx="2" type="ctrTitle"/>
          </p:nvPr>
        </p:nvSpPr>
        <p:spPr>
          <a:xfrm>
            <a:off x="432650" y="24013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grpSp>
        <p:nvGrpSpPr>
          <p:cNvPr id="2665" name="Google Shape;2665;p292"/>
          <p:cNvGrpSpPr/>
          <p:nvPr/>
        </p:nvGrpSpPr>
        <p:grpSpPr>
          <a:xfrm rot="-5400000">
            <a:off x="4626657" y="367340"/>
            <a:ext cx="3214002" cy="4533167"/>
            <a:chOff x="0" y="0"/>
            <a:chExt cx="2701296" cy="3810024"/>
          </a:xfrm>
        </p:grpSpPr>
        <p:sp>
          <p:nvSpPr>
            <p:cNvPr id="2666" name="Google Shape;2666;p292"/>
            <p:cNvSpPr/>
            <p:nvPr/>
          </p:nvSpPr>
          <p:spPr>
            <a:xfrm>
              <a:off x="0" y="0"/>
              <a:ext cx="2701296" cy="3810024"/>
            </a:xfrm>
            <a:custGeom>
              <a:rect b="b" l="l" r="r" t="t"/>
              <a:pathLst>
                <a:path extrusionOk="0" h="21600" w="21600">
                  <a:moveTo>
                    <a:pt x="20422" y="21600"/>
                  </a:moveTo>
                  <a:lnTo>
                    <a:pt x="1178" y="21600"/>
                  </a:lnTo>
                  <a:cubicBezTo>
                    <a:pt x="525" y="21600"/>
                    <a:pt x="0" y="21228"/>
                    <a:pt x="0" y="20767"/>
                  </a:cubicBezTo>
                  <a:lnTo>
                    <a:pt x="0" y="835"/>
                  </a:lnTo>
                  <a:cubicBezTo>
                    <a:pt x="0" y="372"/>
                    <a:pt x="525" y="0"/>
                    <a:pt x="1178" y="0"/>
                  </a:cubicBezTo>
                  <a:lnTo>
                    <a:pt x="20422" y="0"/>
                  </a:lnTo>
                  <a:cubicBezTo>
                    <a:pt x="21075" y="0"/>
                    <a:pt x="21600" y="372"/>
                    <a:pt x="21600" y="835"/>
                  </a:cubicBezTo>
                  <a:lnTo>
                    <a:pt x="21600" y="20767"/>
                  </a:lnTo>
                  <a:cubicBezTo>
                    <a:pt x="21600" y="21228"/>
                    <a:pt x="21075" y="21600"/>
                    <a:pt x="20422" y="21600"/>
                  </a:cubicBezTo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2667" name="Google Shape;2667;p292"/>
            <p:cNvSpPr/>
            <p:nvPr/>
          </p:nvSpPr>
          <p:spPr>
            <a:xfrm>
              <a:off x="16384" y="16384"/>
              <a:ext cx="2666682" cy="3775410"/>
            </a:xfrm>
            <a:custGeom>
              <a:rect b="b" l="l" r="r" t="t"/>
              <a:pathLst>
                <a:path extrusionOk="0" h="21600" w="21600">
                  <a:moveTo>
                    <a:pt x="20547" y="21600"/>
                  </a:moveTo>
                  <a:lnTo>
                    <a:pt x="1053" y="21600"/>
                  </a:lnTo>
                  <a:cubicBezTo>
                    <a:pt x="468" y="21600"/>
                    <a:pt x="0" y="21269"/>
                    <a:pt x="0" y="20858"/>
                  </a:cubicBezTo>
                  <a:lnTo>
                    <a:pt x="0" y="744"/>
                  </a:lnTo>
                  <a:cubicBezTo>
                    <a:pt x="0" y="331"/>
                    <a:pt x="468" y="0"/>
                    <a:pt x="1053" y="0"/>
                  </a:cubicBezTo>
                  <a:lnTo>
                    <a:pt x="20547" y="0"/>
                  </a:lnTo>
                  <a:cubicBezTo>
                    <a:pt x="21132" y="0"/>
                    <a:pt x="21600" y="331"/>
                    <a:pt x="21600" y="744"/>
                  </a:cubicBezTo>
                  <a:lnTo>
                    <a:pt x="21600" y="20858"/>
                  </a:lnTo>
                  <a:cubicBezTo>
                    <a:pt x="21600" y="21269"/>
                    <a:pt x="21132" y="21600"/>
                    <a:pt x="20547" y="21600"/>
                  </a:cubicBezTo>
                </a:path>
              </a:pathLst>
            </a:custGeom>
            <a:solidFill>
              <a:srgbClr val="080808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2668" name="Google Shape;2668;p292"/>
            <p:cNvSpPr/>
            <p:nvPr/>
          </p:nvSpPr>
          <p:spPr>
            <a:xfrm>
              <a:off x="154746" y="320416"/>
              <a:ext cx="2389986" cy="3169152"/>
            </a:xfrm>
            <a:custGeom>
              <a:rect b="b" l="l" r="r" t="t"/>
              <a:pathLst>
                <a:path extrusionOk="0" h="21600" w="21600">
                  <a:moveTo>
                    <a:pt x="21443" y="21600"/>
                  </a:moveTo>
                  <a:lnTo>
                    <a:pt x="157" y="21600"/>
                  </a:lnTo>
                  <a:cubicBezTo>
                    <a:pt x="71" y="21600"/>
                    <a:pt x="0" y="21547"/>
                    <a:pt x="0" y="21482"/>
                  </a:cubicBezTo>
                  <a:lnTo>
                    <a:pt x="0" y="118"/>
                  </a:lnTo>
                  <a:cubicBezTo>
                    <a:pt x="0" y="53"/>
                    <a:pt x="71" y="0"/>
                    <a:pt x="157" y="0"/>
                  </a:cubicBezTo>
                  <a:lnTo>
                    <a:pt x="21443" y="0"/>
                  </a:lnTo>
                  <a:cubicBezTo>
                    <a:pt x="21533" y="0"/>
                    <a:pt x="21600" y="53"/>
                    <a:pt x="21600" y="118"/>
                  </a:cubicBezTo>
                  <a:lnTo>
                    <a:pt x="21600" y="21482"/>
                  </a:lnTo>
                  <a:cubicBezTo>
                    <a:pt x="21600" y="21547"/>
                    <a:pt x="21533" y="21600"/>
                    <a:pt x="21443" y="21600"/>
                  </a:cubicBezTo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2669" name="Google Shape;2669;p292"/>
            <p:cNvSpPr/>
            <p:nvPr/>
          </p:nvSpPr>
          <p:spPr>
            <a:xfrm>
              <a:off x="163849" y="327699"/>
              <a:ext cx="2373570" cy="3152790"/>
            </a:xfrm>
            <a:custGeom>
              <a:rect b="b" l="l" r="r" t="t"/>
              <a:pathLst>
                <a:path extrusionOk="0" h="21600" w="21600">
                  <a:moveTo>
                    <a:pt x="21442" y="21600"/>
                  </a:moveTo>
                  <a:lnTo>
                    <a:pt x="158" y="21600"/>
                  </a:lnTo>
                  <a:cubicBezTo>
                    <a:pt x="71" y="21600"/>
                    <a:pt x="0" y="21546"/>
                    <a:pt x="0" y="21481"/>
                  </a:cubicBezTo>
                  <a:lnTo>
                    <a:pt x="0" y="119"/>
                  </a:lnTo>
                  <a:cubicBezTo>
                    <a:pt x="0" y="54"/>
                    <a:pt x="71" y="0"/>
                    <a:pt x="158" y="0"/>
                  </a:cubicBezTo>
                  <a:lnTo>
                    <a:pt x="21442" y="0"/>
                  </a:lnTo>
                  <a:cubicBezTo>
                    <a:pt x="21532" y="0"/>
                    <a:pt x="21600" y="54"/>
                    <a:pt x="21600" y="119"/>
                  </a:cubicBezTo>
                  <a:lnTo>
                    <a:pt x="21600" y="21481"/>
                  </a:lnTo>
                  <a:cubicBezTo>
                    <a:pt x="21600" y="21546"/>
                    <a:pt x="21532" y="21600"/>
                    <a:pt x="21442" y="21600"/>
                  </a:cubicBezTo>
                </a:path>
              </a:pathLst>
            </a:custGeom>
            <a:solidFill>
              <a:srgbClr val="3D3D3F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2670" name="Google Shape;2670;p292"/>
            <p:cNvSpPr/>
            <p:nvPr/>
          </p:nvSpPr>
          <p:spPr>
            <a:xfrm>
              <a:off x="1329305" y="149589"/>
              <a:ext cx="43003" cy="42698"/>
            </a:xfrm>
            <a:custGeom>
              <a:rect b="b" l="l" r="r" t="t"/>
              <a:pathLst>
                <a:path extrusionOk="0" h="21296" w="21448">
                  <a:moveTo>
                    <a:pt x="11463" y="52"/>
                  </a:moveTo>
                  <a:cubicBezTo>
                    <a:pt x="13501" y="52"/>
                    <a:pt x="15131" y="663"/>
                    <a:pt x="16761" y="1682"/>
                  </a:cubicBezTo>
                  <a:cubicBezTo>
                    <a:pt x="18391" y="2905"/>
                    <a:pt x="19206" y="4127"/>
                    <a:pt x="20225" y="5961"/>
                  </a:cubicBezTo>
                  <a:cubicBezTo>
                    <a:pt x="21040" y="7795"/>
                    <a:pt x="21448" y="9629"/>
                    <a:pt x="21448" y="11463"/>
                  </a:cubicBezTo>
                  <a:cubicBezTo>
                    <a:pt x="21244" y="13501"/>
                    <a:pt x="20633" y="14927"/>
                    <a:pt x="19614" y="16557"/>
                  </a:cubicBezTo>
                  <a:cubicBezTo>
                    <a:pt x="18391" y="18188"/>
                    <a:pt x="17169" y="19410"/>
                    <a:pt x="15335" y="20225"/>
                  </a:cubicBezTo>
                  <a:cubicBezTo>
                    <a:pt x="13501" y="21040"/>
                    <a:pt x="11667" y="21448"/>
                    <a:pt x="9833" y="21244"/>
                  </a:cubicBezTo>
                  <a:cubicBezTo>
                    <a:pt x="7795" y="21244"/>
                    <a:pt x="6369" y="20633"/>
                    <a:pt x="4739" y="19410"/>
                  </a:cubicBezTo>
                  <a:cubicBezTo>
                    <a:pt x="3108" y="18391"/>
                    <a:pt x="1886" y="17169"/>
                    <a:pt x="1071" y="15335"/>
                  </a:cubicBezTo>
                  <a:cubicBezTo>
                    <a:pt x="256" y="13501"/>
                    <a:pt x="-152" y="11871"/>
                    <a:pt x="52" y="9833"/>
                  </a:cubicBezTo>
                  <a:cubicBezTo>
                    <a:pt x="256" y="7999"/>
                    <a:pt x="663" y="6369"/>
                    <a:pt x="1886" y="4739"/>
                  </a:cubicBezTo>
                  <a:cubicBezTo>
                    <a:pt x="2905" y="3108"/>
                    <a:pt x="4127" y="1886"/>
                    <a:pt x="5961" y="1071"/>
                  </a:cubicBezTo>
                  <a:cubicBezTo>
                    <a:pt x="7591" y="256"/>
                    <a:pt x="9425" y="-152"/>
                    <a:pt x="11463" y="52"/>
                  </a:cubicBezTo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2671" name="Google Shape;2671;p292"/>
            <p:cNvSpPr/>
            <p:nvPr/>
          </p:nvSpPr>
          <p:spPr>
            <a:xfrm>
              <a:off x="1334463" y="156822"/>
              <a:ext cx="30564" cy="31828"/>
            </a:xfrm>
            <a:custGeom>
              <a:rect b="b" l="l" r="r" t="t"/>
              <a:pathLst>
                <a:path extrusionOk="0" h="21254" w="21600">
                  <a:moveTo>
                    <a:pt x="17568" y="2074"/>
                  </a:moveTo>
                  <a:cubicBezTo>
                    <a:pt x="19008" y="3196"/>
                    <a:pt x="20160" y="4879"/>
                    <a:pt x="21024" y="6562"/>
                  </a:cubicBezTo>
                  <a:cubicBezTo>
                    <a:pt x="21600" y="8526"/>
                    <a:pt x="21600" y="9929"/>
                    <a:pt x="21600" y="11892"/>
                  </a:cubicBezTo>
                  <a:cubicBezTo>
                    <a:pt x="21312" y="13856"/>
                    <a:pt x="20736" y="15539"/>
                    <a:pt x="19584" y="16942"/>
                  </a:cubicBezTo>
                  <a:cubicBezTo>
                    <a:pt x="18432" y="18625"/>
                    <a:pt x="16992" y="19466"/>
                    <a:pt x="15264" y="20308"/>
                  </a:cubicBezTo>
                  <a:cubicBezTo>
                    <a:pt x="13248" y="21149"/>
                    <a:pt x="11520" y="21430"/>
                    <a:pt x="9504" y="21149"/>
                  </a:cubicBezTo>
                  <a:cubicBezTo>
                    <a:pt x="7488" y="20869"/>
                    <a:pt x="5760" y="20308"/>
                    <a:pt x="4320" y="18905"/>
                  </a:cubicBezTo>
                  <a:cubicBezTo>
                    <a:pt x="2592" y="17783"/>
                    <a:pt x="1728" y="16381"/>
                    <a:pt x="864" y="14698"/>
                  </a:cubicBezTo>
                  <a:cubicBezTo>
                    <a:pt x="0" y="13014"/>
                    <a:pt x="0" y="11051"/>
                    <a:pt x="0" y="9368"/>
                  </a:cubicBezTo>
                  <a:cubicBezTo>
                    <a:pt x="288" y="7404"/>
                    <a:pt x="1152" y="5721"/>
                    <a:pt x="2304" y="4038"/>
                  </a:cubicBezTo>
                  <a:cubicBezTo>
                    <a:pt x="3456" y="2635"/>
                    <a:pt x="4608" y="1513"/>
                    <a:pt x="6624" y="672"/>
                  </a:cubicBezTo>
                  <a:cubicBezTo>
                    <a:pt x="8352" y="111"/>
                    <a:pt x="10368" y="-170"/>
                    <a:pt x="12384" y="111"/>
                  </a:cubicBezTo>
                  <a:cubicBezTo>
                    <a:pt x="14400" y="391"/>
                    <a:pt x="15840" y="952"/>
                    <a:pt x="17568" y="2074"/>
                  </a:cubicBezTo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2672" name="Google Shape;2672;p292"/>
            <p:cNvSpPr/>
            <p:nvPr/>
          </p:nvSpPr>
          <p:spPr>
            <a:xfrm>
              <a:off x="1341745" y="163849"/>
              <a:ext cx="17766" cy="17766"/>
            </a:xfrm>
            <a:custGeom>
              <a:rect b="b" l="l" r="r" t="t"/>
              <a:pathLst>
                <a:path extrusionOk="0" h="21600" w="21600">
                  <a:moveTo>
                    <a:pt x="19543" y="5143"/>
                  </a:moveTo>
                  <a:cubicBezTo>
                    <a:pt x="20571" y="6686"/>
                    <a:pt x="21086" y="8229"/>
                    <a:pt x="21600" y="10286"/>
                  </a:cubicBezTo>
                  <a:cubicBezTo>
                    <a:pt x="21600" y="12857"/>
                    <a:pt x="21086" y="14400"/>
                    <a:pt x="20057" y="15943"/>
                  </a:cubicBezTo>
                  <a:cubicBezTo>
                    <a:pt x="19029" y="18000"/>
                    <a:pt x="18000" y="19029"/>
                    <a:pt x="16457" y="20057"/>
                  </a:cubicBezTo>
                  <a:cubicBezTo>
                    <a:pt x="14914" y="21086"/>
                    <a:pt x="12857" y="21600"/>
                    <a:pt x="11314" y="21600"/>
                  </a:cubicBezTo>
                  <a:cubicBezTo>
                    <a:pt x="9257" y="21600"/>
                    <a:pt x="7200" y="21086"/>
                    <a:pt x="5657" y="20057"/>
                  </a:cubicBezTo>
                  <a:cubicBezTo>
                    <a:pt x="4114" y="19543"/>
                    <a:pt x="2571" y="18000"/>
                    <a:pt x="1543" y="16457"/>
                  </a:cubicBezTo>
                  <a:cubicBezTo>
                    <a:pt x="514" y="14914"/>
                    <a:pt x="0" y="13371"/>
                    <a:pt x="0" y="11314"/>
                  </a:cubicBezTo>
                  <a:cubicBezTo>
                    <a:pt x="0" y="9257"/>
                    <a:pt x="0" y="7714"/>
                    <a:pt x="1029" y="5657"/>
                  </a:cubicBezTo>
                  <a:cubicBezTo>
                    <a:pt x="2057" y="4114"/>
                    <a:pt x="2571" y="2571"/>
                    <a:pt x="4629" y="1543"/>
                  </a:cubicBezTo>
                  <a:cubicBezTo>
                    <a:pt x="6171" y="514"/>
                    <a:pt x="8229" y="0"/>
                    <a:pt x="10286" y="0"/>
                  </a:cubicBezTo>
                  <a:cubicBezTo>
                    <a:pt x="12343" y="0"/>
                    <a:pt x="13886" y="514"/>
                    <a:pt x="15429" y="1029"/>
                  </a:cubicBezTo>
                  <a:cubicBezTo>
                    <a:pt x="17486" y="2057"/>
                    <a:pt x="18514" y="3086"/>
                    <a:pt x="19543" y="5143"/>
                  </a:cubicBezTo>
                </a:path>
              </a:pathLst>
            </a:custGeom>
            <a:solidFill>
              <a:srgbClr val="545454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2673" name="Google Shape;2673;p292"/>
            <p:cNvSpPr/>
            <p:nvPr/>
          </p:nvSpPr>
          <p:spPr>
            <a:xfrm>
              <a:off x="1266470" y="3573105"/>
              <a:ext cx="166793" cy="166691"/>
            </a:xfrm>
            <a:custGeom>
              <a:rect b="b" l="l" r="r" t="t"/>
              <a:pathLst>
                <a:path extrusionOk="0" h="21316" w="21329">
                  <a:moveTo>
                    <a:pt x="18219" y="3122"/>
                  </a:moveTo>
                  <a:cubicBezTo>
                    <a:pt x="19595" y="4495"/>
                    <a:pt x="20442" y="5974"/>
                    <a:pt x="20972" y="7875"/>
                  </a:cubicBezTo>
                  <a:cubicBezTo>
                    <a:pt x="21448" y="9777"/>
                    <a:pt x="21448" y="11467"/>
                    <a:pt x="20972" y="13368"/>
                  </a:cubicBezTo>
                  <a:cubicBezTo>
                    <a:pt x="20442" y="15269"/>
                    <a:pt x="19595" y="16801"/>
                    <a:pt x="18219" y="18174"/>
                  </a:cubicBezTo>
                  <a:cubicBezTo>
                    <a:pt x="16842" y="19600"/>
                    <a:pt x="15360" y="20445"/>
                    <a:pt x="13454" y="20920"/>
                  </a:cubicBezTo>
                  <a:cubicBezTo>
                    <a:pt x="11548" y="21448"/>
                    <a:pt x="9801" y="21448"/>
                    <a:pt x="7948" y="20920"/>
                  </a:cubicBezTo>
                  <a:cubicBezTo>
                    <a:pt x="6042" y="20445"/>
                    <a:pt x="4507" y="19547"/>
                    <a:pt x="3130" y="18121"/>
                  </a:cubicBezTo>
                  <a:cubicBezTo>
                    <a:pt x="1701" y="16748"/>
                    <a:pt x="854" y="15269"/>
                    <a:pt x="377" y="13368"/>
                  </a:cubicBezTo>
                  <a:cubicBezTo>
                    <a:pt x="-152" y="11467"/>
                    <a:pt x="-99" y="9777"/>
                    <a:pt x="377" y="7875"/>
                  </a:cubicBezTo>
                  <a:cubicBezTo>
                    <a:pt x="907" y="5974"/>
                    <a:pt x="1701" y="4548"/>
                    <a:pt x="3130" y="3122"/>
                  </a:cubicBezTo>
                  <a:cubicBezTo>
                    <a:pt x="4507" y="1749"/>
                    <a:pt x="6042" y="904"/>
                    <a:pt x="7948" y="376"/>
                  </a:cubicBezTo>
                  <a:cubicBezTo>
                    <a:pt x="9801" y="-99"/>
                    <a:pt x="11548" y="-152"/>
                    <a:pt x="13454" y="376"/>
                  </a:cubicBezTo>
                  <a:cubicBezTo>
                    <a:pt x="15360" y="851"/>
                    <a:pt x="16842" y="1696"/>
                    <a:pt x="18219" y="3122"/>
                  </a:cubicBezTo>
                </a:path>
              </a:pathLst>
            </a:custGeom>
            <a:solidFill>
              <a:srgbClr val="EAEAEA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2674" name="Google Shape;2674;p292"/>
            <p:cNvSpPr/>
            <p:nvPr/>
          </p:nvSpPr>
          <p:spPr>
            <a:xfrm>
              <a:off x="1265282" y="3573741"/>
              <a:ext cx="79704" cy="86994"/>
            </a:xfrm>
            <a:custGeom>
              <a:rect b="b" l="l" r="r" t="t"/>
              <a:pathLst>
                <a:path extrusionOk="0" h="21600" w="21600">
                  <a:moveTo>
                    <a:pt x="6107" y="6408"/>
                  </a:moveTo>
                  <a:cubicBezTo>
                    <a:pt x="1696" y="10542"/>
                    <a:pt x="0" y="15089"/>
                    <a:pt x="0" y="21600"/>
                  </a:cubicBezTo>
                  <a:lnTo>
                    <a:pt x="21600" y="21600"/>
                  </a:lnTo>
                  <a:lnTo>
                    <a:pt x="21600" y="0"/>
                  </a:lnTo>
                  <a:cubicBezTo>
                    <a:pt x="16850" y="0"/>
                    <a:pt x="10404" y="2377"/>
                    <a:pt x="6107" y="6408"/>
                  </a:cubicBezTo>
                </a:path>
              </a:pathLst>
            </a:custGeom>
            <a:solidFill>
              <a:srgbClr val="9E9E9E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2675" name="Google Shape;2675;p292"/>
            <p:cNvSpPr/>
            <p:nvPr/>
          </p:nvSpPr>
          <p:spPr>
            <a:xfrm>
              <a:off x="1279846" y="3573058"/>
              <a:ext cx="116100" cy="84034"/>
            </a:xfrm>
            <a:custGeom>
              <a:rect b="b" l="l" r="r" t="t"/>
              <a:pathLst>
                <a:path extrusionOk="0" h="20865" w="21600">
                  <a:moveTo>
                    <a:pt x="10034" y="396"/>
                  </a:moveTo>
                  <a:cubicBezTo>
                    <a:pt x="5821" y="1425"/>
                    <a:pt x="2298" y="4716"/>
                    <a:pt x="0" y="9036"/>
                  </a:cubicBezTo>
                  <a:lnTo>
                    <a:pt x="12715" y="20865"/>
                  </a:lnTo>
                  <a:lnTo>
                    <a:pt x="21600" y="3791"/>
                  </a:lnTo>
                  <a:cubicBezTo>
                    <a:pt x="18383" y="602"/>
                    <a:pt x="14170" y="-735"/>
                    <a:pt x="10034" y="396"/>
                  </a:cubicBezTo>
                </a:path>
              </a:pathLst>
            </a:custGeom>
            <a:solidFill>
              <a:srgbClr val="B5B5B5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2676" name="Google Shape;2676;p292"/>
            <p:cNvSpPr/>
            <p:nvPr/>
          </p:nvSpPr>
          <p:spPr>
            <a:xfrm>
              <a:off x="1310796" y="3573238"/>
              <a:ext cx="112482" cy="83857"/>
            </a:xfrm>
            <a:custGeom>
              <a:rect b="b" l="l" r="r" t="t"/>
              <a:pathLst>
                <a:path extrusionOk="0" h="20821" w="21600">
                  <a:moveTo>
                    <a:pt x="12105" y="970"/>
                  </a:moveTo>
                  <a:cubicBezTo>
                    <a:pt x="7991" y="-779"/>
                    <a:pt x="3640" y="-59"/>
                    <a:pt x="0" y="2307"/>
                  </a:cubicBezTo>
                  <a:lnTo>
                    <a:pt x="7279" y="20821"/>
                  </a:lnTo>
                  <a:lnTo>
                    <a:pt x="21600" y="11358"/>
                  </a:lnTo>
                  <a:cubicBezTo>
                    <a:pt x="19622" y="6318"/>
                    <a:pt x="16299" y="2718"/>
                    <a:pt x="12105" y="970"/>
                  </a:cubicBezTo>
                </a:path>
              </a:pathLst>
            </a:custGeom>
            <a:solidFill>
              <a:srgbClr val="D3D3D3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2677" name="Google Shape;2677;p292"/>
            <p:cNvSpPr/>
            <p:nvPr/>
          </p:nvSpPr>
          <p:spPr>
            <a:xfrm>
              <a:off x="1352668" y="3653845"/>
              <a:ext cx="79704" cy="86994"/>
            </a:xfrm>
            <a:custGeom>
              <a:rect b="b" l="l" r="r" t="t"/>
              <a:pathLst>
                <a:path extrusionOk="0" h="21600" w="21600">
                  <a:moveTo>
                    <a:pt x="15380" y="15089"/>
                  </a:moveTo>
                  <a:cubicBezTo>
                    <a:pt x="19904" y="11058"/>
                    <a:pt x="21600" y="6408"/>
                    <a:pt x="21600" y="0"/>
                  </a:cubicBezTo>
                  <a:lnTo>
                    <a:pt x="0" y="0"/>
                  </a:lnTo>
                  <a:lnTo>
                    <a:pt x="0" y="21600"/>
                  </a:lnTo>
                  <a:cubicBezTo>
                    <a:pt x="4750" y="21600"/>
                    <a:pt x="11083" y="19223"/>
                    <a:pt x="15380" y="15089"/>
                  </a:cubicBezTo>
                </a:path>
              </a:pathLst>
            </a:custGeom>
            <a:solidFill>
              <a:srgbClr val="9E9E9E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2678" name="Google Shape;2678;p292"/>
            <p:cNvSpPr/>
            <p:nvPr/>
          </p:nvSpPr>
          <p:spPr>
            <a:xfrm>
              <a:off x="1301693" y="3657486"/>
              <a:ext cx="116100" cy="82627"/>
            </a:xfrm>
            <a:custGeom>
              <a:rect b="b" l="l" r="r" t="t"/>
              <a:pathLst>
                <a:path extrusionOk="0" h="20958" w="21600">
                  <a:moveTo>
                    <a:pt x="11607" y="20665"/>
                  </a:moveTo>
                  <a:cubicBezTo>
                    <a:pt x="15758" y="19627"/>
                    <a:pt x="19371" y="16304"/>
                    <a:pt x="21600" y="11942"/>
                  </a:cubicBezTo>
                  <a:lnTo>
                    <a:pt x="8840" y="0"/>
                  </a:lnTo>
                  <a:lnTo>
                    <a:pt x="0" y="17238"/>
                  </a:lnTo>
                  <a:cubicBezTo>
                    <a:pt x="3228" y="20250"/>
                    <a:pt x="7379" y="21600"/>
                    <a:pt x="11607" y="20665"/>
                  </a:cubicBezTo>
                </a:path>
              </a:pathLst>
            </a:custGeom>
            <a:solidFill>
              <a:srgbClr val="B5B5B5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2679" name="Google Shape;2679;p292"/>
            <p:cNvSpPr/>
            <p:nvPr/>
          </p:nvSpPr>
          <p:spPr>
            <a:xfrm>
              <a:off x="1274385" y="3657486"/>
              <a:ext cx="112482" cy="83857"/>
            </a:xfrm>
            <a:custGeom>
              <a:rect b="b" l="l" r="r" t="t"/>
              <a:pathLst>
                <a:path extrusionOk="0" h="20821" w="21600">
                  <a:moveTo>
                    <a:pt x="9450" y="19851"/>
                  </a:moveTo>
                  <a:cubicBezTo>
                    <a:pt x="13659" y="21600"/>
                    <a:pt x="17947" y="20880"/>
                    <a:pt x="21600" y="18514"/>
                  </a:cubicBezTo>
                  <a:lnTo>
                    <a:pt x="14294" y="0"/>
                  </a:lnTo>
                  <a:lnTo>
                    <a:pt x="0" y="9463"/>
                  </a:lnTo>
                  <a:cubicBezTo>
                    <a:pt x="1985" y="14194"/>
                    <a:pt x="5321" y="17897"/>
                    <a:pt x="9450" y="19851"/>
                  </a:cubicBezTo>
                </a:path>
              </a:pathLst>
            </a:custGeom>
            <a:solidFill>
              <a:srgbClr val="D3D3D3">
                <a:alpha val="49020"/>
              </a:srgbClr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  <p:sp>
          <p:nvSpPr>
            <p:cNvPr id="2680" name="Google Shape;2680;p292"/>
            <p:cNvSpPr/>
            <p:nvPr/>
          </p:nvSpPr>
          <p:spPr>
            <a:xfrm>
              <a:off x="1275313" y="3583666"/>
              <a:ext cx="147127" cy="146976"/>
            </a:xfrm>
            <a:custGeom>
              <a:rect b="b" l="l" r="r" t="t"/>
              <a:pathLst>
                <a:path extrusionOk="0" h="21324" w="21346">
                  <a:moveTo>
                    <a:pt x="18234" y="3103"/>
                  </a:moveTo>
                  <a:cubicBezTo>
                    <a:pt x="19610" y="4535"/>
                    <a:pt x="20448" y="6027"/>
                    <a:pt x="20986" y="7877"/>
                  </a:cubicBezTo>
                  <a:cubicBezTo>
                    <a:pt x="21465" y="9786"/>
                    <a:pt x="21465" y="11576"/>
                    <a:pt x="20986" y="13426"/>
                  </a:cubicBezTo>
                  <a:cubicBezTo>
                    <a:pt x="20448" y="15335"/>
                    <a:pt x="19610" y="16827"/>
                    <a:pt x="18234" y="18199"/>
                  </a:cubicBezTo>
                  <a:cubicBezTo>
                    <a:pt x="16858" y="19631"/>
                    <a:pt x="15302" y="20467"/>
                    <a:pt x="13447" y="20944"/>
                  </a:cubicBezTo>
                  <a:cubicBezTo>
                    <a:pt x="11533" y="21481"/>
                    <a:pt x="9857" y="21421"/>
                    <a:pt x="7943" y="20944"/>
                  </a:cubicBezTo>
                  <a:cubicBezTo>
                    <a:pt x="6028" y="20407"/>
                    <a:pt x="4532" y="19631"/>
                    <a:pt x="3156" y="18199"/>
                  </a:cubicBezTo>
                  <a:cubicBezTo>
                    <a:pt x="1780" y="16827"/>
                    <a:pt x="882" y="15275"/>
                    <a:pt x="404" y="13426"/>
                  </a:cubicBezTo>
                  <a:cubicBezTo>
                    <a:pt x="-135" y="11516"/>
                    <a:pt x="-135" y="9786"/>
                    <a:pt x="404" y="7877"/>
                  </a:cubicBezTo>
                  <a:cubicBezTo>
                    <a:pt x="882" y="6027"/>
                    <a:pt x="1780" y="4535"/>
                    <a:pt x="3156" y="3103"/>
                  </a:cubicBezTo>
                  <a:cubicBezTo>
                    <a:pt x="4532" y="1731"/>
                    <a:pt x="6028" y="895"/>
                    <a:pt x="7943" y="358"/>
                  </a:cubicBezTo>
                  <a:cubicBezTo>
                    <a:pt x="9857" y="-119"/>
                    <a:pt x="11592" y="-119"/>
                    <a:pt x="13447" y="358"/>
                  </a:cubicBezTo>
                  <a:cubicBezTo>
                    <a:pt x="15362" y="895"/>
                    <a:pt x="16858" y="1731"/>
                    <a:pt x="18234" y="3103"/>
                  </a:cubicBezTo>
                </a:path>
              </a:pathLst>
            </a:custGeom>
            <a:solidFill>
              <a:srgbClr val="080808"/>
            </a:solidFill>
            <a:ln>
              <a:noFill/>
            </a:ln>
          </p:spPr>
          <p:txBody>
            <a:bodyPr anchorCtr="0" anchor="ctr" bIns="17150" lIns="17150" spcFirstLastPara="1" rIns="17150" wrap="square" tIns="1715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B0C11"/>
                </a:solidFill>
                <a:latin typeface="Carme"/>
                <a:ea typeface="Carme"/>
                <a:cs typeface="Carme"/>
                <a:sym typeface="Carme"/>
              </a:endParaRPr>
            </a:p>
          </p:txBody>
        </p:sp>
      </p:grpSp>
      <p:sp>
        <p:nvSpPr>
          <p:cNvPr id="2681" name="Google Shape;2681;p292"/>
          <p:cNvSpPr/>
          <p:nvPr/>
        </p:nvSpPr>
        <p:spPr>
          <a:xfrm>
            <a:off x="4353325" y="1195225"/>
            <a:ext cx="3759000" cy="2854800"/>
          </a:xfrm>
          <a:prstGeom prst="rect">
            <a:avLst/>
          </a:prstGeom>
          <a:solidFill>
            <a:srgbClr val="30496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2" name="Google Shape;2682;p292"/>
          <p:cNvSpPr/>
          <p:nvPr>
            <p:ph idx="3" type="pic"/>
          </p:nvPr>
        </p:nvSpPr>
        <p:spPr>
          <a:xfrm>
            <a:off x="4353325" y="1193850"/>
            <a:ext cx="3759000" cy="2854800"/>
          </a:xfrm>
          <a:prstGeom prst="rect">
            <a:avLst/>
          </a:prstGeom>
          <a:noFill/>
          <a:ln>
            <a:noFill/>
          </a:ln>
        </p:spPr>
      </p:sp>
      <p:pic>
        <p:nvPicPr>
          <p:cNvPr id="2683" name="Google Shape;2683;p2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20239" y="2251528"/>
            <a:ext cx="764776" cy="764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4" name="Google Shape;2684;p2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1.1">
  <p:cSld name="CUSTOM_13_2_1_1_2">
    <p:spTree>
      <p:nvGrpSpPr>
        <p:cNvPr id="2685" name="Shape 2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6" name="Google Shape;2686;p293"/>
          <p:cNvSpPr txBox="1"/>
          <p:nvPr>
            <p:ph type="ctrTitle"/>
          </p:nvPr>
        </p:nvSpPr>
        <p:spPr>
          <a:xfrm>
            <a:off x="432650" y="598650"/>
            <a:ext cx="3630600" cy="78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687" name="Google Shape;2687;p293"/>
          <p:cNvSpPr txBox="1"/>
          <p:nvPr>
            <p:ph idx="2" type="ctrTitle"/>
          </p:nvPr>
        </p:nvSpPr>
        <p:spPr>
          <a:xfrm>
            <a:off x="432650" y="24013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grpSp>
        <p:nvGrpSpPr>
          <p:cNvPr id="2688" name="Google Shape;2688;p293"/>
          <p:cNvGrpSpPr/>
          <p:nvPr/>
        </p:nvGrpSpPr>
        <p:grpSpPr>
          <a:xfrm>
            <a:off x="4749675" y="598652"/>
            <a:ext cx="1163350" cy="415500"/>
            <a:chOff x="4749675" y="773950"/>
            <a:chExt cx="1163350" cy="415500"/>
          </a:xfrm>
        </p:grpSpPr>
        <p:sp>
          <p:nvSpPr>
            <p:cNvPr id="2689" name="Google Shape;2689;p293"/>
            <p:cNvSpPr/>
            <p:nvPr/>
          </p:nvSpPr>
          <p:spPr>
            <a:xfrm>
              <a:off x="4749925" y="773950"/>
              <a:ext cx="11631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2690" name="Google Shape;2690;p293"/>
            <p:cNvSpPr txBox="1"/>
            <p:nvPr/>
          </p:nvSpPr>
          <p:spPr>
            <a:xfrm>
              <a:off x="4749675" y="877750"/>
              <a:ext cx="116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2010</a:t>
              </a:r>
              <a:endParaRPr b="0" i="0" sz="12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grpSp>
        <p:nvGrpSpPr>
          <p:cNvPr id="2691" name="Google Shape;2691;p293"/>
          <p:cNvGrpSpPr/>
          <p:nvPr/>
        </p:nvGrpSpPr>
        <p:grpSpPr>
          <a:xfrm>
            <a:off x="4749675" y="2149602"/>
            <a:ext cx="1163350" cy="415500"/>
            <a:chOff x="4749675" y="773950"/>
            <a:chExt cx="1163350" cy="415500"/>
          </a:xfrm>
        </p:grpSpPr>
        <p:sp>
          <p:nvSpPr>
            <p:cNvPr id="2692" name="Google Shape;2692;p293"/>
            <p:cNvSpPr/>
            <p:nvPr/>
          </p:nvSpPr>
          <p:spPr>
            <a:xfrm>
              <a:off x="4749925" y="773950"/>
              <a:ext cx="11631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2693" name="Google Shape;2693;p293"/>
            <p:cNvSpPr txBox="1"/>
            <p:nvPr/>
          </p:nvSpPr>
          <p:spPr>
            <a:xfrm>
              <a:off x="4749675" y="877750"/>
              <a:ext cx="116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2011</a:t>
              </a:r>
              <a:endParaRPr b="0" i="0" sz="12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grpSp>
        <p:nvGrpSpPr>
          <p:cNvPr id="2694" name="Google Shape;2694;p293"/>
          <p:cNvGrpSpPr/>
          <p:nvPr/>
        </p:nvGrpSpPr>
        <p:grpSpPr>
          <a:xfrm>
            <a:off x="4749675" y="3741577"/>
            <a:ext cx="1163350" cy="415500"/>
            <a:chOff x="4749675" y="773950"/>
            <a:chExt cx="1163350" cy="415500"/>
          </a:xfrm>
        </p:grpSpPr>
        <p:sp>
          <p:nvSpPr>
            <p:cNvPr id="2695" name="Google Shape;2695;p293"/>
            <p:cNvSpPr/>
            <p:nvPr/>
          </p:nvSpPr>
          <p:spPr>
            <a:xfrm>
              <a:off x="4749925" y="773950"/>
              <a:ext cx="11631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2696" name="Google Shape;2696;p293"/>
            <p:cNvSpPr txBox="1"/>
            <p:nvPr/>
          </p:nvSpPr>
          <p:spPr>
            <a:xfrm>
              <a:off x="4749675" y="877750"/>
              <a:ext cx="116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2012</a:t>
              </a:r>
              <a:endParaRPr b="0" i="0" sz="12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cxnSp>
        <p:nvCxnSpPr>
          <p:cNvPr id="2697" name="Google Shape;2697;p293"/>
          <p:cNvCxnSpPr/>
          <p:nvPr/>
        </p:nvCxnSpPr>
        <p:spPr>
          <a:xfrm>
            <a:off x="5312025" y="1146727"/>
            <a:ext cx="0" cy="87030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8" name="Google Shape;2698;p293"/>
          <p:cNvCxnSpPr/>
          <p:nvPr/>
        </p:nvCxnSpPr>
        <p:spPr>
          <a:xfrm>
            <a:off x="5312025" y="4276952"/>
            <a:ext cx="0" cy="71190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9" name="Google Shape;2699;p293"/>
          <p:cNvCxnSpPr/>
          <p:nvPr/>
        </p:nvCxnSpPr>
        <p:spPr>
          <a:xfrm>
            <a:off x="5312025" y="2706077"/>
            <a:ext cx="0" cy="87030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0" name="Google Shape;2700;p293"/>
          <p:cNvSpPr txBox="1"/>
          <p:nvPr>
            <p:ph idx="3" type="ctrTitle"/>
          </p:nvPr>
        </p:nvSpPr>
        <p:spPr>
          <a:xfrm>
            <a:off x="6138075" y="7863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701" name="Google Shape;2701;p293"/>
          <p:cNvSpPr txBox="1"/>
          <p:nvPr>
            <p:ph idx="4" type="ctrTitle"/>
          </p:nvPr>
        </p:nvSpPr>
        <p:spPr>
          <a:xfrm>
            <a:off x="6138075" y="4856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702" name="Google Shape;2702;p293"/>
          <p:cNvSpPr txBox="1"/>
          <p:nvPr>
            <p:ph idx="5" type="ctrTitle"/>
          </p:nvPr>
        </p:nvSpPr>
        <p:spPr>
          <a:xfrm>
            <a:off x="6138075" y="23372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703" name="Google Shape;2703;p293"/>
          <p:cNvSpPr txBox="1"/>
          <p:nvPr>
            <p:ph idx="6" type="ctrTitle"/>
          </p:nvPr>
        </p:nvSpPr>
        <p:spPr>
          <a:xfrm>
            <a:off x="6138075" y="203662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704" name="Google Shape;2704;p293"/>
          <p:cNvSpPr txBox="1"/>
          <p:nvPr>
            <p:ph idx="7" type="ctrTitle"/>
          </p:nvPr>
        </p:nvSpPr>
        <p:spPr>
          <a:xfrm>
            <a:off x="6138075" y="39292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705" name="Google Shape;2705;p293"/>
          <p:cNvSpPr txBox="1"/>
          <p:nvPr>
            <p:ph idx="8" type="ctrTitle"/>
          </p:nvPr>
        </p:nvSpPr>
        <p:spPr>
          <a:xfrm>
            <a:off x="6138075" y="36286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pic>
        <p:nvPicPr>
          <p:cNvPr id="2706" name="Google Shape;2706;p2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1.2">
  <p:cSld name="CUSTOM_13_2_1_1_2_1">
    <p:spTree>
      <p:nvGrpSpPr>
        <p:cNvPr id="2707" name="Shape 2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8" name="Google Shape;2708;p294"/>
          <p:cNvSpPr txBox="1"/>
          <p:nvPr>
            <p:ph type="ctrTitle"/>
          </p:nvPr>
        </p:nvSpPr>
        <p:spPr>
          <a:xfrm>
            <a:off x="432650" y="598650"/>
            <a:ext cx="3630600" cy="78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09" name="Google Shape;2709;p294"/>
          <p:cNvSpPr txBox="1"/>
          <p:nvPr>
            <p:ph idx="2" type="ctrTitle"/>
          </p:nvPr>
        </p:nvSpPr>
        <p:spPr>
          <a:xfrm>
            <a:off x="432650" y="24013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710" name="Google Shape;2710;p294"/>
          <p:cNvSpPr txBox="1"/>
          <p:nvPr>
            <p:ph idx="3" type="ctrTitle"/>
          </p:nvPr>
        </p:nvSpPr>
        <p:spPr>
          <a:xfrm>
            <a:off x="6138075" y="112850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711" name="Google Shape;2711;p294"/>
          <p:cNvSpPr txBox="1"/>
          <p:nvPr>
            <p:ph idx="4" type="ctrTitle"/>
          </p:nvPr>
        </p:nvSpPr>
        <p:spPr>
          <a:xfrm>
            <a:off x="6138075" y="82787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712" name="Google Shape;2712;p294"/>
          <p:cNvSpPr txBox="1"/>
          <p:nvPr>
            <p:ph idx="5" type="ctrTitle"/>
          </p:nvPr>
        </p:nvSpPr>
        <p:spPr>
          <a:xfrm>
            <a:off x="6138075" y="27204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713" name="Google Shape;2713;p294"/>
          <p:cNvSpPr txBox="1"/>
          <p:nvPr>
            <p:ph idx="6" type="ctrTitle"/>
          </p:nvPr>
        </p:nvSpPr>
        <p:spPr>
          <a:xfrm>
            <a:off x="6138075" y="241986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714" name="Google Shape;2714;p294"/>
          <p:cNvSpPr txBox="1"/>
          <p:nvPr>
            <p:ph idx="7" type="ctrTitle"/>
          </p:nvPr>
        </p:nvSpPr>
        <p:spPr>
          <a:xfrm>
            <a:off x="6138075" y="427142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715" name="Google Shape;2715;p294"/>
          <p:cNvSpPr txBox="1"/>
          <p:nvPr>
            <p:ph idx="8" type="ctrTitle"/>
          </p:nvPr>
        </p:nvSpPr>
        <p:spPr>
          <a:xfrm>
            <a:off x="6138075" y="397080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grpSp>
        <p:nvGrpSpPr>
          <p:cNvPr id="2716" name="Google Shape;2716;p294"/>
          <p:cNvGrpSpPr/>
          <p:nvPr/>
        </p:nvGrpSpPr>
        <p:grpSpPr>
          <a:xfrm>
            <a:off x="4749675" y="4083777"/>
            <a:ext cx="1163350" cy="415500"/>
            <a:chOff x="4749675" y="773950"/>
            <a:chExt cx="1163350" cy="415500"/>
          </a:xfrm>
        </p:grpSpPr>
        <p:sp>
          <p:nvSpPr>
            <p:cNvPr id="2717" name="Google Shape;2717;p294"/>
            <p:cNvSpPr/>
            <p:nvPr/>
          </p:nvSpPr>
          <p:spPr>
            <a:xfrm>
              <a:off x="4749925" y="773950"/>
              <a:ext cx="11631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2718" name="Google Shape;2718;p294"/>
            <p:cNvSpPr txBox="1"/>
            <p:nvPr/>
          </p:nvSpPr>
          <p:spPr>
            <a:xfrm>
              <a:off x="4749675" y="877750"/>
              <a:ext cx="116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2015</a:t>
              </a:r>
              <a:endParaRPr b="0" i="0" sz="12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grpSp>
        <p:nvGrpSpPr>
          <p:cNvPr id="2719" name="Google Shape;2719;p294"/>
          <p:cNvGrpSpPr/>
          <p:nvPr/>
        </p:nvGrpSpPr>
        <p:grpSpPr>
          <a:xfrm>
            <a:off x="4749675" y="2532827"/>
            <a:ext cx="1163350" cy="415500"/>
            <a:chOff x="4749675" y="773950"/>
            <a:chExt cx="1163350" cy="415500"/>
          </a:xfrm>
        </p:grpSpPr>
        <p:sp>
          <p:nvSpPr>
            <p:cNvPr id="2720" name="Google Shape;2720;p294"/>
            <p:cNvSpPr/>
            <p:nvPr/>
          </p:nvSpPr>
          <p:spPr>
            <a:xfrm>
              <a:off x="4749925" y="773950"/>
              <a:ext cx="11631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2721" name="Google Shape;2721;p294"/>
            <p:cNvSpPr txBox="1"/>
            <p:nvPr/>
          </p:nvSpPr>
          <p:spPr>
            <a:xfrm>
              <a:off x="4749675" y="877750"/>
              <a:ext cx="116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2014</a:t>
              </a:r>
              <a:endParaRPr b="0" i="0" sz="12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grpSp>
        <p:nvGrpSpPr>
          <p:cNvPr id="2722" name="Google Shape;2722;p294"/>
          <p:cNvGrpSpPr/>
          <p:nvPr/>
        </p:nvGrpSpPr>
        <p:grpSpPr>
          <a:xfrm>
            <a:off x="4749675" y="940852"/>
            <a:ext cx="1163350" cy="415500"/>
            <a:chOff x="4749675" y="773950"/>
            <a:chExt cx="1163350" cy="415500"/>
          </a:xfrm>
        </p:grpSpPr>
        <p:sp>
          <p:nvSpPr>
            <p:cNvPr id="2723" name="Google Shape;2723;p294"/>
            <p:cNvSpPr/>
            <p:nvPr/>
          </p:nvSpPr>
          <p:spPr>
            <a:xfrm>
              <a:off x="4749925" y="773950"/>
              <a:ext cx="11631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2724" name="Google Shape;2724;p294"/>
            <p:cNvSpPr txBox="1"/>
            <p:nvPr/>
          </p:nvSpPr>
          <p:spPr>
            <a:xfrm>
              <a:off x="4749675" y="877750"/>
              <a:ext cx="1163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2013</a:t>
              </a:r>
              <a:endParaRPr b="0" i="0" sz="12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cxnSp>
        <p:nvCxnSpPr>
          <p:cNvPr id="2725" name="Google Shape;2725;p294"/>
          <p:cNvCxnSpPr/>
          <p:nvPr/>
        </p:nvCxnSpPr>
        <p:spPr>
          <a:xfrm rot="10800000">
            <a:off x="5350675" y="3080902"/>
            <a:ext cx="0" cy="87030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6" name="Google Shape;2726;p294"/>
          <p:cNvCxnSpPr/>
          <p:nvPr/>
        </p:nvCxnSpPr>
        <p:spPr>
          <a:xfrm rot="10800000">
            <a:off x="5350675" y="109077"/>
            <a:ext cx="0" cy="71190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7" name="Google Shape;2727;p294"/>
          <p:cNvCxnSpPr/>
          <p:nvPr/>
        </p:nvCxnSpPr>
        <p:spPr>
          <a:xfrm rot="10800000">
            <a:off x="5350675" y="1521552"/>
            <a:ext cx="0" cy="87030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28" name="Google Shape;2728;p2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 1">
  <p:cSld name="CUSTOM_13_2_1_1_2_1_2">
    <p:spTree>
      <p:nvGrpSpPr>
        <p:cNvPr id="2729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0" name="Google Shape;2730;p295"/>
          <p:cNvSpPr txBox="1"/>
          <p:nvPr>
            <p:ph type="ctrTitle"/>
          </p:nvPr>
        </p:nvSpPr>
        <p:spPr>
          <a:xfrm>
            <a:off x="432650" y="783850"/>
            <a:ext cx="2487600" cy="78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31" name="Google Shape;2731;p295"/>
          <p:cNvSpPr txBox="1"/>
          <p:nvPr>
            <p:ph idx="2" type="ctrTitle"/>
          </p:nvPr>
        </p:nvSpPr>
        <p:spPr>
          <a:xfrm>
            <a:off x="432650" y="24214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732" name="Google Shape;2732;p295"/>
          <p:cNvSpPr txBox="1"/>
          <p:nvPr>
            <p:ph idx="3" type="ctrTitle"/>
          </p:nvPr>
        </p:nvSpPr>
        <p:spPr>
          <a:xfrm>
            <a:off x="4451450" y="10507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733" name="Google Shape;2733;p295"/>
          <p:cNvSpPr txBox="1"/>
          <p:nvPr>
            <p:ph idx="4" type="ctrTitle"/>
          </p:nvPr>
        </p:nvSpPr>
        <p:spPr>
          <a:xfrm>
            <a:off x="4451450" y="7500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734" name="Google Shape;2734;p295"/>
          <p:cNvSpPr txBox="1"/>
          <p:nvPr>
            <p:ph idx="5" type="ctrTitle"/>
          </p:nvPr>
        </p:nvSpPr>
        <p:spPr>
          <a:xfrm>
            <a:off x="4451450" y="25516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735" name="Google Shape;2735;p295"/>
          <p:cNvSpPr txBox="1"/>
          <p:nvPr>
            <p:ph idx="6" type="ctrTitle"/>
          </p:nvPr>
        </p:nvSpPr>
        <p:spPr>
          <a:xfrm>
            <a:off x="4451450" y="225102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736" name="Google Shape;2736;p295"/>
          <p:cNvSpPr txBox="1"/>
          <p:nvPr>
            <p:ph idx="7" type="ctrTitle"/>
          </p:nvPr>
        </p:nvSpPr>
        <p:spPr>
          <a:xfrm>
            <a:off x="4451450" y="4052575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737" name="Google Shape;2737;p295"/>
          <p:cNvSpPr txBox="1"/>
          <p:nvPr>
            <p:ph idx="8" type="ctrTitle"/>
          </p:nvPr>
        </p:nvSpPr>
        <p:spPr>
          <a:xfrm>
            <a:off x="4451450" y="3751950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738" name="Google Shape;2738;p295"/>
          <p:cNvSpPr/>
          <p:nvPr/>
        </p:nvSpPr>
        <p:spPr>
          <a:xfrm flipH="1">
            <a:off x="3845050" y="1418700"/>
            <a:ext cx="39000" cy="37248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9" name="Google Shape;2739;p295"/>
          <p:cNvSpPr/>
          <p:nvPr/>
        </p:nvSpPr>
        <p:spPr>
          <a:xfrm>
            <a:off x="3516669" y="722921"/>
            <a:ext cx="695700" cy="695700"/>
          </a:xfrm>
          <a:prstGeom prst="roundRect">
            <a:avLst>
              <a:gd fmla="val 16667" name="adj"/>
            </a:avLst>
          </a:prstGeom>
          <a:solidFill>
            <a:srgbClr val="F46262"/>
          </a:solidFill>
          <a:ln>
            <a:noFill/>
          </a:ln>
          <a:effectLst>
            <a:outerShdw blurRad="762000" sx="97000" rotWithShape="0" algn="t" dir="5400000" dist="698500" sy="97000">
              <a:srgbClr val="000000">
                <a:alpha val="941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40" name="Google Shape;2740;p295"/>
          <p:cNvSpPr/>
          <p:nvPr/>
        </p:nvSpPr>
        <p:spPr>
          <a:xfrm>
            <a:off x="3516669" y="2194449"/>
            <a:ext cx="695700" cy="695700"/>
          </a:xfrm>
          <a:prstGeom prst="roundRect">
            <a:avLst>
              <a:gd fmla="val 16667" name="adj"/>
            </a:avLst>
          </a:prstGeom>
          <a:solidFill>
            <a:srgbClr val="F46262"/>
          </a:solidFill>
          <a:ln>
            <a:noFill/>
          </a:ln>
          <a:effectLst>
            <a:outerShdw blurRad="762000" sx="97000" rotWithShape="0" algn="t" dir="5400000" dist="698500" sy="97000">
              <a:srgbClr val="000000">
                <a:alpha val="941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41" name="Google Shape;2741;p295"/>
          <p:cNvSpPr/>
          <p:nvPr/>
        </p:nvSpPr>
        <p:spPr>
          <a:xfrm>
            <a:off x="3516669" y="3724798"/>
            <a:ext cx="695700" cy="695700"/>
          </a:xfrm>
          <a:prstGeom prst="roundRect">
            <a:avLst>
              <a:gd fmla="val 16667" name="adj"/>
            </a:avLst>
          </a:prstGeom>
          <a:solidFill>
            <a:srgbClr val="F46262"/>
          </a:solidFill>
          <a:ln>
            <a:noFill/>
          </a:ln>
          <a:effectLst>
            <a:outerShdw blurRad="762000" sx="97000" rotWithShape="0" algn="t" dir="5400000" dist="698500" sy="97000">
              <a:srgbClr val="000000">
                <a:alpha val="941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742" name="Google Shape;2742;p2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07950" y="2374799"/>
            <a:ext cx="313200" cy="335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3" name="Google Shape;2743;p2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6752" y="3904890"/>
            <a:ext cx="335600" cy="33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4" name="Google Shape;2744;p2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6752" y="903002"/>
            <a:ext cx="335600" cy="33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5" name="Google Shape;2745;p295"/>
          <p:cNvSpPr txBox="1"/>
          <p:nvPr>
            <p:ph idx="9" type="ctrTitle"/>
          </p:nvPr>
        </p:nvSpPr>
        <p:spPr>
          <a:xfrm>
            <a:off x="432650" y="2080613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2746" name="Google Shape;2746;p2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 2">
  <p:cSld name="CUSTOM_13_2_1_1_2_1_2_1">
    <p:spTree>
      <p:nvGrpSpPr>
        <p:cNvPr id="2747" name="Shape 2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8" name="Google Shape;2748;p296"/>
          <p:cNvSpPr txBox="1"/>
          <p:nvPr>
            <p:ph type="ctrTitle"/>
          </p:nvPr>
        </p:nvSpPr>
        <p:spPr>
          <a:xfrm>
            <a:off x="302400" y="327575"/>
            <a:ext cx="4494900" cy="54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49" name="Google Shape;2749;p296"/>
          <p:cNvSpPr txBox="1"/>
          <p:nvPr>
            <p:ph idx="2" type="ctrTitle"/>
          </p:nvPr>
        </p:nvSpPr>
        <p:spPr>
          <a:xfrm>
            <a:off x="328350" y="1190275"/>
            <a:ext cx="19260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750" name="Google Shape;2750;p296"/>
          <p:cNvSpPr/>
          <p:nvPr/>
        </p:nvSpPr>
        <p:spPr>
          <a:xfrm>
            <a:off x="302400" y="1615663"/>
            <a:ext cx="1926000" cy="283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  <a:effectLst>
            <a:outerShdw blurRad="314325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1" name="Google Shape;2751;p296"/>
          <p:cNvSpPr/>
          <p:nvPr/>
        </p:nvSpPr>
        <p:spPr>
          <a:xfrm>
            <a:off x="315275" y="1607965"/>
            <a:ext cx="1926000" cy="53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2" name="Google Shape;2752;p296"/>
          <p:cNvSpPr/>
          <p:nvPr/>
        </p:nvSpPr>
        <p:spPr>
          <a:xfrm>
            <a:off x="2518640" y="1615651"/>
            <a:ext cx="1926000" cy="283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  <a:effectLst>
            <a:outerShdw blurRad="314325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3" name="Google Shape;2753;p296"/>
          <p:cNvSpPr/>
          <p:nvPr/>
        </p:nvSpPr>
        <p:spPr>
          <a:xfrm>
            <a:off x="2518652" y="1607977"/>
            <a:ext cx="1926000" cy="53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4" name="Google Shape;2754;p296"/>
          <p:cNvSpPr/>
          <p:nvPr/>
        </p:nvSpPr>
        <p:spPr>
          <a:xfrm>
            <a:off x="6902725" y="1615649"/>
            <a:ext cx="1926000" cy="283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  <a:effectLst>
            <a:outerShdw blurRad="314325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5" name="Google Shape;2755;p296"/>
          <p:cNvSpPr/>
          <p:nvPr/>
        </p:nvSpPr>
        <p:spPr>
          <a:xfrm>
            <a:off x="6915595" y="1607965"/>
            <a:ext cx="1926000" cy="53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6" name="Google Shape;2756;p296"/>
          <p:cNvSpPr/>
          <p:nvPr/>
        </p:nvSpPr>
        <p:spPr>
          <a:xfrm>
            <a:off x="4709044" y="1615663"/>
            <a:ext cx="1926000" cy="283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  <a:effectLst>
            <a:outerShdw blurRad="314325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7" name="Google Shape;2757;p296"/>
          <p:cNvSpPr/>
          <p:nvPr/>
        </p:nvSpPr>
        <p:spPr>
          <a:xfrm>
            <a:off x="4722017" y="1607965"/>
            <a:ext cx="1926000" cy="531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8" name="Google Shape;2758;p296"/>
          <p:cNvSpPr txBox="1"/>
          <p:nvPr>
            <p:ph idx="3" type="ctrTitle"/>
          </p:nvPr>
        </p:nvSpPr>
        <p:spPr>
          <a:xfrm>
            <a:off x="397825" y="1776625"/>
            <a:ext cx="16512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759" name="Google Shape;2759;p296"/>
          <p:cNvSpPr txBox="1"/>
          <p:nvPr>
            <p:ph idx="4" type="ctrTitle"/>
          </p:nvPr>
        </p:nvSpPr>
        <p:spPr>
          <a:xfrm>
            <a:off x="2656050" y="1776625"/>
            <a:ext cx="16512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760" name="Google Shape;2760;p296"/>
          <p:cNvSpPr txBox="1"/>
          <p:nvPr>
            <p:ph idx="5" type="ctrTitle"/>
          </p:nvPr>
        </p:nvSpPr>
        <p:spPr>
          <a:xfrm>
            <a:off x="4859425" y="1776625"/>
            <a:ext cx="16512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761" name="Google Shape;2761;p296"/>
          <p:cNvSpPr txBox="1"/>
          <p:nvPr>
            <p:ph idx="6" type="ctrTitle"/>
          </p:nvPr>
        </p:nvSpPr>
        <p:spPr>
          <a:xfrm>
            <a:off x="7036850" y="1776625"/>
            <a:ext cx="16512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762" name="Google Shape;2762;p296"/>
          <p:cNvSpPr txBox="1"/>
          <p:nvPr>
            <p:ph idx="7" type="ctrTitle"/>
          </p:nvPr>
        </p:nvSpPr>
        <p:spPr>
          <a:xfrm>
            <a:off x="2518650" y="1190275"/>
            <a:ext cx="19260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763" name="Google Shape;2763;p296"/>
          <p:cNvSpPr txBox="1"/>
          <p:nvPr>
            <p:ph idx="8" type="ctrTitle"/>
          </p:nvPr>
        </p:nvSpPr>
        <p:spPr>
          <a:xfrm>
            <a:off x="4722025" y="1190275"/>
            <a:ext cx="19260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764" name="Google Shape;2764;p296"/>
          <p:cNvSpPr txBox="1"/>
          <p:nvPr>
            <p:ph idx="9" type="ctrTitle"/>
          </p:nvPr>
        </p:nvSpPr>
        <p:spPr>
          <a:xfrm>
            <a:off x="6899450" y="1190275"/>
            <a:ext cx="19260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pic>
        <p:nvPicPr>
          <p:cNvPr id="2765" name="Google Shape;2765;p29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2">
  <p:cSld name="CUSTOM_13_2_1_1_2_1_1">
    <p:spTree>
      <p:nvGrpSpPr>
        <p:cNvPr id="2766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p297"/>
          <p:cNvSpPr txBox="1"/>
          <p:nvPr>
            <p:ph type="ctrTitle"/>
          </p:nvPr>
        </p:nvSpPr>
        <p:spPr>
          <a:xfrm>
            <a:off x="432650" y="598650"/>
            <a:ext cx="3630600" cy="78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 ExtraBold"/>
              <a:buNone/>
              <a:defRPr sz="2400"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68" name="Google Shape;2768;p297"/>
          <p:cNvSpPr txBox="1"/>
          <p:nvPr>
            <p:ph idx="2" type="ctrTitle"/>
          </p:nvPr>
        </p:nvSpPr>
        <p:spPr>
          <a:xfrm>
            <a:off x="432650" y="14692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769" name="Google Shape;2769;p297"/>
          <p:cNvSpPr txBox="1"/>
          <p:nvPr>
            <p:ph idx="3" type="ctrTitle"/>
          </p:nvPr>
        </p:nvSpPr>
        <p:spPr>
          <a:xfrm>
            <a:off x="432650" y="2612563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770" name="Google Shape;2770;p297"/>
          <p:cNvSpPr txBox="1"/>
          <p:nvPr>
            <p:ph idx="4" type="ctrTitle"/>
          </p:nvPr>
        </p:nvSpPr>
        <p:spPr>
          <a:xfrm>
            <a:off x="432650" y="2221338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grpSp>
        <p:nvGrpSpPr>
          <p:cNvPr id="2771" name="Google Shape;2771;p297"/>
          <p:cNvGrpSpPr/>
          <p:nvPr/>
        </p:nvGrpSpPr>
        <p:grpSpPr>
          <a:xfrm>
            <a:off x="458692" y="3156850"/>
            <a:ext cx="875888" cy="415500"/>
            <a:chOff x="699342" y="3156850"/>
            <a:chExt cx="875888" cy="415500"/>
          </a:xfrm>
        </p:grpSpPr>
        <p:sp>
          <p:nvSpPr>
            <p:cNvPr id="2772" name="Google Shape;2772;p297"/>
            <p:cNvSpPr/>
            <p:nvPr/>
          </p:nvSpPr>
          <p:spPr>
            <a:xfrm>
              <a:off x="699530" y="3156850"/>
              <a:ext cx="8757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2773" name="Google Shape;2773;p297"/>
            <p:cNvSpPr txBox="1"/>
            <p:nvPr/>
          </p:nvSpPr>
          <p:spPr>
            <a:xfrm>
              <a:off x="699342" y="3260650"/>
              <a:ext cx="8757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2010</a:t>
              </a:r>
              <a:endParaRPr sz="1200"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cxnSp>
        <p:nvCxnSpPr>
          <p:cNvPr id="2774" name="Google Shape;2774;p297"/>
          <p:cNvCxnSpPr>
            <a:stCxn id="2775" idx="1"/>
          </p:cNvCxnSpPr>
          <p:nvPr/>
        </p:nvCxnSpPr>
        <p:spPr>
          <a:xfrm rot="10800000">
            <a:off x="1335492" y="3364600"/>
            <a:ext cx="681300" cy="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776" name="Google Shape;2776;p297"/>
          <p:cNvGrpSpPr/>
          <p:nvPr/>
        </p:nvGrpSpPr>
        <p:grpSpPr>
          <a:xfrm>
            <a:off x="2016792" y="3156850"/>
            <a:ext cx="875888" cy="415500"/>
            <a:chOff x="699342" y="3156850"/>
            <a:chExt cx="875888" cy="415500"/>
          </a:xfrm>
        </p:grpSpPr>
        <p:sp>
          <p:nvSpPr>
            <p:cNvPr id="2777" name="Google Shape;2777;p297"/>
            <p:cNvSpPr/>
            <p:nvPr/>
          </p:nvSpPr>
          <p:spPr>
            <a:xfrm>
              <a:off x="699530" y="3156850"/>
              <a:ext cx="8757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2775" name="Google Shape;2775;p297"/>
            <p:cNvSpPr txBox="1"/>
            <p:nvPr/>
          </p:nvSpPr>
          <p:spPr>
            <a:xfrm>
              <a:off x="699342" y="3260650"/>
              <a:ext cx="8757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2011</a:t>
              </a:r>
              <a:endParaRPr sz="1200"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cxnSp>
        <p:nvCxnSpPr>
          <p:cNvPr id="2778" name="Google Shape;2778;p297"/>
          <p:cNvCxnSpPr>
            <a:stCxn id="2779" idx="1"/>
          </p:cNvCxnSpPr>
          <p:nvPr/>
        </p:nvCxnSpPr>
        <p:spPr>
          <a:xfrm rot="10800000">
            <a:off x="2893592" y="3364600"/>
            <a:ext cx="681300" cy="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780" name="Google Shape;2780;p297"/>
          <p:cNvGrpSpPr/>
          <p:nvPr/>
        </p:nvGrpSpPr>
        <p:grpSpPr>
          <a:xfrm>
            <a:off x="3574892" y="3156850"/>
            <a:ext cx="875888" cy="415500"/>
            <a:chOff x="699342" y="3156850"/>
            <a:chExt cx="875888" cy="415500"/>
          </a:xfrm>
        </p:grpSpPr>
        <p:sp>
          <p:nvSpPr>
            <p:cNvPr id="2781" name="Google Shape;2781;p297"/>
            <p:cNvSpPr/>
            <p:nvPr/>
          </p:nvSpPr>
          <p:spPr>
            <a:xfrm>
              <a:off x="699530" y="3156850"/>
              <a:ext cx="8757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2779" name="Google Shape;2779;p297"/>
            <p:cNvSpPr txBox="1"/>
            <p:nvPr/>
          </p:nvSpPr>
          <p:spPr>
            <a:xfrm>
              <a:off x="699342" y="3260650"/>
              <a:ext cx="8757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2012</a:t>
              </a:r>
              <a:endParaRPr sz="1200"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cxnSp>
        <p:nvCxnSpPr>
          <p:cNvPr id="2782" name="Google Shape;2782;p297"/>
          <p:cNvCxnSpPr>
            <a:stCxn id="2783" idx="1"/>
          </p:cNvCxnSpPr>
          <p:nvPr/>
        </p:nvCxnSpPr>
        <p:spPr>
          <a:xfrm rot="10800000">
            <a:off x="4439642" y="3364600"/>
            <a:ext cx="681300" cy="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784" name="Google Shape;2784;p297"/>
          <p:cNvGrpSpPr/>
          <p:nvPr/>
        </p:nvGrpSpPr>
        <p:grpSpPr>
          <a:xfrm>
            <a:off x="5120942" y="3156850"/>
            <a:ext cx="875888" cy="415500"/>
            <a:chOff x="699342" y="3156850"/>
            <a:chExt cx="875888" cy="415500"/>
          </a:xfrm>
        </p:grpSpPr>
        <p:sp>
          <p:nvSpPr>
            <p:cNvPr id="2785" name="Google Shape;2785;p297"/>
            <p:cNvSpPr/>
            <p:nvPr/>
          </p:nvSpPr>
          <p:spPr>
            <a:xfrm>
              <a:off x="699530" y="3156850"/>
              <a:ext cx="8757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2783" name="Google Shape;2783;p297"/>
            <p:cNvSpPr txBox="1"/>
            <p:nvPr/>
          </p:nvSpPr>
          <p:spPr>
            <a:xfrm>
              <a:off x="699342" y="3260650"/>
              <a:ext cx="8757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2013</a:t>
              </a:r>
              <a:endParaRPr sz="1200"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cxnSp>
        <p:nvCxnSpPr>
          <p:cNvPr id="2786" name="Google Shape;2786;p297"/>
          <p:cNvCxnSpPr>
            <a:stCxn id="2787" idx="1"/>
          </p:cNvCxnSpPr>
          <p:nvPr/>
        </p:nvCxnSpPr>
        <p:spPr>
          <a:xfrm rot="10800000">
            <a:off x="5997742" y="3364600"/>
            <a:ext cx="681300" cy="0"/>
          </a:xfrm>
          <a:prstGeom prst="straightConnector1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788" name="Google Shape;2788;p297"/>
          <p:cNvGrpSpPr/>
          <p:nvPr/>
        </p:nvGrpSpPr>
        <p:grpSpPr>
          <a:xfrm>
            <a:off x="6679042" y="3156850"/>
            <a:ext cx="875888" cy="415500"/>
            <a:chOff x="699342" y="3156850"/>
            <a:chExt cx="875888" cy="415500"/>
          </a:xfrm>
        </p:grpSpPr>
        <p:sp>
          <p:nvSpPr>
            <p:cNvPr id="2789" name="Google Shape;2789;p297"/>
            <p:cNvSpPr/>
            <p:nvPr/>
          </p:nvSpPr>
          <p:spPr>
            <a:xfrm>
              <a:off x="699530" y="3156850"/>
              <a:ext cx="875700" cy="415500"/>
            </a:xfrm>
            <a:prstGeom prst="rect">
              <a:avLst/>
            </a:prstGeom>
            <a:solidFill>
              <a:srgbClr val="F4626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2787" name="Google Shape;2787;p297"/>
            <p:cNvSpPr txBox="1"/>
            <p:nvPr/>
          </p:nvSpPr>
          <p:spPr>
            <a:xfrm>
              <a:off x="699342" y="3260650"/>
              <a:ext cx="8757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Plus Jakarta Sans Light"/>
                  <a:ea typeface="Plus Jakarta Sans Light"/>
                  <a:cs typeface="Plus Jakarta Sans Light"/>
                  <a:sym typeface="Plus Jakarta Sans Light"/>
                </a:rPr>
                <a:t>2014</a:t>
              </a:r>
              <a:endParaRPr sz="1200">
                <a:latin typeface="Plus Jakarta Sans Light"/>
                <a:ea typeface="Plus Jakarta Sans Light"/>
                <a:cs typeface="Plus Jakarta Sans Light"/>
                <a:sym typeface="Plus Jakarta Sans Light"/>
              </a:endParaRPr>
            </a:p>
          </p:txBody>
        </p:sp>
      </p:grpSp>
      <p:sp>
        <p:nvSpPr>
          <p:cNvPr id="2790" name="Google Shape;2790;p297"/>
          <p:cNvSpPr txBox="1"/>
          <p:nvPr>
            <p:ph idx="5" type="ctrTitle"/>
          </p:nvPr>
        </p:nvSpPr>
        <p:spPr>
          <a:xfrm>
            <a:off x="2016800" y="4089163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791" name="Google Shape;2791;p297"/>
          <p:cNvSpPr txBox="1"/>
          <p:nvPr>
            <p:ph idx="6" type="ctrTitle"/>
          </p:nvPr>
        </p:nvSpPr>
        <p:spPr>
          <a:xfrm>
            <a:off x="2016800" y="3697938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792" name="Google Shape;2792;p297"/>
          <p:cNvSpPr txBox="1"/>
          <p:nvPr>
            <p:ph idx="7" type="ctrTitle"/>
          </p:nvPr>
        </p:nvSpPr>
        <p:spPr>
          <a:xfrm>
            <a:off x="3574900" y="2596950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793" name="Google Shape;2793;p297"/>
          <p:cNvSpPr txBox="1"/>
          <p:nvPr>
            <p:ph idx="8" type="ctrTitle"/>
          </p:nvPr>
        </p:nvSpPr>
        <p:spPr>
          <a:xfrm>
            <a:off x="3574900" y="2205725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794" name="Google Shape;2794;p297"/>
          <p:cNvSpPr txBox="1"/>
          <p:nvPr>
            <p:ph idx="9" type="ctrTitle"/>
          </p:nvPr>
        </p:nvSpPr>
        <p:spPr>
          <a:xfrm>
            <a:off x="6679050" y="2612563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795" name="Google Shape;2795;p297"/>
          <p:cNvSpPr txBox="1"/>
          <p:nvPr>
            <p:ph idx="13" type="ctrTitle"/>
          </p:nvPr>
        </p:nvSpPr>
        <p:spPr>
          <a:xfrm>
            <a:off x="6679050" y="2221338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796" name="Google Shape;2796;p297"/>
          <p:cNvSpPr txBox="1"/>
          <p:nvPr>
            <p:ph idx="14" type="ctrTitle"/>
          </p:nvPr>
        </p:nvSpPr>
        <p:spPr>
          <a:xfrm>
            <a:off x="5120950" y="4089163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797" name="Google Shape;2797;p297"/>
          <p:cNvSpPr txBox="1"/>
          <p:nvPr>
            <p:ph idx="15" type="ctrTitle"/>
          </p:nvPr>
        </p:nvSpPr>
        <p:spPr>
          <a:xfrm>
            <a:off x="5120950" y="3697938"/>
            <a:ext cx="14214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Medium"/>
              <a:buNone/>
              <a:defRPr sz="9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pic>
        <p:nvPicPr>
          <p:cNvPr id="2798" name="Google Shape;2798;p2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CUSTOM_13_2_1_1_1">
    <p:spTree>
      <p:nvGrpSpPr>
        <p:cNvPr id="2799" name="Shape 2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0" name="Google Shape;2800;p298"/>
          <p:cNvSpPr txBox="1"/>
          <p:nvPr>
            <p:ph type="ctrTitle"/>
          </p:nvPr>
        </p:nvSpPr>
        <p:spPr>
          <a:xfrm>
            <a:off x="432650" y="599350"/>
            <a:ext cx="64740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01" name="Google Shape;2801;p298"/>
          <p:cNvSpPr txBox="1"/>
          <p:nvPr>
            <p:ph idx="2" type="ctrTitle"/>
          </p:nvPr>
        </p:nvSpPr>
        <p:spPr>
          <a:xfrm>
            <a:off x="432650" y="10958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2802" name="Google Shape;2802;p298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 rot="-5400000">
            <a:off x="6940805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3" name="Google Shape;2803;p298"/>
          <p:cNvPicPr preferRelativeResize="0"/>
          <p:nvPr/>
        </p:nvPicPr>
        <p:blipFill rotWithShape="1">
          <a:blip r:embed="rId2">
            <a:alphaModFix amt="34000"/>
          </a:blip>
          <a:srcRect b="0" l="0" r="0" t="0"/>
          <a:stretch/>
        </p:blipFill>
        <p:spPr>
          <a:xfrm rot="-5400000">
            <a:off x="7337210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4" name="Google Shape;2804;p298"/>
          <p:cNvPicPr preferRelativeResize="0"/>
          <p:nvPr/>
        </p:nvPicPr>
        <p:blipFill rotWithShape="1">
          <a:blip r:embed="rId2">
            <a:alphaModFix amt="54000"/>
          </a:blip>
          <a:srcRect b="0" l="0" r="0" t="0"/>
          <a:stretch/>
        </p:blipFill>
        <p:spPr>
          <a:xfrm rot="-5400000">
            <a:off x="7792316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5" name="Google Shape;2805;p2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8247397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6" name="Google Shape;2806;p2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le content 2">
  <p:cSld name="CUSTOM_13_2_1_1_1_1">
    <p:spTree>
      <p:nvGrpSpPr>
        <p:cNvPr id="2807" name="Shape 2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8" name="Google Shape;2808;p299"/>
          <p:cNvSpPr txBox="1"/>
          <p:nvPr>
            <p:ph type="ctrTitle"/>
          </p:nvPr>
        </p:nvSpPr>
        <p:spPr>
          <a:xfrm>
            <a:off x="432650" y="599350"/>
            <a:ext cx="64740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09" name="Google Shape;2809;p299"/>
          <p:cNvSpPr txBox="1"/>
          <p:nvPr>
            <p:ph idx="2" type="ctrTitle"/>
          </p:nvPr>
        </p:nvSpPr>
        <p:spPr>
          <a:xfrm>
            <a:off x="432650" y="158368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2810" name="Google Shape;2810;p299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 rot="-5400000">
            <a:off x="6940805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1" name="Google Shape;2811;p299"/>
          <p:cNvPicPr preferRelativeResize="0"/>
          <p:nvPr/>
        </p:nvPicPr>
        <p:blipFill rotWithShape="1">
          <a:blip r:embed="rId2">
            <a:alphaModFix amt="34000"/>
          </a:blip>
          <a:srcRect b="0" l="0" r="0" t="0"/>
          <a:stretch/>
        </p:blipFill>
        <p:spPr>
          <a:xfrm rot="-5400000">
            <a:off x="7337210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2" name="Google Shape;2812;p299"/>
          <p:cNvPicPr preferRelativeResize="0"/>
          <p:nvPr/>
        </p:nvPicPr>
        <p:blipFill rotWithShape="1">
          <a:blip r:embed="rId2">
            <a:alphaModFix amt="54000"/>
          </a:blip>
          <a:srcRect b="0" l="0" r="0" t="0"/>
          <a:stretch/>
        </p:blipFill>
        <p:spPr>
          <a:xfrm rot="-5400000">
            <a:off x="7792316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3" name="Google Shape;2813;p2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8247397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sp>
        <p:nvSpPr>
          <p:cNvPr id="2814" name="Google Shape;2814;p299"/>
          <p:cNvSpPr txBox="1"/>
          <p:nvPr>
            <p:ph idx="3" type="ctrTitle"/>
          </p:nvPr>
        </p:nvSpPr>
        <p:spPr>
          <a:xfrm>
            <a:off x="432650" y="10958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2815" name="Google Shape;2815;p2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le content 3">
  <p:cSld name="CUSTOM_13_2_1_1_1_1_1">
    <p:spTree>
      <p:nvGrpSpPr>
        <p:cNvPr id="2816" name="Shape 2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7" name="Google Shape;2817;p300"/>
          <p:cNvSpPr txBox="1"/>
          <p:nvPr>
            <p:ph type="ctrTitle"/>
          </p:nvPr>
        </p:nvSpPr>
        <p:spPr>
          <a:xfrm>
            <a:off x="432650" y="599350"/>
            <a:ext cx="64740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18" name="Google Shape;2818;p300"/>
          <p:cNvSpPr txBox="1"/>
          <p:nvPr>
            <p:ph idx="2" type="ctrTitle"/>
          </p:nvPr>
        </p:nvSpPr>
        <p:spPr>
          <a:xfrm>
            <a:off x="432650" y="1583800"/>
            <a:ext cx="36516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819" name="Google Shape;2819;p300"/>
          <p:cNvSpPr txBox="1"/>
          <p:nvPr>
            <p:ph idx="3" type="ctrTitle"/>
          </p:nvPr>
        </p:nvSpPr>
        <p:spPr>
          <a:xfrm>
            <a:off x="432650" y="10958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820" name="Google Shape;2820;p300"/>
          <p:cNvSpPr txBox="1"/>
          <p:nvPr>
            <p:ph idx="4" type="ctrTitle"/>
          </p:nvPr>
        </p:nvSpPr>
        <p:spPr>
          <a:xfrm>
            <a:off x="4515850" y="1583800"/>
            <a:ext cx="36516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2821" name="Google Shape;2821;p30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le content 4">
  <p:cSld name="CUSTOM_13_2_1_1_1_1_1_1">
    <p:spTree>
      <p:nvGrpSpPr>
        <p:cNvPr id="2822" name="Shape 2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3" name="Google Shape;2823;p301"/>
          <p:cNvSpPr txBox="1"/>
          <p:nvPr>
            <p:ph type="ctrTitle"/>
          </p:nvPr>
        </p:nvSpPr>
        <p:spPr>
          <a:xfrm>
            <a:off x="432650" y="599350"/>
            <a:ext cx="64740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24" name="Google Shape;2824;p301"/>
          <p:cNvSpPr txBox="1"/>
          <p:nvPr>
            <p:ph idx="2" type="ctrTitle"/>
          </p:nvPr>
        </p:nvSpPr>
        <p:spPr>
          <a:xfrm>
            <a:off x="432650" y="1583800"/>
            <a:ext cx="24396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825" name="Google Shape;2825;p301"/>
          <p:cNvSpPr txBox="1"/>
          <p:nvPr>
            <p:ph idx="3" type="ctrTitle"/>
          </p:nvPr>
        </p:nvSpPr>
        <p:spPr>
          <a:xfrm>
            <a:off x="432650" y="10958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826" name="Google Shape;2826;p301"/>
          <p:cNvSpPr txBox="1"/>
          <p:nvPr>
            <p:ph idx="4" type="ctrTitle"/>
          </p:nvPr>
        </p:nvSpPr>
        <p:spPr>
          <a:xfrm>
            <a:off x="3094325" y="1583800"/>
            <a:ext cx="24396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827" name="Google Shape;2827;p301"/>
          <p:cNvSpPr txBox="1"/>
          <p:nvPr>
            <p:ph idx="5" type="ctrTitle"/>
          </p:nvPr>
        </p:nvSpPr>
        <p:spPr>
          <a:xfrm>
            <a:off x="5756000" y="1583800"/>
            <a:ext cx="24396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2828" name="Google Shape;2828;p3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le content 5">
  <p:cSld name="CUSTOM_13_2_1_1_1_1_1_1_1">
    <p:spTree>
      <p:nvGrpSpPr>
        <p:cNvPr id="2829" name="Shape 2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0" name="Google Shape;2830;p302"/>
          <p:cNvSpPr txBox="1"/>
          <p:nvPr>
            <p:ph type="ctrTitle"/>
          </p:nvPr>
        </p:nvSpPr>
        <p:spPr>
          <a:xfrm>
            <a:off x="432650" y="599350"/>
            <a:ext cx="6474000" cy="49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46262"/>
              </a:buClr>
              <a:buSzPts val="2400"/>
              <a:buFont typeface="Plus Jakarta Sans ExtraBold"/>
              <a:buNone/>
              <a:defRPr sz="2400">
                <a:solidFill>
                  <a:srgbClr val="F46262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31" name="Google Shape;2831;p302"/>
          <p:cNvSpPr txBox="1"/>
          <p:nvPr>
            <p:ph idx="2" type="ctrTitle"/>
          </p:nvPr>
        </p:nvSpPr>
        <p:spPr>
          <a:xfrm>
            <a:off x="432650" y="1583800"/>
            <a:ext cx="17913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832" name="Google Shape;2832;p302"/>
          <p:cNvSpPr txBox="1"/>
          <p:nvPr>
            <p:ph idx="3" type="ctrTitle"/>
          </p:nvPr>
        </p:nvSpPr>
        <p:spPr>
          <a:xfrm>
            <a:off x="432650" y="1095838"/>
            <a:ext cx="2439600" cy="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lus Jakarta Sans"/>
              <a:buNone/>
              <a:defRPr b="1" sz="1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833" name="Google Shape;2833;p302"/>
          <p:cNvSpPr txBox="1"/>
          <p:nvPr>
            <p:ph idx="4" type="ctrTitle"/>
          </p:nvPr>
        </p:nvSpPr>
        <p:spPr>
          <a:xfrm>
            <a:off x="2506989" y="1583800"/>
            <a:ext cx="17913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834" name="Google Shape;2834;p302"/>
          <p:cNvSpPr txBox="1"/>
          <p:nvPr>
            <p:ph idx="5" type="ctrTitle"/>
          </p:nvPr>
        </p:nvSpPr>
        <p:spPr>
          <a:xfrm>
            <a:off x="4581328" y="1583800"/>
            <a:ext cx="17913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sp>
        <p:nvSpPr>
          <p:cNvPr id="2835" name="Google Shape;2835;p302"/>
          <p:cNvSpPr txBox="1"/>
          <p:nvPr>
            <p:ph idx="6" type="ctrTitle"/>
          </p:nvPr>
        </p:nvSpPr>
        <p:spPr>
          <a:xfrm>
            <a:off x="6655667" y="1583800"/>
            <a:ext cx="17913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Plus Jakarta Sans Light"/>
              <a:buNone/>
              <a:defRPr sz="8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Plus Jakarta Sans Light"/>
              <a:buNone/>
              <a:defRPr sz="900"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9pPr>
          </a:lstStyle>
          <a:p/>
        </p:txBody>
      </p:sp>
      <p:pic>
        <p:nvPicPr>
          <p:cNvPr id="2836" name="Google Shape;2836;p3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2837" name="Shape 2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8" name="Google Shape;2838;p303"/>
          <p:cNvSpPr txBox="1"/>
          <p:nvPr>
            <p:ph type="title"/>
          </p:nvPr>
        </p:nvSpPr>
        <p:spPr>
          <a:xfrm>
            <a:off x="576550" y="452000"/>
            <a:ext cx="530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39" name="Google Shape;2839;p303" title="Points scored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07075" y="1347875"/>
            <a:ext cx="3580326" cy="2213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0" name="Google Shape;2840;p303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125" y="1347874"/>
            <a:ext cx="3580326" cy="2213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1" name="Google Shape;2841;p3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1_1">
    <p:spTree>
      <p:nvGrpSpPr>
        <p:cNvPr id="2842" name="Shape 2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3" name="Google Shape;2843;p304"/>
          <p:cNvSpPr txBox="1"/>
          <p:nvPr>
            <p:ph type="title"/>
          </p:nvPr>
        </p:nvSpPr>
        <p:spPr>
          <a:xfrm>
            <a:off x="576550" y="452000"/>
            <a:ext cx="530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44" name="Google Shape;2844;p304" title="Points scored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61500" y="1572700"/>
            <a:ext cx="3777426" cy="2335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5" name="Google Shape;2845;p304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5600" y="1572700"/>
            <a:ext cx="3777426" cy="2335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6" name="Google Shape;2846;p3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650" y="4749547"/>
            <a:ext cx="477249" cy="2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3">
    <p:spTree>
      <p:nvGrpSpPr>
        <p:cNvPr id="2847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30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49" name="Google Shape;2849;p305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 rot="-5400000">
            <a:off x="6940805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0" name="Google Shape;2850;p305"/>
          <p:cNvPicPr preferRelativeResize="0"/>
          <p:nvPr/>
        </p:nvPicPr>
        <p:blipFill rotWithShape="1">
          <a:blip r:embed="rId2">
            <a:alphaModFix amt="34000"/>
          </a:blip>
          <a:srcRect b="0" l="0" r="0" t="0"/>
          <a:stretch/>
        </p:blipFill>
        <p:spPr>
          <a:xfrm rot="-5400000">
            <a:off x="7337210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1" name="Google Shape;2851;p305"/>
          <p:cNvPicPr preferRelativeResize="0"/>
          <p:nvPr/>
        </p:nvPicPr>
        <p:blipFill rotWithShape="1">
          <a:blip r:embed="rId2">
            <a:alphaModFix amt="54000"/>
          </a:blip>
          <a:srcRect b="0" l="0" r="0" t="0"/>
          <a:stretch/>
        </p:blipFill>
        <p:spPr>
          <a:xfrm rot="-5400000">
            <a:off x="7792316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2" name="Google Shape;2852;p3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8247397" y="3997821"/>
            <a:ext cx="909649" cy="1031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3" name="Google Shape;2853;p305"/>
          <p:cNvPicPr preferRelativeResize="0"/>
          <p:nvPr/>
        </p:nvPicPr>
        <p:blipFill rotWithShape="1">
          <a:blip r:embed="rId3">
            <a:alphaModFix/>
          </a:blip>
          <a:srcRect b="26931" l="0" r="0" t="25218"/>
          <a:stretch/>
        </p:blipFill>
        <p:spPr>
          <a:xfrm>
            <a:off x="433791" y="4261284"/>
            <a:ext cx="1054199" cy="504444"/>
          </a:xfrm>
          <a:prstGeom prst="rect">
            <a:avLst/>
          </a:prstGeom>
          <a:noFill/>
          <a:ln>
            <a:noFill/>
          </a:ln>
        </p:spPr>
      </p:pic>
      <p:sp>
        <p:nvSpPr>
          <p:cNvPr id="2854" name="Google Shape;2854;p305"/>
          <p:cNvSpPr txBox="1"/>
          <p:nvPr>
            <p:ph type="title"/>
          </p:nvPr>
        </p:nvSpPr>
        <p:spPr>
          <a:xfrm>
            <a:off x="433800" y="581900"/>
            <a:ext cx="7035600" cy="192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Font typeface="Plus Jakarta Sans"/>
              <a:buNone/>
              <a:defRPr b="1" sz="60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855" name="Google Shape;2855;p305"/>
          <p:cNvSpPr txBox="1"/>
          <p:nvPr>
            <p:ph idx="1" type="subTitle"/>
          </p:nvPr>
        </p:nvSpPr>
        <p:spPr>
          <a:xfrm>
            <a:off x="562775" y="234132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lus Jakarta Sans"/>
              <a:buNone/>
              <a:defRPr sz="12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CUSTOM_4">
    <p:spTree>
      <p:nvGrpSpPr>
        <p:cNvPr id="2856" name="Shape 2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" name="Google Shape;2857;p306"/>
          <p:cNvSpPr/>
          <p:nvPr>
            <p:ph idx="2" type="pic"/>
          </p:nvPr>
        </p:nvSpPr>
        <p:spPr>
          <a:xfrm>
            <a:off x="0" y="0"/>
            <a:ext cx="9144000" cy="33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858" name="Google Shape;2858;p306"/>
          <p:cNvSpPr txBox="1"/>
          <p:nvPr>
            <p:ph type="title"/>
          </p:nvPr>
        </p:nvSpPr>
        <p:spPr>
          <a:xfrm>
            <a:off x="623400" y="521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lus Jakarta Sans"/>
              <a:buNone/>
              <a:defRPr b="1" sz="24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59" name="Google Shape;2859;p306"/>
          <p:cNvSpPr/>
          <p:nvPr/>
        </p:nvSpPr>
        <p:spPr>
          <a:xfrm>
            <a:off x="0" y="3371150"/>
            <a:ext cx="9144000" cy="1772400"/>
          </a:xfrm>
          <a:prstGeom prst="rect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0" name="Google Shape;2860;p306"/>
          <p:cNvSpPr/>
          <p:nvPr/>
        </p:nvSpPr>
        <p:spPr>
          <a:xfrm>
            <a:off x="4942187" y="3904872"/>
            <a:ext cx="2141700" cy="857400"/>
          </a:xfrm>
          <a:prstGeom prst="roundRect">
            <a:avLst>
              <a:gd fmla="val 7110" name="adj"/>
            </a:avLst>
          </a:prstGeom>
          <a:solidFill>
            <a:srgbClr val="FFFFFF"/>
          </a:solidFill>
          <a:ln>
            <a:noFill/>
          </a:ln>
          <a:effectLst>
            <a:outerShdw blurRad="431800" sx="43000" rotWithShape="0" algn="t" dir="5400000" dist="241300" sy="43000">
              <a:srgbClr val="000000">
                <a:alpha val="7843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861" name="Google Shape;2861;p306"/>
          <p:cNvSpPr txBox="1"/>
          <p:nvPr/>
        </p:nvSpPr>
        <p:spPr>
          <a:xfrm>
            <a:off x="6549444" y="4544948"/>
            <a:ext cx="49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4626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Minutes</a:t>
            </a:r>
            <a:endParaRPr b="0" i="0" sz="1100" u="none" cap="none" strike="noStrike">
              <a:solidFill>
                <a:srgbClr val="F4626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862" name="Google Shape;2862;p306"/>
          <p:cNvSpPr txBox="1"/>
          <p:nvPr>
            <p:ph idx="1" type="subTitle"/>
          </p:nvPr>
        </p:nvSpPr>
        <p:spPr>
          <a:xfrm>
            <a:off x="785675" y="3967567"/>
            <a:ext cx="3513000" cy="7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Plus Jakarta Sans Light"/>
              <a:buNone/>
              <a:defRPr sz="900">
                <a:solidFill>
                  <a:schemeClr val="lt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63" name="Google Shape;2863;p306"/>
          <p:cNvSpPr txBox="1"/>
          <p:nvPr>
            <p:ph hasCustomPrompt="1" idx="3" type="title"/>
          </p:nvPr>
        </p:nvSpPr>
        <p:spPr>
          <a:xfrm>
            <a:off x="5037450" y="4024267"/>
            <a:ext cx="1900500" cy="61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35959"/>
              </a:buClr>
              <a:buSzPts val="4100"/>
              <a:buFont typeface="Plus Jakarta Sans"/>
              <a:buNone/>
              <a:defRPr b="1" sz="41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>
            <a:r>
              <a:t>xx%</a:t>
            </a:r>
          </a:p>
        </p:txBody>
      </p:sp>
      <p:pic>
        <p:nvPicPr>
          <p:cNvPr id="2864" name="Google Shape;2864;p306"/>
          <p:cNvPicPr preferRelativeResize="0"/>
          <p:nvPr/>
        </p:nvPicPr>
        <p:blipFill rotWithShape="1">
          <a:blip r:embed="rId2">
            <a:alphaModFix/>
          </a:blip>
          <a:srcRect b="26852" l="0" r="0" t="26852"/>
          <a:stretch/>
        </p:blipFill>
        <p:spPr>
          <a:xfrm>
            <a:off x="199650" y="4749547"/>
            <a:ext cx="477249" cy="22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.1_Title_Simple_ProgressBar">
  <p:cSld name="CUSTOM_7_1_1">
    <p:spTree>
      <p:nvGrpSpPr>
        <p:cNvPr id="2865" name="Shape 2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6" name="Google Shape;2866;p307"/>
          <p:cNvSpPr txBox="1"/>
          <p:nvPr>
            <p:ph idx="1" type="subTitle"/>
          </p:nvPr>
        </p:nvSpPr>
        <p:spPr>
          <a:xfrm>
            <a:off x="457200" y="3685032"/>
            <a:ext cx="4894200" cy="4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3C40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7" name="Google Shape;2867;p307"/>
          <p:cNvSpPr/>
          <p:nvPr/>
        </p:nvSpPr>
        <p:spPr>
          <a:xfrm>
            <a:off x="8349575" y="4686175"/>
            <a:ext cx="512400" cy="2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8" name="Google Shape;2868;p307"/>
          <p:cNvSpPr/>
          <p:nvPr/>
        </p:nvSpPr>
        <p:spPr>
          <a:xfrm>
            <a:off x="6797550" y="4401650"/>
            <a:ext cx="1906800" cy="61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69" name="Google Shape;2869;p307"/>
          <p:cNvGrpSpPr/>
          <p:nvPr/>
        </p:nvGrpSpPr>
        <p:grpSpPr>
          <a:xfrm>
            <a:off x="0" y="5079600"/>
            <a:ext cx="9144041" cy="63900"/>
            <a:chOff x="0" y="5079600"/>
            <a:chExt cx="9144041" cy="63900"/>
          </a:xfrm>
        </p:grpSpPr>
        <p:sp>
          <p:nvSpPr>
            <p:cNvPr id="2870" name="Google Shape;2870;p307"/>
            <p:cNvSpPr/>
            <p:nvPr/>
          </p:nvSpPr>
          <p:spPr>
            <a:xfrm>
              <a:off x="0" y="5079600"/>
              <a:ext cx="2415000" cy="63900"/>
            </a:xfrm>
            <a:prstGeom prst="rect">
              <a:avLst/>
            </a:prstGeom>
            <a:solidFill>
              <a:srgbClr val="EA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307"/>
            <p:cNvSpPr/>
            <p:nvPr/>
          </p:nvSpPr>
          <p:spPr>
            <a:xfrm>
              <a:off x="2414505" y="5079600"/>
              <a:ext cx="3855000" cy="63900"/>
            </a:xfrm>
            <a:prstGeom prst="rect">
              <a:avLst/>
            </a:prstGeom>
            <a:solidFill>
              <a:srgbClr val="4285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307"/>
            <p:cNvSpPr/>
            <p:nvPr/>
          </p:nvSpPr>
          <p:spPr>
            <a:xfrm>
              <a:off x="6269168" y="5079600"/>
              <a:ext cx="964200" cy="63900"/>
            </a:xfrm>
            <a:prstGeom prst="rect">
              <a:avLst/>
            </a:prstGeom>
            <a:solidFill>
              <a:srgbClr val="34A8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307"/>
            <p:cNvSpPr/>
            <p:nvPr/>
          </p:nvSpPr>
          <p:spPr>
            <a:xfrm>
              <a:off x="7233641" y="5079600"/>
              <a:ext cx="1910400" cy="63900"/>
            </a:xfrm>
            <a:prstGeom prst="rect">
              <a:avLst/>
            </a:prstGeom>
            <a:solidFill>
              <a:srgbClr val="FBBC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4" name="Google Shape;2874;p307"/>
          <p:cNvSpPr txBox="1"/>
          <p:nvPr>
            <p:ph type="title"/>
          </p:nvPr>
        </p:nvSpPr>
        <p:spPr>
          <a:xfrm>
            <a:off x="457200" y="1792225"/>
            <a:ext cx="6903600" cy="7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ogle Sans"/>
              <a:buNone/>
              <a:defRPr b="1" sz="4000">
                <a:latin typeface="Google Sans"/>
                <a:ea typeface="Google Sans"/>
                <a:cs typeface="Google Sans"/>
                <a:sym typeface="Google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b="1">
                <a:latin typeface="Google Sans"/>
                <a:ea typeface="Google Sans"/>
                <a:cs typeface="Google Sans"/>
                <a:sym typeface="Google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b="1">
                <a:latin typeface="Google Sans"/>
                <a:ea typeface="Google Sans"/>
                <a:cs typeface="Google Sans"/>
                <a:sym typeface="Google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b="1">
                <a:latin typeface="Google Sans"/>
                <a:ea typeface="Google Sans"/>
                <a:cs typeface="Google Sans"/>
                <a:sym typeface="Google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b="1">
                <a:latin typeface="Google Sans"/>
                <a:ea typeface="Google Sans"/>
                <a:cs typeface="Google Sans"/>
                <a:sym typeface="Google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b="1">
                <a:latin typeface="Google Sans"/>
                <a:ea typeface="Google Sans"/>
                <a:cs typeface="Google Sans"/>
                <a:sym typeface="Google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b="1">
                <a:latin typeface="Google Sans"/>
                <a:ea typeface="Google Sans"/>
                <a:cs typeface="Google Sans"/>
                <a:sym typeface="Google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b="1">
                <a:latin typeface="Google Sans"/>
                <a:ea typeface="Google Sans"/>
                <a:cs typeface="Google Sans"/>
                <a:sym typeface="Google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ogle Sans"/>
              <a:buNone/>
              <a:defRPr b="1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_Title &amp; Body_1 Col">
  <p:cSld name="CUSTOM_7_1_1_1_1_1_1_1_1_1_1_1_1_1_1_1">
    <p:bg>
      <p:bgPr>
        <a:solidFill>
          <a:srgbClr val="FFFFFF"/>
        </a:solidFill>
      </p:bgPr>
    </p:bg>
    <p:spTree>
      <p:nvGrpSpPr>
        <p:cNvPr id="2875" name="Shape 2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6" name="Google Shape;2876;p3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62779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2877" name="Google Shape;2877;p308"/>
          <p:cNvSpPr txBox="1"/>
          <p:nvPr>
            <p:ph type="title"/>
          </p:nvPr>
        </p:nvSpPr>
        <p:spPr>
          <a:xfrm>
            <a:off x="457200" y="457200"/>
            <a:ext cx="8229900" cy="3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_Title &amp; Body_1 Col 1">
  <p:cSld name="CUSTOM_7_1_1_1_1_1_1_1_1_1_1_1_1_1_1_1_1">
    <p:bg>
      <p:bgPr>
        <a:solidFill>
          <a:srgbClr val="FFFFFF"/>
        </a:solidFill>
      </p:bgPr>
    </p:bg>
    <p:spTree>
      <p:nvGrpSpPr>
        <p:cNvPr id="2878" name="Shape 2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Google Shape;2879;p309"/>
          <p:cNvSpPr txBox="1"/>
          <p:nvPr>
            <p:ph type="title"/>
          </p:nvPr>
        </p:nvSpPr>
        <p:spPr>
          <a:xfrm>
            <a:off x="457200" y="457200"/>
            <a:ext cx="82299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2880" name="Google Shape;2880;p309"/>
          <p:cNvSpPr txBox="1"/>
          <p:nvPr>
            <p:ph idx="1" type="body"/>
          </p:nvPr>
        </p:nvSpPr>
        <p:spPr>
          <a:xfrm>
            <a:off x="457200" y="1536192"/>
            <a:ext cx="4078200" cy="3154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2881" name="Google Shape;2881;p3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_Title &amp; Body_1 Col 2">
  <p:cSld name="CUSTOM_7_1_1_1_1_1_1_1_1_1_1_1_1_1_1_1_4">
    <p:bg>
      <p:bgPr>
        <a:solidFill>
          <a:srgbClr val="FFFFFF"/>
        </a:solidFill>
      </p:bgPr>
    </p:bg>
    <p:spTree>
      <p:nvGrpSpPr>
        <p:cNvPr id="2882" name="Shape 2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3" name="Google Shape;2883;p3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62779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2884" name="Google Shape;2884;p310"/>
          <p:cNvSpPr txBox="1"/>
          <p:nvPr>
            <p:ph type="title"/>
          </p:nvPr>
        </p:nvSpPr>
        <p:spPr>
          <a:xfrm>
            <a:off x="457200" y="457200"/>
            <a:ext cx="5459100" cy="9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2885" name="Google Shape;2885;p310"/>
          <p:cNvSpPr txBox="1"/>
          <p:nvPr>
            <p:ph idx="1" type="body"/>
          </p:nvPr>
        </p:nvSpPr>
        <p:spPr>
          <a:xfrm>
            <a:off x="457200" y="1536192"/>
            <a:ext cx="4078200" cy="3154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_Title &amp; Body_1 Col 3">
  <p:cSld name="CUSTOM_7_1_1_1_1_1_1_1_1_1_1_1_1_1_1_1_5">
    <p:bg>
      <p:bgPr>
        <a:solidFill>
          <a:srgbClr val="FFFFFF"/>
        </a:solidFill>
      </p:bgPr>
    </p:bg>
    <p:spTree>
      <p:nvGrpSpPr>
        <p:cNvPr id="2886" name="Shape 2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7" name="Google Shape;2887;p3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62779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2888" name="Google Shape;2888;p311"/>
          <p:cNvSpPr txBox="1"/>
          <p:nvPr>
            <p:ph type="title"/>
          </p:nvPr>
        </p:nvSpPr>
        <p:spPr>
          <a:xfrm>
            <a:off x="457200" y="457200"/>
            <a:ext cx="5459100" cy="9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2889" name="Google Shape;2889;p311"/>
          <p:cNvSpPr txBox="1"/>
          <p:nvPr>
            <p:ph idx="1" type="body"/>
          </p:nvPr>
        </p:nvSpPr>
        <p:spPr>
          <a:xfrm>
            <a:off x="457200" y="1536192"/>
            <a:ext cx="4078200" cy="3154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4">
    <p:spTree>
      <p:nvGrpSpPr>
        <p:cNvPr id="2890" name="Shape 2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1" name="Google Shape;2891;p312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2892" name="Google Shape;2892;p312"/>
            <p:cNvSpPr/>
            <p:nvPr/>
          </p:nvSpPr>
          <p:spPr>
            <a:xfrm>
              <a:off x="0" y="0"/>
              <a:ext cx="511375" cy="524800"/>
            </a:xfrm>
            <a:custGeom>
              <a:rect b="b" l="l" r="r" t="t"/>
              <a:pathLst>
                <a:path extrusionOk="0" h="20992" w="20455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3" name="Google Shape;2893;p312"/>
            <p:cNvSpPr/>
            <p:nvPr/>
          </p:nvSpPr>
          <p:spPr>
            <a:xfrm>
              <a:off x="54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4" name="Google Shape;2894;p312"/>
            <p:cNvSpPr/>
            <p:nvPr/>
          </p:nvSpPr>
          <p:spPr>
            <a:xfrm>
              <a:off x="910400" y="187300"/>
              <a:ext cx="339200" cy="337950"/>
            </a:xfrm>
            <a:custGeom>
              <a:rect b="b" l="l" r="r" t="t"/>
              <a:pathLst>
                <a:path extrusionOk="0" h="13518" w="13568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5" name="Google Shape;2895;p312"/>
            <p:cNvSpPr/>
            <p:nvPr/>
          </p:nvSpPr>
          <p:spPr>
            <a:xfrm>
              <a:off x="1280400" y="187325"/>
              <a:ext cx="323850" cy="489600"/>
            </a:xfrm>
            <a:custGeom>
              <a:rect b="b" l="l" r="r" t="t"/>
              <a:pathLst>
                <a:path extrusionOk="0" h="19584" w="12954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6" name="Google Shape;2896;p312"/>
            <p:cNvSpPr/>
            <p:nvPr/>
          </p:nvSpPr>
          <p:spPr>
            <a:xfrm>
              <a:off x="1655750" y="20000"/>
              <a:ext cx="74250" cy="495000"/>
            </a:xfrm>
            <a:custGeom>
              <a:rect b="b" l="l" r="r" t="t"/>
              <a:pathLst>
                <a:path extrusionOk="0" h="19800" w="297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7" name="Google Shape;2897;p312"/>
            <p:cNvSpPr/>
            <p:nvPr/>
          </p:nvSpPr>
          <p:spPr>
            <a:xfrm>
              <a:off x="1765825" y="187275"/>
              <a:ext cx="311700" cy="337950"/>
            </a:xfrm>
            <a:custGeom>
              <a:rect b="b" l="l" r="r" t="t"/>
              <a:pathLst>
                <a:path extrusionOk="0" h="13518" w="12468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_Content 1 1">
  <p:cSld name="CUSTOM_2_3_2_4">
    <p:spTree>
      <p:nvGrpSpPr>
        <p:cNvPr id="2898" name="Shape 2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9" name="Google Shape;2899;p313"/>
          <p:cNvSpPr txBox="1"/>
          <p:nvPr>
            <p:ph idx="1" type="body"/>
          </p:nvPr>
        </p:nvSpPr>
        <p:spPr>
          <a:xfrm>
            <a:off x="457175" y="1536250"/>
            <a:ext cx="4077000" cy="31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00" name="Google Shape;2900;p313"/>
          <p:cNvSpPr txBox="1"/>
          <p:nvPr>
            <p:ph type="title"/>
          </p:nvPr>
        </p:nvSpPr>
        <p:spPr>
          <a:xfrm>
            <a:off x="457175" y="460250"/>
            <a:ext cx="40770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pic>
        <p:nvPicPr>
          <p:cNvPr id="2901" name="Google Shape;2901;p3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5">
  <p:cSld name="BIG_NUMBER_1">
    <p:spTree>
      <p:nvGrpSpPr>
        <p:cNvPr id="2902" name="Shape 2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3" name="Google Shape;2903;p314"/>
          <p:cNvSpPr txBox="1"/>
          <p:nvPr>
            <p:ph type="title"/>
          </p:nvPr>
        </p:nvSpPr>
        <p:spPr>
          <a:xfrm>
            <a:off x="256842" y="261950"/>
            <a:ext cx="8714400" cy="3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4 - Three column layout">
  <p:cSld name="CUSTOM_3_3">
    <p:spTree>
      <p:nvGrpSpPr>
        <p:cNvPr id="2904" name="Shape 2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5" name="Google Shape;2905;p3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2906" name="Google Shape;2906;p315"/>
          <p:cNvSpPr txBox="1"/>
          <p:nvPr/>
        </p:nvSpPr>
        <p:spPr>
          <a:xfrm>
            <a:off x="6762575" y="-301"/>
            <a:ext cx="19242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BDC1C6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Proprietary + Confidential</a:t>
            </a:r>
            <a:endParaRPr sz="600">
              <a:solidFill>
                <a:srgbClr val="BDC1C6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.2 Column 1">
  <p:cSld name="CUSTOM_2_2_1_1">
    <p:spTree>
      <p:nvGrpSpPr>
        <p:cNvPr id="2907" name="Shape 2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" name="Google Shape;2908;p316"/>
          <p:cNvSpPr txBox="1"/>
          <p:nvPr>
            <p:ph idx="1" type="body"/>
          </p:nvPr>
        </p:nvSpPr>
        <p:spPr>
          <a:xfrm>
            <a:off x="457175" y="1231450"/>
            <a:ext cx="4077000" cy="3383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Google Sans"/>
              <a:buChar char="●"/>
              <a:defRPr sz="18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Google Sans"/>
              <a:buChar char="○"/>
              <a:defRPr sz="18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429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Google Sans"/>
              <a:buChar char="■"/>
              <a:defRPr sz="18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42900" lvl="3" marL="1828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Google Sans"/>
              <a:buChar char="●"/>
              <a:defRPr sz="18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42900" lvl="4" marL="2286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Google Sans"/>
              <a:buChar char="○"/>
              <a:defRPr sz="18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42900" lvl="5" marL="2743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Google Sans"/>
              <a:buChar char="■"/>
              <a:defRPr sz="18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42900" lvl="6" marL="3200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Google Sans"/>
              <a:buChar char="●"/>
              <a:defRPr sz="18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42900" lvl="7" marL="3657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Google Sans"/>
              <a:buChar char="○"/>
              <a:defRPr sz="18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42900" lvl="8" marL="4114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Google Sans"/>
              <a:buChar char="■"/>
              <a:defRPr sz="18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2909" name="Google Shape;2909;p316"/>
          <p:cNvSpPr txBox="1"/>
          <p:nvPr>
            <p:ph idx="2" type="body"/>
          </p:nvPr>
        </p:nvSpPr>
        <p:spPr>
          <a:xfrm>
            <a:off x="4610125" y="1231450"/>
            <a:ext cx="4077000" cy="3383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rmAutofit/>
          </a:bodyPr>
          <a:lstStyle>
            <a:lvl1pPr indent="-3429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Google Sans"/>
              <a:buChar char="●"/>
              <a:defRPr sz="18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Google Sans"/>
              <a:buChar char="○"/>
              <a:defRPr sz="18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429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Google Sans"/>
              <a:buChar char="■"/>
              <a:defRPr sz="18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42900" lvl="3" marL="1828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Google Sans"/>
              <a:buChar char="●"/>
              <a:defRPr sz="18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42900" lvl="4" marL="2286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Google Sans"/>
              <a:buChar char="○"/>
              <a:defRPr sz="18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42900" lvl="5" marL="2743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Google Sans"/>
              <a:buChar char="■"/>
              <a:defRPr sz="18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42900" lvl="6" marL="3200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Google Sans"/>
              <a:buChar char="●"/>
              <a:defRPr sz="18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42900" lvl="7" marL="3657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Google Sans"/>
              <a:buChar char="○"/>
              <a:defRPr sz="18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42900" lvl="8" marL="4114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Google Sans"/>
              <a:buChar char="■"/>
              <a:defRPr sz="18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pic>
        <p:nvPicPr>
          <p:cNvPr id="2910" name="Google Shape;2910;p3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2911" name="Google Shape;2911;p316"/>
          <p:cNvSpPr txBox="1"/>
          <p:nvPr>
            <p:ph type="title"/>
          </p:nvPr>
        </p:nvSpPr>
        <p:spPr>
          <a:xfrm>
            <a:off x="457175" y="460250"/>
            <a:ext cx="8229900" cy="5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_Four columns">
  <p:cSld name="CUSTOM_3_1">
    <p:spTree>
      <p:nvGrpSpPr>
        <p:cNvPr id="2912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317"/>
          <p:cNvSpPr txBox="1"/>
          <p:nvPr>
            <p:ph type="title"/>
          </p:nvPr>
        </p:nvSpPr>
        <p:spPr>
          <a:xfrm>
            <a:off x="457175" y="460250"/>
            <a:ext cx="40770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914" name="Google Shape;2914;p317"/>
          <p:cNvSpPr txBox="1"/>
          <p:nvPr>
            <p:ph idx="1" type="body"/>
          </p:nvPr>
        </p:nvSpPr>
        <p:spPr>
          <a:xfrm>
            <a:off x="457200" y="1536250"/>
            <a:ext cx="2000400" cy="31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15" name="Google Shape;2915;p317"/>
          <p:cNvSpPr txBox="1"/>
          <p:nvPr>
            <p:ph idx="2" type="body"/>
          </p:nvPr>
        </p:nvSpPr>
        <p:spPr>
          <a:xfrm>
            <a:off x="2533941" y="1536250"/>
            <a:ext cx="2000400" cy="31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16" name="Google Shape;2916;p317"/>
          <p:cNvSpPr txBox="1"/>
          <p:nvPr>
            <p:ph idx="3" type="body"/>
          </p:nvPr>
        </p:nvSpPr>
        <p:spPr>
          <a:xfrm>
            <a:off x="4610318" y="1536250"/>
            <a:ext cx="2000400" cy="31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17" name="Google Shape;2917;p317"/>
          <p:cNvSpPr txBox="1"/>
          <p:nvPr>
            <p:ph idx="4" type="body"/>
          </p:nvPr>
        </p:nvSpPr>
        <p:spPr>
          <a:xfrm>
            <a:off x="6686700" y="1536250"/>
            <a:ext cx="2000400" cy="31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2918" name="Google Shape;2918;p3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2919" name="Google Shape;2919;p317"/>
          <p:cNvSpPr txBox="1"/>
          <p:nvPr/>
        </p:nvSpPr>
        <p:spPr>
          <a:xfrm>
            <a:off x="6762575" y="-301"/>
            <a:ext cx="19242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BDC1C6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+ Confidential</a:t>
            </a:r>
            <a:endParaRPr sz="600">
              <a:solidFill>
                <a:srgbClr val="BDC1C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_Title &amp; Body_1 Col">
  <p:cSld name="CUSTOM_7_1_1_1_1_1_1_1_1_1_1_1_1_1_1_1_6">
    <p:bg>
      <p:bgPr>
        <a:solidFill>
          <a:srgbClr val="FFFFFF"/>
        </a:solidFill>
      </p:bgPr>
    </p:bg>
    <p:spTree>
      <p:nvGrpSpPr>
        <p:cNvPr id="2920" name="Shape 2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1" name="Google Shape;2921;p3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7650" y="4862779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2922" name="Google Shape;2922;p318"/>
          <p:cNvSpPr txBox="1"/>
          <p:nvPr>
            <p:ph type="title"/>
          </p:nvPr>
        </p:nvSpPr>
        <p:spPr>
          <a:xfrm>
            <a:off x="457200" y="457200"/>
            <a:ext cx="54591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23" name="Google Shape;2923;p318"/>
          <p:cNvSpPr txBox="1"/>
          <p:nvPr>
            <p:ph idx="1" type="body"/>
          </p:nvPr>
        </p:nvSpPr>
        <p:spPr>
          <a:xfrm>
            <a:off x="457200" y="1536192"/>
            <a:ext cx="4078200" cy="3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_Title &amp; Body_1 Col 1">
  <p:cSld name="CUSTOM_7_1_1_1_1_1_1_1_1_1_1_1_1_1_1_1_2">
    <p:bg>
      <p:bgPr>
        <a:solidFill>
          <a:srgbClr val="FFFFFF"/>
        </a:solidFill>
      </p:bgPr>
    </p:bg>
    <p:spTree>
      <p:nvGrpSpPr>
        <p:cNvPr id="2924" name="Shape 2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5" name="Google Shape;2925;p3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7650" y="4862779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2926" name="Google Shape;2926;p319"/>
          <p:cNvSpPr txBox="1"/>
          <p:nvPr>
            <p:ph type="title"/>
          </p:nvPr>
        </p:nvSpPr>
        <p:spPr>
          <a:xfrm>
            <a:off x="457200" y="457200"/>
            <a:ext cx="8229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_02_Numbered">
  <p:cSld name="CUSTOM_7_1_1_1_1_1_1">
    <p:spTree>
      <p:nvGrpSpPr>
        <p:cNvPr id="2927" name="Shape 2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" name="Google Shape;2928;p320"/>
          <p:cNvSpPr txBox="1"/>
          <p:nvPr>
            <p:ph type="title"/>
          </p:nvPr>
        </p:nvSpPr>
        <p:spPr>
          <a:xfrm>
            <a:off x="449625" y="2112275"/>
            <a:ext cx="40845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Font typeface="Arial"/>
              <a:buNone/>
              <a:defRPr b="1" sz="4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1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929" name="Google Shape;2929;p3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7650" y="4862779"/>
            <a:ext cx="659356" cy="115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_Two columns">
  <p:cSld name="CUSTOM_2_2">
    <p:spTree>
      <p:nvGrpSpPr>
        <p:cNvPr id="2930" name="Shape 2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1" name="Google Shape;2931;p321"/>
          <p:cNvSpPr txBox="1"/>
          <p:nvPr>
            <p:ph type="title"/>
          </p:nvPr>
        </p:nvSpPr>
        <p:spPr>
          <a:xfrm>
            <a:off x="457175" y="460250"/>
            <a:ext cx="40770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32" name="Google Shape;2932;p321"/>
          <p:cNvSpPr txBox="1"/>
          <p:nvPr>
            <p:ph idx="1" type="body"/>
          </p:nvPr>
        </p:nvSpPr>
        <p:spPr>
          <a:xfrm>
            <a:off x="457175" y="1536250"/>
            <a:ext cx="4077000" cy="3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Arial"/>
              <a:buChar char="●"/>
              <a:defRPr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Arial"/>
              <a:buChar char="○"/>
              <a:defRPr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Arial"/>
              <a:buChar char="■"/>
              <a:defRPr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Arial"/>
              <a:buChar char="●"/>
              <a:defRPr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Arial"/>
              <a:buChar char="○"/>
              <a:defRPr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Arial"/>
              <a:buChar char="■"/>
              <a:defRPr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Arial"/>
              <a:buChar char="●"/>
              <a:defRPr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Arial"/>
              <a:buChar char="○"/>
              <a:defRPr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Arial"/>
              <a:buChar char="■"/>
              <a:defRPr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33" name="Google Shape;2933;p321"/>
          <p:cNvSpPr txBox="1"/>
          <p:nvPr>
            <p:ph idx="2" type="body"/>
          </p:nvPr>
        </p:nvSpPr>
        <p:spPr>
          <a:xfrm>
            <a:off x="4610125" y="1536250"/>
            <a:ext cx="4077000" cy="3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Arial"/>
              <a:buChar char="●"/>
              <a:defRPr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Arial"/>
              <a:buChar char="○"/>
              <a:defRPr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Arial"/>
              <a:buChar char="■"/>
              <a:defRPr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Arial"/>
              <a:buChar char="●"/>
              <a:defRPr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Arial"/>
              <a:buChar char="○"/>
              <a:defRPr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Arial"/>
              <a:buChar char="■"/>
              <a:defRPr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Arial"/>
              <a:buChar char="●"/>
              <a:defRPr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Arial"/>
              <a:buChar char="○"/>
              <a:defRPr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Arial"/>
              <a:buChar char="■"/>
              <a:defRPr sz="10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934" name="Google Shape;2934;p3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_Title &amp; Body_1 Col 1">
  <p:cSld name="CUSTOM_7_1_1_1_1_1_1_1_1_1_1_1_1_1_1_1_2_1">
    <p:bg>
      <p:bgPr>
        <a:solidFill>
          <a:srgbClr val="FFFFFF"/>
        </a:solidFill>
      </p:bgPr>
    </p:bg>
    <p:spTree>
      <p:nvGrpSpPr>
        <p:cNvPr id="2935" name="Shape 2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6" name="Google Shape;2936;p3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7650" y="4862779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2937" name="Google Shape;2937;p322"/>
          <p:cNvSpPr txBox="1"/>
          <p:nvPr>
            <p:ph type="title"/>
          </p:nvPr>
        </p:nvSpPr>
        <p:spPr>
          <a:xfrm>
            <a:off x="457200" y="457200"/>
            <a:ext cx="8229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llout">
  <p:cSld name="CUSTOM_7_1_1_1_1_1_1_1_1_1_1_1_1_1_1">
    <p:bg>
      <p:bgPr>
        <a:solidFill>
          <a:srgbClr val="FFFFFF"/>
        </a:solidFill>
      </p:bgPr>
    </p:bg>
    <p:spTree>
      <p:nvGrpSpPr>
        <p:cNvPr id="2938" name="Shape 2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9" name="Google Shape;2939;p3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7650" y="4862779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2940" name="Google Shape;2940;p323"/>
          <p:cNvSpPr txBox="1"/>
          <p:nvPr>
            <p:ph type="title"/>
          </p:nvPr>
        </p:nvSpPr>
        <p:spPr>
          <a:xfrm>
            <a:off x="457200" y="724600"/>
            <a:ext cx="26853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41" name="Google Shape;2941;p323"/>
          <p:cNvSpPr txBox="1"/>
          <p:nvPr>
            <p:ph idx="1" type="body"/>
          </p:nvPr>
        </p:nvSpPr>
        <p:spPr>
          <a:xfrm>
            <a:off x="457200" y="2487168"/>
            <a:ext cx="2688300" cy="22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Blank_Simple">
  <p:cSld name="CUSTOM_4_1">
    <p:spTree>
      <p:nvGrpSpPr>
        <p:cNvPr id="2942" name="Shape 2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3" name="Google Shape;2943;p3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7650" y="4862779"/>
            <a:ext cx="659356" cy="115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_04_Title &amp; Body_1 Col">
  <p:cSld name="CUSTOM_7_1_1_1_1_1_1_1_1_1_1_1_1_1_1_1_3">
    <p:bg>
      <p:bgPr>
        <a:solidFill>
          <a:srgbClr val="FFFFFF"/>
        </a:solidFill>
      </p:bgPr>
    </p:bg>
    <p:spTree>
      <p:nvGrpSpPr>
        <p:cNvPr id="2944" name="Shape 2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5" name="Google Shape;2945;p3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7650" y="4862779"/>
            <a:ext cx="659356" cy="1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2946" name="Google Shape;2946;p325"/>
          <p:cNvSpPr txBox="1"/>
          <p:nvPr>
            <p:ph type="title"/>
          </p:nvPr>
        </p:nvSpPr>
        <p:spPr>
          <a:xfrm>
            <a:off x="457200" y="457200"/>
            <a:ext cx="82830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47" name="Shape 2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8" name="Google Shape;2948;p326"/>
          <p:cNvSpPr txBox="1"/>
          <p:nvPr>
            <p:ph type="title"/>
          </p:nvPr>
        </p:nvSpPr>
        <p:spPr>
          <a:xfrm>
            <a:off x="180900" y="446900"/>
            <a:ext cx="878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949" name="Google Shape;2949;p326"/>
          <p:cNvSpPr txBox="1"/>
          <p:nvPr>
            <p:ph idx="12" type="sldNum"/>
          </p:nvPr>
        </p:nvSpPr>
        <p:spPr>
          <a:xfrm>
            <a:off x="8453375" y="4796300"/>
            <a:ext cx="54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_Title &amp; Body_1 Col">
  <p:cSld name="CUSTOM_7_1_1_1_1_1_1_1_1_1_1_1_1_1_1_1_7">
    <p:bg>
      <p:bgPr>
        <a:solidFill>
          <a:srgbClr val="FFFFFF"/>
        </a:solidFill>
      </p:bgPr>
    </p:bg>
    <p:spTree>
      <p:nvGrpSpPr>
        <p:cNvPr id="2950" name="Shape 2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1" name="Google Shape;2951;p327"/>
          <p:cNvSpPr txBox="1"/>
          <p:nvPr>
            <p:ph type="title"/>
          </p:nvPr>
        </p:nvSpPr>
        <p:spPr>
          <a:xfrm>
            <a:off x="457200" y="457200"/>
            <a:ext cx="82299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52" name="Google Shape;2952;p327"/>
          <p:cNvSpPr txBox="1"/>
          <p:nvPr>
            <p:ph idx="1" type="body"/>
          </p:nvPr>
        </p:nvSpPr>
        <p:spPr>
          <a:xfrm>
            <a:off x="457200" y="1536192"/>
            <a:ext cx="4078200" cy="3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 algn="l">
              <a:lnSpc>
                <a:spcPct val="150000"/>
              </a:lnSpc>
              <a:spcBef>
                <a:spcPts val="2200"/>
              </a:spcBef>
              <a:spcAft>
                <a:spcPts val="0"/>
              </a:spcAft>
              <a:buSzPts val="900"/>
              <a:buChar char="•"/>
              <a:defRPr/>
            </a:lvl1pPr>
            <a:lvl2pPr indent="-285750" lvl="1" marL="914400" algn="l">
              <a:lnSpc>
                <a:spcPct val="150000"/>
              </a:lnSpc>
              <a:spcBef>
                <a:spcPts val="2200"/>
              </a:spcBef>
              <a:spcAft>
                <a:spcPts val="0"/>
              </a:spcAft>
              <a:buSzPts val="900"/>
              <a:buChar char="•"/>
              <a:defRPr/>
            </a:lvl2pPr>
            <a:lvl3pPr indent="-285750" lvl="2" marL="1371600" algn="l">
              <a:lnSpc>
                <a:spcPct val="150000"/>
              </a:lnSpc>
              <a:spcBef>
                <a:spcPts val="2200"/>
              </a:spcBef>
              <a:spcAft>
                <a:spcPts val="0"/>
              </a:spcAft>
              <a:buSzPts val="900"/>
              <a:buChar char="•"/>
              <a:defRPr/>
            </a:lvl3pPr>
            <a:lvl4pPr indent="-285750" lvl="3" marL="1828800" algn="l">
              <a:lnSpc>
                <a:spcPct val="150000"/>
              </a:lnSpc>
              <a:spcBef>
                <a:spcPts val="22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 algn="l">
              <a:lnSpc>
                <a:spcPct val="150000"/>
              </a:lnSpc>
              <a:spcBef>
                <a:spcPts val="2200"/>
              </a:spcBef>
              <a:spcAft>
                <a:spcPts val="0"/>
              </a:spcAft>
              <a:buSzPts val="900"/>
              <a:buChar char="•"/>
              <a:defRPr/>
            </a:lvl5pPr>
            <a:lvl6pPr indent="-285750" lvl="5" marL="2743200" algn="l">
              <a:lnSpc>
                <a:spcPct val="150000"/>
              </a:lnSpc>
              <a:spcBef>
                <a:spcPts val="2200"/>
              </a:spcBef>
              <a:spcAft>
                <a:spcPts val="0"/>
              </a:spcAft>
              <a:buSzPts val="900"/>
              <a:buChar char="•"/>
              <a:defRPr/>
            </a:lvl6pPr>
            <a:lvl7pPr indent="-285750" lvl="6" marL="3200400" algn="l">
              <a:lnSpc>
                <a:spcPct val="150000"/>
              </a:lnSpc>
              <a:spcBef>
                <a:spcPts val="2200"/>
              </a:spcBef>
              <a:spcAft>
                <a:spcPts val="0"/>
              </a:spcAft>
              <a:buSzPts val="900"/>
              <a:buChar char="•"/>
              <a:defRPr/>
            </a:lvl7pPr>
            <a:lvl8pPr indent="-285750" lvl="7" marL="3657600" algn="l">
              <a:lnSpc>
                <a:spcPct val="150000"/>
              </a:lnSpc>
              <a:spcBef>
                <a:spcPts val="2200"/>
              </a:spcBef>
              <a:spcAft>
                <a:spcPts val="0"/>
              </a:spcAft>
              <a:buSzPts val="900"/>
              <a:buChar char="•"/>
              <a:defRPr/>
            </a:lvl8pPr>
            <a:lvl9pPr indent="-285750" lvl="8" marL="4114800" algn="l">
              <a:lnSpc>
                <a:spcPct val="150000"/>
              </a:lnSpc>
              <a:spcBef>
                <a:spcPts val="2200"/>
              </a:spcBef>
              <a:spcAft>
                <a:spcPts val="0"/>
              </a:spcAft>
              <a:buSzPts val="900"/>
              <a:buChar char="•"/>
              <a:defRPr/>
            </a:lvl9pPr>
          </a:lstStyle>
          <a:p/>
        </p:txBody>
      </p:sp>
      <p:pic>
        <p:nvPicPr>
          <p:cNvPr id="2953" name="Google Shape;2953;p3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You_02">
  <p:cSld name="CUSTOM_8_1">
    <p:spTree>
      <p:nvGrpSpPr>
        <p:cNvPr id="2954" name="Shape 2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5" name="Google Shape;2955;p328"/>
          <p:cNvSpPr txBox="1"/>
          <p:nvPr/>
        </p:nvSpPr>
        <p:spPr>
          <a:xfrm>
            <a:off x="457200" y="2232827"/>
            <a:ext cx="5351100" cy="21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" sz="48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b="1" i="0" sz="4800" u="none" cap="none" strike="noStrike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56" name="Google Shape;2956;p328"/>
          <p:cNvGrpSpPr/>
          <p:nvPr/>
        </p:nvGrpSpPr>
        <p:grpSpPr>
          <a:xfrm>
            <a:off x="457200" y="1590954"/>
            <a:ext cx="479498" cy="385684"/>
            <a:chOff x="6294751" y="783425"/>
            <a:chExt cx="5020925" cy="4038575"/>
          </a:xfrm>
        </p:grpSpPr>
        <p:sp>
          <p:nvSpPr>
            <p:cNvPr id="2957" name="Google Shape;2957;p328"/>
            <p:cNvSpPr/>
            <p:nvPr/>
          </p:nvSpPr>
          <p:spPr>
            <a:xfrm>
              <a:off x="6909501" y="783425"/>
              <a:ext cx="3199425" cy="1450400"/>
            </a:xfrm>
            <a:custGeom>
              <a:rect b="b" l="l" r="r" t="t"/>
              <a:pathLst>
                <a:path extrusionOk="0" h="58016" w="127977">
                  <a:moveTo>
                    <a:pt x="74135" y="0"/>
                  </a:moveTo>
                  <a:lnTo>
                    <a:pt x="70782" y="158"/>
                  </a:lnTo>
                  <a:lnTo>
                    <a:pt x="67446" y="437"/>
                  </a:lnTo>
                  <a:lnTo>
                    <a:pt x="64163" y="856"/>
                  </a:lnTo>
                  <a:lnTo>
                    <a:pt x="60932" y="1415"/>
                  </a:lnTo>
                  <a:lnTo>
                    <a:pt x="57736" y="2096"/>
                  </a:lnTo>
                  <a:lnTo>
                    <a:pt x="54593" y="2899"/>
                  </a:lnTo>
                  <a:lnTo>
                    <a:pt x="51501" y="3843"/>
                  </a:lnTo>
                  <a:lnTo>
                    <a:pt x="48463" y="4908"/>
                  </a:lnTo>
                  <a:lnTo>
                    <a:pt x="45476" y="6095"/>
                  </a:lnTo>
                  <a:lnTo>
                    <a:pt x="42560" y="7388"/>
                  </a:lnTo>
                  <a:lnTo>
                    <a:pt x="39713" y="8802"/>
                  </a:lnTo>
                  <a:lnTo>
                    <a:pt x="36919" y="10322"/>
                  </a:lnTo>
                  <a:lnTo>
                    <a:pt x="34195" y="11963"/>
                  </a:lnTo>
                  <a:lnTo>
                    <a:pt x="31558" y="13692"/>
                  </a:lnTo>
                  <a:lnTo>
                    <a:pt x="28973" y="15526"/>
                  </a:lnTo>
                  <a:lnTo>
                    <a:pt x="26493" y="17464"/>
                  </a:lnTo>
                  <a:lnTo>
                    <a:pt x="24066" y="19508"/>
                  </a:lnTo>
                  <a:lnTo>
                    <a:pt x="21743" y="21621"/>
                  </a:lnTo>
                  <a:lnTo>
                    <a:pt x="19507" y="23839"/>
                  </a:lnTo>
                  <a:lnTo>
                    <a:pt x="17342" y="26161"/>
                  </a:lnTo>
                  <a:lnTo>
                    <a:pt x="15299" y="28537"/>
                  </a:lnTo>
                  <a:lnTo>
                    <a:pt x="13325" y="31016"/>
                  </a:lnTo>
                  <a:lnTo>
                    <a:pt x="11457" y="33566"/>
                  </a:lnTo>
                  <a:lnTo>
                    <a:pt x="9693" y="36186"/>
                  </a:lnTo>
                  <a:lnTo>
                    <a:pt x="8034" y="38893"/>
                  </a:lnTo>
                  <a:lnTo>
                    <a:pt x="6479" y="41669"/>
                  </a:lnTo>
                  <a:lnTo>
                    <a:pt x="5047" y="44499"/>
                  </a:lnTo>
                  <a:lnTo>
                    <a:pt x="3703" y="47398"/>
                  </a:lnTo>
                  <a:lnTo>
                    <a:pt x="2498" y="50367"/>
                  </a:lnTo>
                  <a:lnTo>
                    <a:pt x="1397" y="53388"/>
                  </a:lnTo>
                  <a:lnTo>
                    <a:pt x="419" y="56461"/>
                  </a:lnTo>
                  <a:lnTo>
                    <a:pt x="0" y="58016"/>
                  </a:lnTo>
                  <a:lnTo>
                    <a:pt x="367" y="57789"/>
                  </a:lnTo>
                  <a:lnTo>
                    <a:pt x="1258" y="57492"/>
                  </a:lnTo>
                  <a:lnTo>
                    <a:pt x="2236" y="57352"/>
                  </a:lnTo>
                  <a:lnTo>
                    <a:pt x="3231" y="57335"/>
                  </a:lnTo>
                  <a:lnTo>
                    <a:pt x="5466" y="57562"/>
                  </a:lnTo>
                  <a:lnTo>
                    <a:pt x="5973" y="57701"/>
                  </a:lnTo>
                  <a:lnTo>
                    <a:pt x="40901" y="51956"/>
                  </a:lnTo>
                  <a:lnTo>
                    <a:pt x="41128" y="51589"/>
                  </a:lnTo>
                  <a:lnTo>
                    <a:pt x="42350" y="49947"/>
                  </a:lnTo>
                  <a:lnTo>
                    <a:pt x="43031" y="49336"/>
                  </a:lnTo>
                  <a:lnTo>
                    <a:pt x="43433" y="49144"/>
                  </a:lnTo>
                  <a:lnTo>
                    <a:pt x="43608" y="49162"/>
                  </a:lnTo>
                  <a:lnTo>
                    <a:pt x="44359" y="48341"/>
                  </a:lnTo>
                  <a:lnTo>
                    <a:pt x="45948" y="46786"/>
                  </a:lnTo>
                  <a:lnTo>
                    <a:pt x="47607" y="45302"/>
                  </a:lnTo>
                  <a:lnTo>
                    <a:pt x="49336" y="43905"/>
                  </a:lnTo>
                  <a:lnTo>
                    <a:pt x="51135" y="42595"/>
                  </a:lnTo>
                  <a:lnTo>
                    <a:pt x="53003" y="41390"/>
                  </a:lnTo>
                  <a:lnTo>
                    <a:pt x="54924" y="40255"/>
                  </a:lnTo>
                  <a:lnTo>
                    <a:pt x="56915" y="39242"/>
                  </a:lnTo>
                  <a:lnTo>
                    <a:pt x="58976" y="38316"/>
                  </a:lnTo>
                  <a:lnTo>
                    <a:pt x="61072" y="37496"/>
                  </a:lnTo>
                  <a:lnTo>
                    <a:pt x="63237" y="36780"/>
                  </a:lnTo>
                  <a:lnTo>
                    <a:pt x="65438" y="36168"/>
                  </a:lnTo>
                  <a:lnTo>
                    <a:pt x="67691" y="35679"/>
                  </a:lnTo>
                  <a:lnTo>
                    <a:pt x="69978" y="35313"/>
                  </a:lnTo>
                  <a:lnTo>
                    <a:pt x="72301" y="35068"/>
                  </a:lnTo>
                  <a:lnTo>
                    <a:pt x="74659" y="34928"/>
                  </a:lnTo>
                  <a:lnTo>
                    <a:pt x="76824" y="34928"/>
                  </a:lnTo>
                  <a:lnTo>
                    <a:pt x="78745" y="35016"/>
                  </a:lnTo>
                  <a:lnTo>
                    <a:pt x="80631" y="35190"/>
                  </a:lnTo>
                  <a:lnTo>
                    <a:pt x="82517" y="35435"/>
                  </a:lnTo>
                  <a:lnTo>
                    <a:pt x="85277" y="35941"/>
                  </a:lnTo>
                  <a:lnTo>
                    <a:pt x="88874" y="36902"/>
                  </a:lnTo>
                  <a:lnTo>
                    <a:pt x="92332" y="38159"/>
                  </a:lnTo>
                  <a:lnTo>
                    <a:pt x="95650" y="39679"/>
                  </a:lnTo>
                  <a:lnTo>
                    <a:pt x="98811" y="41477"/>
                  </a:lnTo>
                  <a:lnTo>
                    <a:pt x="101798" y="43521"/>
                  </a:lnTo>
                  <a:lnTo>
                    <a:pt x="103230" y="44638"/>
                  </a:lnTo>
                  <a:lnTo>
                    <a:pt x="109674" y="44743"/>
                  </a:lnTo>
                  <a:lnTo>
                    <a:pt x="127138" y="27279"/>
                  </a:lnTo>
                  <a:lnTo>
                    <a:pt x="127976" y="19874"/>
                  </a:lnTo>
                  <a:lnTo>
                    <a:pt x="126666" y="18739"/>
                  </a:lnTo>
                  <a:lnTo>
                    <a:pt x="123977" y="16539"/>
                  </a:lnTo>
                  <a:lnTo>
                    <a:pt x="121165" y="14443"/>
                  </a:lnTo>
                  <a:lnTo>
                    <a:pt x="118284" y="12487"/>
                  </a:lnTo>
                  <a:lnTo>
                    <a:pt x="115297" y="10653"/>
                  </a:lnTo>
                  <a:lnTo>
                    <a:pt x="112241" y="8959"/>
                  </a:lnTo>
                  <a:lnTo>
                    <a:pt x="109080" y="7388"/>
                  </a:lnTo>
                  <a:lnTo>
                    <a:pt x="105849" y="5956"/>
                  </a:lnTo>
                  <a:lnTo>
                    <a:pt x="102549" y="4681"/>
                  </a:lnTo>
                  <a:lnTo>
                    <a:pt x="99178" y="3546"/>
                  </a:lnTo>
                  <a:lnTo>
                    <a:pt x="95755" y="2550"/>
                  </a:lnTo>
                  <a:lnTo>
                    <a:pt x="92245" y="1712"/>
                  </a:lnTo>
                  <a:lnTo>
                    <a:pt x="88682" y="1048"/>
                  </a:lnTo>
                  <a:lnTo>
                    <a:pt x="85085" y="524"/>
                  </a:lnTo>
                  <a:lnTo>
                    <a:pt x="81417" y="193"/>
                  </a:lnTo>
                  <a:lnTo>
                    <a:pt x="77697" y="18"/>
                  </a:lnTo>
                  <a:lnTo>
                    <a:pt x="75829" y="0"/>
                  </a:lnTo>
                  <a:close/>
                </a:path>
              </a:pathLst>
            </a:custGeom>
            <a:solidFill>
              <a:srgbClr val="EA43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8" name="Google Shape;2958;p328"/>
            <p:cNvSpPr/>
            <p:nvPr/>
          </p:nvSpPr>
          <p:spPr>
            <a:xfrm>
              <a:off x="8696051" y="1280700"/>
              <a:ext cx="2619625" cy="3541300"/>
            </a:xfrm>
            <a:custGeom>
              <a:rect b="b" l="l" r="r" t="t"/>
              <a:pathLst>
                <a:path extrusionOk="0" h="141652" w="104785">
                  <a:moveTo>
                    <a:pt x="56514" y="1"/>
                  </a:moveTo>
                  <a:lnTo>
                    <a:pt x="31768" y="24730"/>
                  </a:lnTo>
                  <a:lnTo>
                    <a:pt x="32693" y="25481"/>
                  </a:lnTo>
                  <a:lnTo>
                    <a:pt x="34457" y="27088"/>
                  </a:lnTo>
                  <a:lnTo>
                    <a:pt x="36134" y="28782"/>
                  </a:lnTo>
                  <a:lnTo>
                    <a:pt x="37723" y="30563"/>
                  </a:lnTo>
                  <a:lnTo>
                    <a:pt x="39225" y="32431"/>
                  </a:lnTo>
                  <a:lnTo>
                    <a:pt x="40622" y="34370"/>
                  </a:lnTo>
                  <a:lnTo>
                    <a:pt x="41897" y="36396"/>
                  </a:lnTo>
                  <a:lnTo>
                    <a:pt x="43067" y="38491"/>
                  </a:lnTo>
                  <a:lnTo>
                    <a:pt x="44132" y="40657"/>
                  </a:lnTo>
                  <a:lnTo>
                    <a:pt x="45075" y="42892"/>
                  </a:lnTo>
                  <a:lnTo>
                    <a:pt x="45896" y="45180"/>
                  </a:lnTo>
                  <a:lnTo>
                    <a:pt x="46595" y="47538"/>
                  </a:lnTo>
                  <a:lnTo>
                    <a:pt x="47153" y="49930"/>
                  </a:lnTo>
                  <a:lnTo>
                    <a:pt x="47573" y="52375"/>
                  </a:lnTo>
                  <a:lnTo>
                    <a:pt x="47869" y="54873"/>
                  </a:lnTo>
                  <a:lnTo>
                    <a:pt x="48009" y="57405"/>
                  </a:lnTo>
                  <a:lnTo>
                    <a:pt x="48027" y="58697"/>
                  </a:lnTo>
                  <a:lnTo>
                    <a:pt x="48027" y="63063"/>
                  </a:lnTo>
                  <a:lnTo>
                    <a:pt x="49144" y="63081"/>
                  </a:lnTo>
                  <a:lnTo>
                    <a:pt x="51345" y="63308"/>
                  </a:lnTo>
                  <a:lnTo>
                    <a:pt x="53475" y="63744"/>
                  </a:lnTo>
                  <a:lnTo>
                    <a:pt x="55536" y="64373"/>
                  </a:lnTo>
                  <a:lnTo>
                    <a:pt x="57492" y="65211"/>
                  </a:lnTo>
                  <a:lnTo>
                    <a:pt x="59343" y="66207"/>
                  </a:lnTo>
                  <a:lnTo>
                    <a:pt x="61090" y="67394"/>
                  </a:lnTo>
                  <a:lnTo>
                    <a:pt x="62714" y="68722"/>
                  </a:lnTo>
                  <a:lnTo>
                    <a:pt x="64181" y="70206"/>
                  </a:lnTo>
                  <a:lnTo>
                    <a:pt x="65526" y="71830"/>
                  </a:lnTo>
                  <a:lnTo>
                    <a:pt x="66696" y="73559"/>
                  </a:lnTo>
                  <a:lnTo>
                    <a:pt x="67709" y="75428"/>
                  </a:lnTo>
                  <a:lnTo>
                    <a:pt x="68547" y="77384"/>
                  </a:lnTo>
                  <a:lnTo>
                    <a:pt x="69175" y="79427"/>
                  </a:lnTo>
                  <a:lnTo>
                    <a:pt x="69612" y="81558"/>
                  </a:lnTo>
                  <a:lnTo>
                    <a:pt x="69839" y="83758"/>
                  </a:lnTo>
                  <a:lnTo>
                    <a:pt x="69857" y="84893"/>
                  </a:lnTo>
                  <a:lnTo>
                    <a:pt x="69839" y="86011"/>
                  </a:lnTo>
                  <a:lnTo>
                    <a:pt x="69612" y="88211"/>
                  </a:lnTo>
                  <a:lnTo>
                    <a:pt x="69175" y="90342"/>
                  </a:lnTo>
                  <a:lnTo>
                    <a:pt x="68547" y="92385"/>
                  </a:lnTo>
                  <a:lnTo>
                    <a:pt x="67709" y="94341"/>
                  </a:lnTo>
                  <a:lnTo>
                    <a:pt x="66696" y="96192"/>
                  </a:lnTo>
                  <a:lnTo>
                    <a:pt x="65526" y="97939"/>
                  </a:lnTo>
                  <a:lnTo>
                    <a:pt x="64181" y="99563"/>
                  </a:lnTo>
                  <a:lnTo>
                    <a:pt x="62714" y="101047"/>
                  </a:lnTo>
                  <a:lnTo>
                    <a:pt x="61090" y="102375"/>
                  </a:lnTo>
                  <a:lnTo>
                    <a:pt x="59343" y="103562"/>
                  </a:lnTo>
                  <a:lnTo>
                    <a:pt x="57492" y="104575"/>
                  </a:lnTo>
                  <a:lnTo>
                    <a:pt x="55536" y="105396"/>
                  </a:lnTo>
                  <a:lnTo>
                    <a:pt x="53475" y="106042"/>
                  </a:lnTo>
                  <a:lnTo>
                    <a:pt x="51345" y="106479"/>
                  </a:lnTo>
                  <a:lnTo>
                    <a:pt x="49144" y="106706"/>
                  </a:lnTo>
                  <a:lnTo>
                    <a:pt x="48027" y="106723"/>
                  </a:lnTo>
                  <a:lnTo>
                    <a:pt x="4367" y="106723"/>
                  </a:lnTo>
                  <a:lnTo>
                    <a:pt x="1" y="111107"/>
                  </a:lnTo>
                  <a:lnTo>
                    <a:pt x="1" y="137303"/>
                  </a:lnTo>
                  <a:lnTo>
                    <a:pt x="4367" y="141651"/>
                  </a:lnTo>
                  <a:lnTo>
                    <a:pt x="48027" y="141651"/>
                  </a:lnTo>
                  <a:lnTo>
                    <a:pt x="49494" y="141634"/>
                  </a:lnTo>
                  <a:lnTo>
                    <a:pt x="52393" y="141494"/>
                  </a:lnTo>
                  <a:lnTo>
                    <a:pt x="55239" y="141197"/>
                  </a:lnTo>
                  <a:lnTo>
                    <a:pt x="58051" y="140760"/>
                  </a:lnTo>
                  <a:lnTo>
                    <a:pt x="60828" y="140202"/>
                  </a:lnTo>
                  <a:lnTo>
                    <a:pt x="63552" y="139503"/>
                  </a:lnTo>
                  <a:lnTo>
                    <a:pt x="66207" y="138665"/>
                  </a:lnTo>
                  <a:lnTo>
                    <a:pt x="68809" y="137704"/>
                  </a:lnTo>
                  <a:lnTo>
                    <a:pt x="71358" y="136639"/>
                  </a:lnTo>
                  <a:lnTo>
                    <a:pt x="73838" y="135434"/>
                  </a:lnTo>
                  <a:lnTo>
                    <a:pt x="76248" y="134124"/>
                  </a:lnTo>
                  <a:lnTo>
                    <a:pt x="78589" y="132692"/>
                  </a:lnTo>
                  <a:lnTo>
                    <a:pt x="80859" y="131173"/>
                  </a:lnTo>
                  <a:lnTo>
                    <a:pt x="83042" y="129531"/>
                  </a:lnTo>
                  <a:lnTo>
                    <a:pt x="85155" y="127802"/>
                  </a:lnTo>
                  <a:lnTo>
                    <a:pt x="87163" y="125968"/>
                  </a:lnTo>
                  <a:lnTo>
                    <a:pt x="89084" y="124030"/>
                  </a:lnTo>
                  <a:lnTo>
                    <a:pt x="90918" y="122022"/>
                  </a:lnTo>
                  <a:lnTo>
                    <a:pt x="92664" y="119908"/>
                  </a:lnTo>
                  <a:lnTo>
                    <a:pt x="94306" y="117725"/>
                  </a:lnTo>
                  <a:lnTo>
                    <a:pt x="95825" y="115473"/>
                  </a:lnTo>
                  <a:lnTo>
                    <a:pt x="97258" y="113132"/>
                  </a:lnTo>
                  <a:lnTo>
                    <a:pt x="98567" y="110705"/>
                  </a:lnTo>
                  <a:lnTo>
                    <a:pt x="99772" y="108225"/>
                  </a:lnTo>
                  <a:lnTo>
                    <a:pt x="100838" y="105693"/>
                  </a:lnTo>
                  <a:lnTo>
                    <a:pt x="101798" y="103073"/>
                  </a:lnTo>
                  <a:lnTo>
                    <a:pt x="102636" y="100419"/>
                  </a:lnTo>
                  <a:lnTo>
                    <a:pt x="103335" y="97694"/>
                  </a:lnTo>
                  <a:lnTo>
                    <a:pt x="103894" y="94935"/>
                  </a:lnTo>
                  <a:lnTo>
                    <a:pt x="104330" y="92106"/>
                  </a:lnTo>
                  <a:lnTo>
                    <a:pt x="104627" y="89259"/>
                  </a:lnTo>
                  <a:lnTo>
                    <a:pt x="104767" y="86360"/>
                  </a:lnTo>
                  <a:lnTo>
                    <a:pt x="104784" y="84893"/>
                  </a:lnTo>
                  <a:lnTo>
                    <a:pt x="104767" y="83077"/>
                  </a:lnTo>
                  <a:lnTo>
                    <a:pt x="104540" y="79497"/>
                  </a:lnTo>
                  <a:lnTo>
                    <a:pt x="104103" y="75987"/>
                  </a:lnTo>
                  <a:lnTo>
                    <a:pt x="103440" y="72546"/>
                  </a:lnTo>
                  <a:lnTo>
                    <a:pt x="102584" y="69193"/>
                  </a:lnTo>
                  <a:lnTo>
                    <a:pt x="101536" y="65910"/>
                  </a:lnTo>
                  <a:lnTo>
                    <a:pt x="100279" y="62714"/>
                  </a:lnTo>
                  <a:lnTo>
                    <a:pt x="98847" y="59623"/>
                  </a:lnTo>
                  <a:lnTo>
                    <a:pt x="97240" y="56637"/>
                  </a:lnTo>
                  <a:lnTo>
                    <a:pt x="95459" y="53755"/>
                  </a:lnTo>
                  <a:lnTo>
                    <a:pt x="93520" y="50996"/>
                  </a:lnTo>
                  <a:lnTo>
                    <a:pt x="91425" y="48359"/>
                  </a:lnTo>
                  <a:lnTo>
                    <a:pt x="89172" y="45844"/>
                  </a:lnTo>
                  <a:lnTo>
                    <a:pt x="86797" y="43469"/>
                  </a:lnTo>
                  <a:lnTo>
                    <a:pt x="84264" y="41251"/>
                  </a:lnTo>
                  <a:lnTo>
                    <a:pt x="81610" y="39173"/>
                  </a:lnTo>
                  <a:lnTo>
                    <a:pt x="80230" y="38195"/>
                  </a:lnTo>
                  <a:lnTo>
                    <a:pt x="79828" y="36797"/>
                  </a:lnTo>
                  <a:lnTo>
                    <a:pt x="78973" y="34021"/>
                  </a:lnTo>
                  <a:lnTo>
                    <a:pt x="78012" y="31314"/>
                  </a:lnTo>
                  <a:lnTo>
                    <a:pt x="76964" y="28642"/>
                  </a:lnTo>
                  <a:lnTo>
                    <a:pt x="75812" y="26005"/>
                  </a:lnTo>
                  <a:lnTo>
                    <a:pt x="74572" y="23438"/>
                  </a:lnTo>
                  <a:lnTo>
                    <a:pt x="73245" y="20905"/>
                  </a:lnTo>
                  <a:lnTo>
                    <a:pt x="71813" y="18443"/>
                  </a:lnTo>
                  <a:lnTo>
                    <a:pt x="70311" y="16033"/>
                  </a:lnTo>
                  <a:lnTo>
                    <a:pt x="68721" y="13693"/>
                  </a:lnTo>
                  <a:lnTo>
                    <a:pt x="67062" y="11387"/>
                  </a:lnTo>
                  <a:lnTo>
                    <a:pt x="65316" y="9170"/>
                  </a:lnTo>
                  <a:lnTo>
                    <a:pt x="63482" y="7004"/>
                  </a:lnTo>
                  <a:lnTo>
                    <a:pt x="61579" y="4908"/>
                  </a:lnTo>
                  <a:lnTo>
                    <a:pt x="59605" y="2882"/>
                  </a:lnTo>
                  <a:lnTo>
                    <a:pt x="57562" y="944"/>
                  </a:lnTo>
                  <a:lnTo>
                    <a:pt x="56514" y="1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9" name="Google Shape;2959;p328"/>
            <p:cNvSpPr/>
            <p:nvPr/>
          </p:nvSpPr>
          <p:spPr>
            <a:xfrm>
              <a:off x="6856226" y="3899425"/>
              <a:ext cx="1948575" cy="922575"/>
            </a:xfrm>
            <a:custGeom>
              <a:rect b="b" l="l" r="r" t="t"/>
              <a:pathLst>
                <a:path extrusionOk="0" h="36903" w="77943">
                  <a:moveTo>
                    <a:pt x="25306" y="1"/>
                  </a:moveTo>
                  <a:lnTo>
                    <a:pt x="19019" y="1957"/>
                  </a:lnTo>
                  <a:lnTo>
                    <a:pt x="1537" y="19438"/>
                  </a:lnTo>
                  <a:lnTo>
                    <a:pt x="1" y="25358"/>
                  </a:lnTo>
                  <a:lnTo>
                    <a:pt x="909" y="26022"/>
                  </a:lnTo>
                  <a:lnTo>
                    <a:pt x="2742" y="27314"/>
                  </a:lnTo>
                  <a:lnTo>
                    <a:pt x="4646" y="28519"/>
                  </a:lnTo>
                  <a:lnTo>
                    <a:pt x="6585" y="29655"/>
                  </a:lnTo>
                  <a:lnTo>
                    <a:pt x="8575" y="30737"/>
                  </a:lnTo>
                  <a:lnTo>
                    <a:pt x="10619" y="31715"/>
                  </a:lnTo>
                  <a:lnTo>
                    <a:pt x="12697" y="32623"/>
                  </a:lnTo>
                  <a:lnTo>
                    <a:pt x="14828" y="33462"/>
                  </a:lnTo>
                  <a:lnTo>
                    <a:pt x="16993" y="34195"/>
                  </a:lnTo>
                  <a:lnTo>
                    <a:pt x="19194" y="34859"/>
                  </a:lnTo>
                  <a:lnTo>
                    <a:pt x="21429" y="35435"/>
                  </a:lnTo>
                  <a:lnTo>
                    <a:pt x="23699" y="35907"/>
                  </a:lnTo>
                  <a:lnTo>
                    <a:pt x="26004" y="36291"/>
                  </a:lnTo>
                  <a:lnTo>
                    <a:pt x="28345" y="36588"/>
                  </a:lnTo>
                  <a:lnTo>
                    <a:pt x="30702" y="36797"/>
                  </a:lnTo>
                  <a:lnTo>
                    <a:pt x="33095" y="36885"/>
                  </a:lnTo>
                  <a:lnTo>
                    <a:pt x="34300" y="36902"/>
                  </a:lnTo>
                  <a:lnTo>
                    <a:pt x="77942" y="36902"/>
                  </a:lnTo>
                  <a:lnTo>
                    <a:pt x="77942" y="1974"/>
                  </a:lnTo>
                  <a:lnTo>
                    <a:pt x="34300" y="1974"/>
                  </a:lnTo>
                  <a:lnTo>
                    <a:pt x="33095" y="1957"/>
                  </a:lnTo>
                  <a:lnTo>
                    <a:pt x="30772" y="1695"/>
                  </a:lnTo>
                  <a:lnTo>
                    <a:pt x="28502" y="1188"/>
                  </a:lnTo>
                  <a:lnTo>
                    <a:pt x="26354" y="455"/>
                  </a:lnTo>
                  <a:lnTo>
                    <a:pt x="25306" y="1"/>
                  </a:lnTo>
                  <a:close/>
                </a:path>
              </a:pathLst>
            </a:custGeom>
            <a:solidFill>
              <a:srgbClr val="34A8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0" name="Google Shape;2960;p328"/>
            <p:cNvSpPr/>
            <p:nvPr/>
          </p:nvSpPr>
          <p:spPr>
            <a:xfrm>
              <a:off x="6294751" y="1984075"/>
              <a:ext cx="2549350" cy="2549325"/>
            </a:xfrm>
            <a:custGeom>
              <a:rect b="b" l="l" r="r" t="t"/>
              <a:pathLst>
                <a:path extrusionOk="0" h="101973" w="101974">
                  <a:moveTo>
                    <a:pt x="55292" y="0"/>
                  </a:moveTo>
                  <a:lnTo>
                    <a:pt x="52393" y="158"/>
                  </a:lnTo>
                  <a:lnTo>
                    <a:pt x="49529" y="454"/>
                  </a:lnTo>
                  <a:lnTo>
                    <a:pt x="46717" y="874"/>
                  </a:lnTo>
                  <a:lnTo>
                    <a:pt x="43958" y="1450"/>
                  </a:lnTo>
                  <a:lnTo>
                    <a:pt x="41233" y="2148"/>
                  </a:lnTo>
                  <a:lnTo>
                    <a:pt x="38561" y="2969"/>
                  </a:lnTo>
                  <a:lnTo>
                    <a:pt x="35959" y="3930"/>
                  </a:lnTo>
                  <a:lnTo>
                    <a:pt x="33410" y="5013"/>
                  </a:lnTo>
                  <a:lnTo>
                    <a:pt x="30930" y="6200"/>
                  </a:lnTo>
                  <a:lnTo>
                    <a:pt x="28520" y="7527"/>
                  </a:lnTo>
                  <a:lnTo>
                    <a:pt x="26179" y="8942"/>
                  </a:lnTo>
                  <a:lnTo>
                    <a:pt x="23909" y="10479"/>
                  </a:lnTo>
                  <a:lnTo>
                    <a:pt x="21726" y="12103"/>
                  </a:lnTo>
                  <a:lnTo>
                    <a:pt x="19630" y="13849"/>
                  </a:lnTo>
                  <a:lnTo>
                    <a:pt x="17605" y="15683"/>
                  </a:lnTo>
                  <a:lnTo>
                    <a:pt x="15684" y="17604"/>
                  </a:lnTo>
                  <a:lnTo>
                    <a:pt x="13850" y="19630"/>
                  </a:lnTo>
                  <a:lnTo>
                    <a:pt x="12121" y="21726"/>
                  </a:lnTo>
                  <a:lnTo>
                    <a:pt x="10479" y="23909"/>
                  </a:lnTo>
                  <a:lnTo>
                    <a:pt x="8943" y="26179"/>
                  </a:lnTo>
                  <a:lnTo>
                    <a:pt x="7528" y="28519"/>
                  </a:lnTo>
                  <a:lnTo>
                    <a:pt x="6218" y="30929"/>
                  </a:lnTo>
                  <a:lnTo>
                    <a:pt x="5013" y="33409"/>
                  </a:lnTo>
                  <a:lnTo>
                    <a:pt x="3930" y="35959"/>
                  </a:lnTo>
                  <a:lnTo>
                    <a:pt x="2987" y="38561"/>
                  </a:lnTo>
                  <a:lnTo>
                    <a:pt x="2149" y="41233"/>
                  </a:lnTo>
                  <a:lnTo>
                    <a:pt x="1450" y="43940"/>
                  </a:lnTo>
                  <a:lnTo>
                    <a:pt x="892" y="46716"/>
                  </a:lnTo>
                  <a:lnTo>
                    <a:pt x="455" y="49528"/>
                  </a:lnTo>
                  <a:lnTo>
                    <a:pt x="158" y="52392"/>
                  </a:lnTo>
                  <a:lnTo>
                    <a:pt x="18" y="55291"/>
                  </a:lnTo>
                  <a:lnTo>
                    <a:pt x="1" y="56758"/>
                  </a:lnTo>
                  <a:lnTo>
                    <a:pt x="18" y="58470"/>
                  </a:lnTo>
                  <a:lnTo>
                    <a:pt x="228" y="61875"/>
                  </a:lnTo>
                  <a:lnTo>
                    <a:pt x="630" y="65228"/>
                  </a:lnTo>
                  <a:lnTo>
                    <a:pt x="1223" y="68511"/>
                  </a:lnTo>
                  <a:lnTo>
                    <a:pt x="2009" y="71742"/>
                  </a:lnTo>
                  <a:lnTo>
                    <a:pt x="2970" y="74886"/>
                  </a:lnTo>
                  <a:lnTo>
                    <a:pt x="4105" y="77942"/>
                  </a:lnTo>
                  <a:lnTo>
                    <a:pt x="5415" y="80928"/>
                  </a:lnTo>
                  <a:lnTo>
                    <a:pt x="6882" y="83810"/>
                  </a:lnTo>
                  <a:lnTo>
                    <a:pt x="8506" y="86604"/>
                  </a:lnTo>
                  <a:lnTo>
                    <a:pt x="10270" y="89294"/>
                  </a:lnTo>
                  <a:lnTo>
                    <a:pt x="12191" y="91878"/>
                  </a:lnTo>
                  <a:lnTo>
                    <a:pt x="14252" y="94341"/>
                  </a:lnTo>
                  <a:lnTo>
                    <a:pt x="16452" y="96681"/>
                  </a:lnTo>
                  <a:lnTo>
                    <a:pt x="18775" y="98899"/>
                  </a:lnTo>
                  <a:lnTo>
                    <a:pt x="21220" y="100977"/>
                  </a:lnTo>
                  <a:lnTo>
                    <a:pt x="22495" y="101972"/>
                  </a:lnTo>
                  <a:lnTo>
                    <a:pt x="47817" y="76650"/>
                  </a:lnTo>
                  <a:lnTo>
                    <a:pt x="47101" y="76318"/>
                  </a:lnTo>
                  <a:lnTo>
                    <a:pt x="45739" y="75567"/>
                  </a:lnTo>
                  <a:lnTo>
                    <a:pt x="44429" y="74746"/>
                  </a:lnTo>
                  <a:lnTo>
                    <a:pt x="43189" y="73821"/>
                  </a:lnTo>
                  <a:lnTo>
                    <a:pt x="42019" y="72825"/>
                  </a:lnTo>
                  <a:lnTo>
                    <a:pt x="40919" y="71742"/>
                  </a:lnTo>
                  <a:lnTo>
                    <a:pt x="39906" y="70590"/>
                  </a:lnTo>
                  <a:lnTo>
                    <a:pt x="38963" y="69367"/>
                  </a:lnTo>
                  <a:lnTo>
                    <a:pt x="38107" y="68075"/>
                  </a:lnTo>
                  <a:lnTo>
                    <a:pt x="37356" y="66730"/>
                  </a:lnTo>
                  <a:lnTo>
                    <a:pt x="36675" y="65316"/>
                  </a:lnTo>
                  <a:lnTo>
                    <a:pt x="36116" y="63866"/>
                  </a:lnTo>
                  <a:lnTo>
                    <a:pt x="35662" y="62347"/>
                  </a:lnTo>
                  <a:lnTo>
                    <a:pt x="35296" y="60792"/>
                  </a:lnTo>
                  <a:lnTo>
                    <a:pt x="35069" y="59203"/>
                  </a:lnTo>
                  <a:lnTo>
                    <a:pt x="34946" y="57579"/>
                  </a:lnTo>
                  <a:lnTo>
                    <a:pt x="34929" y="56758"/>
                  </a:lnTo>
                  <a:lnTo>
                    <a:pt x="34946" y="55623"/>
                  </a:lnTo>
                  <a:lnTo>
                    <a:pt x="35173" y="53423"/>
                  </a:lnTo>
                  <a:lnTo>
                    <a:pt x="35610" y="51292"/>
                  </a:lnTo>
                  <a:lnTo>
                    <a:pt x="36256" y="49249"/>
                  </a:lnTo>
                  <a:lnTo>
                    <a:pt x="37077" y="47293"/>
                  </a:lnTo>
                  <a:lnTo>
                    <a:pt x="38090" y="45424"/>
                  </a:lnTo>
                  <a:lnTo>
                    <a:pt x="39260" y="43695"/>
                  </a:lnTo>
                  <a:lnTo>
                    <a:pt x="40605" y="42071"/>
                  </a:lnTo>
                  <a:lnTo>
                    <a:pt x="42089" y="40587"/>
                  </a:lnTo>
                  <a:lnTo>
                    <a:pt x="43696" y="39259"/>
                  </a:lnTo>
                  <a:lnTo>
                    <a:pt x="45442" y="38072"/>
                  </a:lnTo>
                  <a:lnTo>
                    <a:pt x="47311" y="37076"/>
                  </a:lnTo>
                  <a:lnTo>
                    <a:pt x="49267" y="36238"/>
                  </a:lnTo>
                  <a:lnTo>
                    <a:pt x="51310" y="35609"/>
                  </a:lnTo>
                  <a:lnTo>
                    <a:pt x="53441" y="35173"/>
                  </a:lnTo>
                  <a:lnTo>
                    <a:pt x="55641" y="34946"/>
                  </a:lnTo>
                  <a:lnTo>
                    <a:pt x="56759" y="34928"/>
                  </a:lnTo>
                  <a:lnTo>
                    <a:pt x="57580" y="34928"/>
                  </a:lnTo>
                  <a:lnTo>
                    <a:pt x="59204" y="35051"/>
                  </a:lnTo>
                  <a:lnTo>
                    <a:pt x="60810" y="35295"/>
                  </a:lnTo>
                  <a:lnTo>
                    <a:pt x="62365" y="35644"/>
                  </a:lnTo>
                  <a:lnTo>
                    <a:pt x="63867" y="36116"/>
                  </a:lnTo>
                  <a:lnTo>
                    <a:pt x="65316" y="36675"/>
                  </a:lnTo>
                  <a:lnTo>
                    <a:pt x="66731" y="37338"/>
                  </a:lnTo>
                  <a:lnTo>
                    <a:pt x="68075" y="38089"/>
                  </a:lnTo>
                  <a:lnTo>
                    <a:pt x="69368" y="38945"/>
                  </a:lnTo>
                  <a:lnTo>
                    <a:pt x="70590" y="39888"/>
                  </a:lnTo>
                  <a:lnTo>
                    <a:pt x="71743" y="40901"/>
                  </a:lnTo>
                  <a:lnTo>
                    <a:pt x="72826" y="42001"/>
                  </a:lnTo>
                  <a:lnTo>
                    <a:pt x="73821" y="43171"/>
                  </a:lnTo>
                  <a:lnTo>
                    <a:pt x="74747" y="44429"/>
                  </a:lnTo>
                  <a:lnTo>
                    <a:pt x="75585" y="45721"/>
                  </a:lnTo>
                  <a:lnTo>
                    <a:pt x="76318" y="47101"/>
                  </a:lnTo>
                  <a:lnTo>
                    <a:pt x="76650" y="47799"/>
                  </a:lnTo>
                  <a:lnTo>
                    <a:pt x="101973" y="22476"/>
                  </a:lnTo>
                  <a:lnTo>
                    <a:pt x="100978" y="21219"/>
                  </a:lnTo>
                  <a:lnTo>
                    <a:pt x="98899" y="18774"/>
                  </a:lnTo>
                  <a:lnTo>
                    <a:pt x="96681" y="16451"/>
                  </a:lnTo>
                  <a:lnTo>
                    <a:pt x="94341" y="14251"/>
                  </a:lnTo>
                  <a:lnTo>
                    <a:pt x="91879" y="12190"/>
                  </a:lnTo>
                  <a:lnTo>
                    <a:pt x="89294" y="10269"/>
                  </a:lnTo>
                  <a:lnTo>
                    <a:pt x="86605" y="8488"/>
                  </a:lnTo>
                  <a:lnTo>
                    <a:pt x="83828" y="6864"/>
                  </a:lnTo>
                  <a:lnTo>
                    <a:pt x="80929" y="5397"/>
                  </a:lnTo>
                  <a:lnTo>
                    <a:pt x="77960" y="4087"/>
                  </a:lnTo>
                  <a:lnTo>
                    <a:pt x="74886" y="2952"/>
                  </a:lnTo>
                  <a:lnTo>
                    <a:pt x="71743" y="1991"/>
                  </a:lnTo>
                  <a:lnTo>
                    <a:pt x="68530" y="1223"/>
                  </a:lnTo>
                  <a:lnTo>
                    <a:pt x="65229" y="612"/>
                  </a:lnTo>
                  <a:lnTo>
                    <a:pt x="61893" y="210"/>
                  </a:lnTo>
                  <a:lnTo>
                    <a:pt x="58488" y="18"/>
                  </a:lnTo>
                  <a:lnTo>
                    <a:pt x="56759" y="0"/>
                  </a:lnTo>
                  <a:close/>
                </a:path>
              </a:pathLst>
            </a:custGeom>
            <a:solidFill>
              <a:srgbClr val="FBBC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61" name="Google Shape;2961;p328"/>
          <p:cNvGrpSpPr/>
          <p:nvPr/>
        </p:nvGrpSpPr>
        <p:grpSpPr>
          <a:xfrm>
            <a:off x="457200" y="4603434"/>
            <a:ext cx="1190118" cy="210542"/>
            <a:chOff x="990623" y="4603434"/>
            <a:chExt cx="1190118" cy="210542"/>
          </a:xfrm>
        </p:grpSpPr>
        <p:sp>
          <p:nvSpPr>
            <p:cNvPr id="2962" name="Google Shape;2962;p328"/>
            <p:cNvSpPr/>
            <p:nvPr/>
          </p:nvSpPr>
          <p:spPr>
            <a:xfrm>
              <a:off x="990623" y="4603434"/>
              <a:ext cx="646021" cy="210542"/>
            </a:xfrm>
            <a:custGeom>
              <a:rect b="b" l="l" r="r" t="t"/>
              <a:pathLst>
                <a:path extrusionOk="0" h="31828" w="97660">
                  <a:moveTo>
                    <a:pt x="90813" y="11848"/>
                  </a:moveTo>
                  <a:lnTo>
                    <a:pt x="91289" y="11919"/>
                  </a:lnTo>
                  <a:lnTo>
                    <a:pt x="91754" y="12038"/>
                  </a:lnTo>
                  <a:lnTo>
                    <a:pt x="92194" y="12217"/>
                  </a:lnTo>
                  <a:lnTo>
                    <a:pt x="92409" y="12336"/>
                  </a:lnTo>
                  <a:lnTo>
                    <a:pt x="92599" y="12443"/>
                  </a:lnTo>
                  <a:lnTo>
                    <a:pt x="92933" y="12705"/>
                  </a:lnTo>
                  <a:lnTo>
                    <a:pt x="93206" y="13015"/>
                  </a:lnTo>
                  <a:lnTo>
                    <a:pt x="93433" y="13372"/>
                  </a:lnTo>
                  <a:lnTo>
                    <a:pt x="93528" y="13562"/>
                  </a:lnTo>
                  <a:lnTo>
                    <a:pt x="86408" y="16491"/>
                  </a:lnTo>
                  <a:lnTo>
                    <a:pt x="86396" y="16015"/>
                  </a:lnTo>
                  <a:lnTo>
                    <a:pt x="86539" y="15098"/>
                  </a:lnTo>
                  <a:lnTo>
                    <a:pt x="86860" y="14229"/>
                  </a:lnTo>
                  <a:lnTo>
                    <a:pt x="87372" y="13455"/>
                  </a:lnTo>
                  <a:lnTo>
                    <a:pt x="87694" y="13110"/>
                  </a:lnTo>
                  <a:lnTo>
                    <a:pt x="87979" y="12824"/>
                  </a:lnTo>
                  <a:lnTo>
                    <a:pt x="88646" y="12372"/>
                  </a:lnTo>
                  <a:lnTo>
                    <a:pt x="89372" y="12050"/>
                  </a:lnTo>
                  <a:lnTo>
                    <a:pt x="90158" y="11872"/>
                  </a:lnTo>
                  <a:lnTo>
                    <a:pt x="90563" y="11848"/>
                  </a:lnTo>
                  <a:close/>
                  <a:moveTo>
                    <a:pt x="32899" y="11907"/>
                  </a:moveTo>
                  <a:lnTo>
                    <a:pt x="33756" y="11931"/>
                  </a:lnTo>
                  <a:lnTo>
                    <a:pt x="34578" y="12110"/>
                  </a:lnTo>
                  <a:lnTo>
                    <a:pt x="35375" y="12443"/>
                  </a:lnTo>
                  <a:lnTo>
                    <a:pt x="36090" y="12943"/>
                  </a:lnTo>
                  <a:lnTo>
                    <a:pt x="36423" y="13265"/>
                  </a:lnTo>
                  <a:lnTo>
                    <a:pt x="36733" y="13646"/>
                  </a:lnTo>
                  <a:lnTo>
                    <a:pt x="37221" y="14467"/>
                  </a:lnTo>
                  <a:lnTo>
                    <a:pt x="37554" y="15348"/>
                  </a:lnTo>
                  <a:lnTo>
                    <a:pt x="37721" y="16265"/>
                  </a:lnTo>
                  <a:lnTo>
                    <a:pt x="37721" y="17194"/>
                  </a:lnTo>
                  <a:lnTo>
                    <a:pt x="37554" y="18111"/>
                  </a:lnTo>
                  <a:lnTo>
                    <a:pt x="37221" y="18992"/>
                  </a:lnTo>
                  <a:lnTo>
                    <a:pt x="36733" y="19801"/>
                  </a:lnTo>
                  <a:lnTo>
                    <a:pt x="36423" y="20182"/>
                  </a:lnTo>
                  <a:lnTo>
                    <a:pt x="36340" y="20266"/>
                  </a:lnTo>
                  <a:lnTo>
                    <a:pt x="36256" y="20349"/>
                  </a:lnTo>
                  <a:lnTo>
                    <a:pt x="35911" y="20647"/>
                  </a:lnTo>
                  <a:lnTo>
                    <a:pt x="35173" y="21099"/>
                  </a:lnTo>
                  <a:lnTo>
                    <a:pt x="34375" y="21397"/>
                  </a:lnTo>
                  <a:lnTo>
                    <a:pt x="33554" y="21540"/>
                  </a:lnTo>
                  <a:lnTo>
                    <a:pt x="32720" y="21516"/>
                  </a:lnTo>
                  <a:lnTo>
                    <a:pt x="31899" y="21326"/>
                  </a:lnTo>
                  <a:lnTo>
                    <a:pt x="31125" y="20992"/>
                  </a:lnTo>
                  <a:lnTo>
                    <a:pt x="30410" y="20492"/>
                  </a:lnTo>
                  <a:lnTo>
                    <a:pt x="30089" y="20182"/>
                  </a:lnTo>
                  <a:lnTo>
                    <a:pt x="30053" y="20182"/>
                  </a:lnTo>
                  <a:lnTo>
                    <a:pt x="29732" y="19801"/>
                  </a:lnTo>
                  <a:lnTo>
                    <a:pt x="29243" y="18980"/>
                  </a:lnTo>
                  <a:lnTo>
                    <a:pt x="28910" y="18099"/>
                  </a:lnTo>
                  <a:lnTo>
                    <a:pt x="28743" y="17182"/>
                  </a:lnTo>
                  <a:lnTo>
                    <a:pt x="28743" y="16253"/>
                  </a:lnTo>
                  <a:lnTo>
                    <a:pt x="28910" y="15336"/>
                  </a:lnTo>
                  <a:lnTo>
                    <a:pt x="29243" y="14455"/>
                  </a:lnTo>
                  <a:lnTo>
                    <a:pt x="29732" y="13634"/>
                  </a:lnTo>
                  <a:lnTo>
                    <a:pt x="30053" y="13265"/>
                  </a:lnTo>
                  <a:lnTo>
                    <a:pt x="30184" y="13134"/>
                  </a:lnTo>
                  <a:lnTo>
                    <a:pt x="30517" y="12824"/>
                  </a:lnTo>
                  <a:lnTo>
                    <a:pt x="31268" y="12360"/>
                  </a:lnTo>
                  <a:lnTo>
                    <a:pt x="32065" y="12050"/>
                  </a:lnTo>
                  <a:lnTo>
                    <a:pt x="32899" y="11907"/>
                  </a:lnTo>
                  <a:close/>
                  <a:moveTo>
                    <a:pt x="50318" y="11907"/>
                  </a:moveTo>
                  <a:lnTo>
                    <a:pt x="51164" y="11931"/>
                  </a:lnTo>
                  <a:lnTo>
                    <a:pt x="51997" y="12110"/>
                  </a:lnTo>
                  <a:lnTo>
                    <a:pt x="52783" y="12443"/>
                  </a:lnTo>
                  <a:lnTo>
                    <a:pt x="53509" y="12943"/>
                  </a:lnTo>
                  <a:lnTo>
                    <a:pt x="53831" y="13265"/>
                  </a:lnTo>
                  <a:lnTo>
                    <a:pt x="54152" y="13646"/>
                  </a:lnTo>
                  <a:lnTo>
                    <a:pt x="54641" y="14467"/>
                  </a:lnTo>
                  <a:lnTo>
                    <a:pt x="54974" y="15348"/>
                  </a:lnTo>
                  <a:lnTo>
                    <a:pt x="55129" y="16265"/>
                  </a:lnTo>
                  <a:lnTo>
                    <a:pt x="55129" y="17194"/>
                  </a:lnTo>
                  <a:lnTo>
                    <a:pt x="54974" y="18111"/>
                  </a:lnTo>
                  <a:lnTo>
                    <a:pt x="54641" y="18992"/>
                  </a:lnTo>
                  <a:lnTo>
                    <a:pt x="54152" y="19801"/>
                  </a:lnTo>
                  <a:lnTo>
                    <a:pt x="53831" y="20182"/>
                  </a:lnTo>
                  <a:lnTo>
                    <a:pt x="53759" y="20266"/>
                  </a:lnTo>
                  <a:lnTo>
                    <a:pt x="53664" y="20349"/>
                  </a:lnTo>
                  <a:lnTo>
                    <a:pt x="53331" y="20647"/>
                  </a:lnTo>
                  <a:lnTo>
                    <a:pt x="52593" y="21099"/>
                  </a:lnTo>
                  <a:lnTo>
                    <a:pt x="51795" y="21397"/>
                  </a:lnTo>
                  <a:lnTo>
                    <a:pt x="50961" y="21540"/>
                  </a:lnTo>
                  <a:lnTo>
                    <a:pt x="50128" y="21516"/>
                  </a:lnTo>
                  <a:lnTo>
                    <a:pt x="49306" y="21326"/>
                  </a:lnTo>
                  <a:lnTo>
                    <a:pt x="48532" y="20992"/>
                  </a:lnTo>
                  <a:lnTo>
                    <a:pt x="47818" y="20492"/>
                  </a:lnTo>
                  <a:lnTo>
                    <a:pt x="47508" y="20182"/>
                  </a:lnTo>
                  <a:lnTo>
                    <a:pt x="47461" y="20182"/>
                  </a:lnTo>
                  <a:lnTo>
                    <a:pt x="47139" y="19801"/>
                  </a:lnTo>
                  <a:lnTo>
                    <a:pt x="46651" y="18980"/>
                  </a:lnTo>
                  <a:lnTo>
                    <a:pt x="46318" y="18099"/>
                  </a:lnTo>
                  <a:lnTo>
                    <a:pt x="46163" y="17182"/>
                  </a:lnTo>
                  <a:lnTo>
                    <a:pt x="46163" y="16253"/>
                  </a:lnTo>
                  <a:lnTo>
                    <a:pt x="46318" y="15336"/>
                  </a:lnTo>
                  <a:lnTo>
                    <a:pt x="46651" y="14455"/>
                  </a:lnTo>
                  <a:lnTo>
                    <a:pt x="47139" y="13634"/>
                  </a:lnTo>
                  <a:lnTo>
                    <a:pt x="47461" y="13265"/>
                  </a:lnTo>
                  <a:lnTo>
                    <a:pt x="47592" y="13134"/>
                  </a:lnTo>
                  <a:lnTo>
                    <a:pt x="47937" y="12824"/>
                  </a:lnTo>
                  <a:lnTo>
                    <a:pt x="48675" y="12360"/>
                  </a:lnTo>
                  <a:lnTo>
                    <a:pt x="49485" y="12050"/>
                  </a:lnTo>
                  <a:lnTo>
                    <a:pt x="50318" y="11907"/>
                  </a:lnTo>
                  <a:close/>
                  <a:moveTo>
                    <a:pt x="68048" y="11907"/>
                  </a:moveTo>
                  <a:lnTo>
                    <a:pt x="68488" y="11919"/>
                  </a:lnTo>
                  <a:lnTo>
                    <a:pt x="69333" y="12098"/>
                  </a:lnTo>
                  <a:lnTo>
                    <a:pt x="70107" y="12455"/>
                  </a:lnTo>
                  <a:lnTo>
                    <a:pt x="70786" y="12967"/>
                  </a:lnTo>
                  <a:lnTo>
                    <a:pt x="71084" y="13289"/>
                  </a:lnTo>
                  <a:lnTo>
                    <a:pt x="71381" y="13658"/>
                  </a:lnTo>
                  <a:lnTo>
                    <a:pt x="71846" y="14479"/>
                  </a:lnTo>
                  <a:lnTo>
                    <a:pt x="72167" y="15360"/>
                  </a:lnTo>
                  <a:lnTo>
                    <a:pt x="72298" y="16289"/>
                  </a:lnTo>
                  <a:lnTo>
                    <a:pt x="72298" y="16765"/>
                  </a:lnTo>
                  <a:lnTo>
                    <a:pt x="72298" y="17230"/>
                  </a:lnTo>
                  <a:lnTo>
                    <a:pt x="72155" y="18146"/>
                  </a:lnTo>
                  <a:lnTo>
                    <a:pt x="71846" y="19016"/>
                  </a:lnTo>
                  <a:lnTo>
                    <a:pt x="71381" y="19813"/>
                  </a:lnTo>
                  <a:lnTo>
                    <a:pt x="71084" y="20182"/>
                  </a:lnTo>
                  <a:lnTo>
                    <a:pt x="70786" y="20504"/>
                  </a:lnTo>
                  <a:lnTo>
                    <a:pt x="70095" y="21028"/>
                  </a:lnTo>
                  <a:lnTo>
                    <a:pt x="69322" y="21373"/>
                  </a:lnTo>
                  <a:lnTo>
                    <a:pt x="68476" y="21552"/>
                  </a:lnTo>
                  <a:lnTo>
                    <a:pt x="68048" y="21552"/>
                  </a:lnTo>
                  <a:lnTo>
                    <a:pt x="67595" y="21540"/>
                  </a:lnTo>
                  <a:lnTo>
                    <a:pt x="66726" y="21361"/>
                  </a:lnTo>
                  <a:lnTo>
                    <a:pt x="65928" y="21016"/>
                  </a:lnTo>
                  <a:lnTo>
                    <a:pt x="65214" y="20504"/>
                  </a:lnTo>
                  <a:lnTo>
                    <a:pt x="64904" y="20182"/>
                  </a:lnTo>
                  <a:lnTo>
                    <a:pt x="64595" y="19825"/>
                  </a:lnTo>
                  <a:lnTo>
                    <a:pt x="64094" y="19028"/>
                  </a:lnTo>
                  <a:lnTo>
                    <a:pt x="63761" y="18158"/>
                  </a:lnTo>
                  <a:lnTo>
                    <a:pt x="63606" y="17230"/>
                  </a:lnTo>
                  <a:lnTo>
                    <a:pt x="63606" y="16765"/>
                  </a:lnTo>
                  <a:lnTo>
                    <a:pt x="63606" y="16277"/>
                  </a:lnTo>
                  <a:lnTo>
                    <a:pt x="63761" y="15348"/>
                  </a:lnTo>
                  <a:lnTo>
                    <a:pt x="64094" y="14455"/>
                  </a:lnTo>
                  <a:lnTo>
                    <a:pt x="64583" y="13658"/>
                  </a:lnTo>
                  <a:lnTo>
                    <a:pt x="64904" y="13289"/>
                  </a:lnTo>
                  <a:lnTo>
                    <a:pt x="65214" y="12967"/>
                  </a:lnTo>
                  <a:lnTo>
                    <a:pt x="65928" y="12455"/>
                  </a:lnTo>
                  <a:lnTo>
                    <a:pt x="66726" y="12098"/>
                  </a:lnTo>
                  <a:lnTo>
                    <a:pt x="67595" y="11919"/>
                  </a:lnTo>
                  <a:lnTo>
                    <a:pt x="68048" y="11907"/>
                  </a:lnTo>
                  <a:close/>
                  <a:moveTo>
                    <a:pt x="77763" y="822"/>
                  </a:moveTo>
                  <a:lnTo>
                    <a:pt x="77763" y="24219"/>
                  </a:lnTo>
                  <a:lnTo>
                    <a:pt x="81264" y="24219"/>
                  </a:lnTo>
                  <a:lnTo>
                    <a:pt x="81264" y="822"/>
                  </a:lnTo>
                  <a:close/>
                  <a:moveTo>
                    <a:pt x="32875" y="8788"/>
                  </a:moveTo>
                  <a:lnTo>
                    <a:pt x="32113" y="8859"/>
                  </a:lnTo>
                  <a:lnTo>
                    <a:pt x="31363" y="9002"/>
                  </a:lnTo>
                  <a:lnTo>
                    <a:pt x="30613" y="9216"/>
                  </a:lnTo>
                  <a:lnTo>
                    <a:pt x="29898" y="9502"/>
                  </a:lnTo>
                  <a:lnTo>
                    <a:pt x="29196" y="9859"/>
                  </a:lnTo>
                  <a:lnTo>
                    <a:pt x="28529" y="10288"/>
                  </a:lnTo>
                  <a:lnTo>
                    <a:pt x="27898" y="10776"/>
                  </a:lnTo>
                  <a:lnTo>
                    <a:pt x="27588" y="11062"/>
                  </a:lnTo>
                  <a:lnTo>
                    <a:pt x="27303" y="11360"/>
                  </a:lnTo>
                  <a:lnTo>
                    <a:pt x="26803" y="11991"/>
                  </a:lnTo>
                  <a:lnTo>
                    <a:pt x="26362" y="12657"/>
                  </a:lnTo>
                  <a:lnTo>
                    <a:pt x="26005" y="13360"/>
                  </a:lnTo>
                  <a:lnTo>
                    <a:pt x="25707" y="14086"/>
                  </a:lnTo>
                  <a:lnTo>
                    <a:pt x="25493" y="14825"/>
                  </a:lnTo>
                  <a:lnTo>
                    <a:pt x="25350" y="15587"/>
                  </a:lnTo>
                  <a:lnTo>
                    <a:pt x="25278" y="16349"/>
                  </a:lnTo>
                  <a:lnTo>
                    <a:pt x="25278" y="17122"/>
                  </a:lnTo>
                  <a:lnTo>
                    <a:pt x="25350" y="17885"/>
                  </a:lnTo>
                  <a:lnTo>
                    <a:pt x="25493" y="18647"/>
                  </a:lnTo>
                  <a:lnTo>
                    <a:pt x="25707" y="19385"/>
                  </a:lnTo>
                  <a:lnTo>
                    <a:pt x="26005" y="20111"/>
                  </a:lnTo>
                  <a:lnTo>
                    <a:pt x="26362" y="20814"/>
                  </a:lnTo>
                  <a:lnTo>
                    <a:pt x="26803" y="21480"/>
                  </a:lnTo>
                  <a:lnTo>
                    <a:pt x="27303" y="22111"/>
                  </a:lnTo>
                  <a:lnTo>
                    <a:pt x="27588" y="22421"/>
                  </a:lnTo>
                  <a:lnTo>
                    <a:pt x="27886" y="22695"/>
                  </a:lnTo>
                  <a:lnTo>
                    <a:pt x="28517" y="23195"/>
                  </a:lnTo>
                  <a:lnTo>
                    <a:pt x="29196" y="23624"/>
                  </a:lnTo>
                  <a:lnTo>
                    <a:pt x="29886" y="23969"/>
                  </a:lnTo>
                  <a:lnTo>
                    <a:pt x="30613" y="24255"/>
                  </a:lnTo>
                  <a:lnTo>
                    <a:pt x="31351" y="24469"/>
                  </a:lnTo>
                  <a:lnTo>
                    <a:pt x="32101" y="24612"/>
                  </a:lnTo>
                  <a:lnTo>
                    <a:pt x="32863" y="24683"/>
                  </a:lnTo>
                  <a:lnTo>
                    <a:pt x="33637" y="24683"/>
                  </a:lnTo>
                  <a:lnTo>
                    <a:pt x="34399" y="24612"/>
                  </a:lnTo>
                  <a:lnTo>
                    <a:pt x="35149" y="24469"/>
                  </a:lnTo>
                  <a:lnTo>
                    <a:pt x="35887" y="24255"/>
                  </a:lnTo>
                  <a:lnTo>
                    <a:pt x="36614" y="23969"/>
                  </a:lnTo>
                  <a:lnTo>
                    <a:pt x="37316" y="23624"/>
                  </a:lnTo>
                  <a:lnTo>
                    <a:pt x="37983" y="23195"/>
                  </a:lnTo>
                  <a:lnTo>
                    <a:pt x="38614" y="22695"/>
                  </a:lnTo>
                  <a:lnTo>
                    <a:pt x="38924" y="22421"/>
                  </a:lnTo>
                  <a:lnTo>
                    <a:pt x="39197" y="22111"/>
                  </a:lnTo>
                  <a:lnTo>
                    <a:pt x="39709" y="21480"/>
                  </a:lnTo>
                  <a:lnTo>
                    <a:pt x="40150" y="20814"/>
                  </a:lnTo>
                  <a:lnTo>
                    <a:pt x="40507" y="20111"/>
                  </a:lnTo>
                  <a:lnTo>
                    <a:pt x="40793" y="19385"/>
                  </a:lnTo>
                  <a:lnTo>
                    <a:pt x="41019" y="18647"/>
                  </a:lnTo>
                  <a:lnTo>
                    <a:pt x="41162" y="17885"/>
                  </a:lnTo>
                  <a:lnTo>
                    <a:pt x="41234" y="17122"/>
                  </a:lnTo>
                  <a:lnTo>
                    <a:pt x="41234" y="16349"/>
                  </a:lnTo>
                  <a:lnTo>
                    <a:pt x="41162" y="15587"/>
                  </a:lnTo>
                  <a:lnTo>
                    <a:pt x="41019" y="14825"/>
                  </a:lnTo>
                  <a:lnTo>
                    <a:pt x="40793" y="14086"/>
                  </a:lnTo>
                  <a:lnTo>
                    <a:pt x="40507" y="13360"/>
                  </a:lnTo>
                  <a:lnTo>
                    <a:pt x="40150" y="12657"/>
                  </a:lnTo>
                  <a:lnTo>
                    <a:pt x="39709" y="11991"/>
                  </a:lnTo>
                  <a:lnTo>
                    <a:pt x="39197" y="11360"/>
                  </a:lnTo>
                  <a:lnTo>
                    <a:pt x="38924" y="11062"/>
                  </a:lnTo>
                  <a:lnTo>
                    <a:pt x="38614" y="10776"/>
                  </a:lnTo>
                  <a:lnTo>
                    <a:pt x="37983" y="10288"/>
                  </a:lnTo>
                  <a:lnTo>
                    <a:pt x="37316" y="9859"/>
                  </a:lnTo>
                  <a:lnTo>
                    <a:pt x="36626" y="9502"/>
                  </a:lnTo>
                  <a:lnTo>
                    <a:pt x="35899" y="9216"/>
                  </a:lnTo>
                  <a:lnTo>
                    <a:pt x="35161" y="9002"/>
                  </a:lnTo>
                  <a:lnTo>
                    <a:pt x="34411" y="8859"/>
                  </a:lnTo>
                  <a:lnTo>
                    <a:pt x="33637" y="8788"/>
                  </a:lnTo>
                  <a:close/>
                  <a:moveTo>
                    <a:pt x="50306" y="8788"/>
                  </a:moveTo>
                  <a:lnTo>
                    <a:pt x="49544" y="8859"/>
                  </a:lnTo>
                  <a:lnTo>
                    <a:pt x="48782" y="9002"/>
                  </a:lnTo>
                  <a:lnTo>
                    <a:pt x="48044" y="9216"/>
                  </a:lnTo>
                  <a:lnTo>
                    <a:pt x="47318" y="9502"/>
                  </a:lnTo>
                  <a:lnTo>
                    <a:pt x="46627" y="9859"/>
                  </a:lnTo>
                  <a:lnTo>
                    <a:pt x="45960" y="10288"/>
                  </a:lnTo>
                  <a:lnTo>
                    <a:pt x="45318" y="10776"/>
                  </a:lnTo>
                  <a:lnTo>
                    <a:pt x="45020" y="11062"/>
                  </a:lnTo>
                  <a:lnTo>
                    <a:pt x="44734" y="11360"/>
                  </a:lnTo>
                  <a:lnTo>
                    <a:pt x="44222" y="11991"/>
                  </a:lnTo>
                  <a:lnTo>
                    <a:pt x="43793" y="12657"/>
                  </a:lnTo>
                  <a:lnTo>
                    <a:pt x="43424" y="13360"/>
                  </a:lnTo>
                  <a:lnTo>
                    <a:pt x="43139" y="14086"/>
                  </a:lnTo>
                  <a:lnTo>
                    <a:pt x="42924" y="14825"/>
                  </a:lnTo>
                  <a:lnTo>
                    <a:pt x="42781" y="15587"/>
                  </a:lnTo>
                  <a:lnTo>
                    <a:pt x="42710" y="16349"/>
                  </a:lnTo>
                  <a:lnTo>
                    <a:pt x="42710" y="17122"/>
                  </a:lnTo>
                  <a:lnTo>
                    <a:pt x="42781" y="17885"/>
                  </a:lnTo>
                  <a:lnTo>
                    <a:pt x="42924" y="18647"/>
                  </a:lnTo>
                  <a:lnTo>
                    <a:pt x="43139" y="19385"/>
                  </a:lnTo>
                  <a:lnTo>
                    <a:pt x="43424" y="20111"/>
                  </a:lnTo>
                  <a:lnTo>
                    <a:pt x="43793" y="20814"/>
                  </a:lnTo>
                  <a:lnTo>
                    <a:pt x="44222" y="21480"/>
                  </a:lnTo>
                  <a:lnTo>
                    <a:pt x="44734" y="22111"/>
                  </a:lnTo>
                  <a:lnTo>
                    <a:pt x="45020" y="22421"/>
                  </a:lnTo>
                  <a:lnTo>
                    <a:pt x="45318" y="22695"/>
                  </a:lnTo>
                  <a:lnTo>
                    <a:pt x="45949" y="23195"/>
                  </a:lnTo>
                  <a:lnTo>
                    <a:pt x="46615" y="23624"/>
                  </a:lnTo>
                  <a:lnTo>
                    <a:pt x="47318" y="23969"/>
                  </a:lnTo>
                  <a:lnTo>
                    <a:pt x="48032" y="24255"/>
                  </a:lnTo>
                  <a:lnTo>
                    <a:pt x="48782" y="24469"/>
                  </a:lnTo>
                  <a:lnTo>
                    <a:pt x="49533" y="24612"/>
                  </a:lnTo>
                  <a:lnTo>
                    <a:pt x="50295" y="24683"/>
                  </a:lnTo>
                  <a:lnTo>
                    <a:pt x="51057" y="24683"/>
                  </a:lnTo>
                  <a:lnTo>
                    <a:pt x="51819" y="24612"/>
                  </a:lnTo>
                  <a:lnTo>
                    <a:pt x="52581" y="24469"/>
                  </a:lnTo>
                  <a:lnTo>
                    <a:pt x="53319" y="24255"/>
                  </a:lnTo>
                  <a:lnTo>
                    <a:pt x="54045" y="23969"/>
                  </a:lnTo>
                  <a:lnTo>
                    <a:pt x="54736" y="23624"/>
                  </a:lnTo>
                  <a:lnTo>
                    <a:pt x="55414" y="23195"/>
                  </a:lnTo>
                  <a:lnTo>
                    <a:pt x="56046" y="22695"/>
                  </a:lnTo>
                  <a:lnTo>
                    <a:pt x="56343" y="22421"/>
                  </a:lnTo>
                  <a:lnTo>
                    <a:pt x="56629" y="22111"/>
                  </a:lnTo>
                  <a:lnTo>
                    <a:pt x="57129" y="21480"/>
                  </a:lnTo>
                  <a:lnTo>
                    <a:pt x="57570" y="20814"/>
                  </a:lnTo>
                  <a:lnTo>
                    <a:pt x="57927" y="20111"/>
                  </a:lnTo>
                  <a:lnTo>
                    <a:pt x="58213" y="19385"/>
                  </a:lnTo>
                  <a:lnTo>
                    <a:pt x="58439" y="18647"/>
                  </a:lnTo>
                  <a:lnTo>
                    <a:pt x="58582" y="17885"/>
                  </a:lnTo>
                  <a:lnTo>
                    <a:pt x="58653" y="17111"/>
                  </a:lnTo>
                  <a:lnTo>
                    <a:pt x="58653" y="16349"/>
                  </a:lnTo>
                  <a:lnTo>
                    <a:pt x="58582" y="15575"/>
                  </a:lnTo>
                  <a:lnTo>
                    <a:pt x="58439" y="14825"/>
                  </a:lnTo>
                  <a:lnTo>
                    <a:pt x="58213" y="14074"/>
                  </a:lnTo>
                  <a:lnTo>
                    <a:pt x="57927" y="13360"/>
                  </a:lnTo>
                  <a:lnTo>
                    <a:pt x="57570" y="12657"/>
                  </a:lnTo>
                  <a:lnTo>
                    <a:pt x="57129" y="11991"/>
                  </a:lnTo>
                  <a:lnTo>
                    <a:pt x="56629" y="11360"/>
                  </a:lnTo>
                  <a:lnTo>
                    <a:pt x="56343" y="11062"/>
                  </a:lnTo>
                  <a:lnTo>
                    <a:pt x="56046" y="10776"/>
                  </a:lnTo>
                  <a:lnTo>
                    <a:pt x="55414" y="10288"/>
                  </a:lnTo>
                  <a:lnTo>
                    <a:pt x="54748" y="9859"/>
                  </a:lnTo>
                  <a:lnTo>
                    <a:pt x="54045" y="9502"/>
                  </a:lnTo>
                  <a:lnTo>
                    <a:pt x="53331" y="9216"/>
                  </a:lnTo>
                  <a:lnTo>
                    <a:pt x="52593" y="9002"/>
                  </a:lnTo>
                  <a:lnTo>
                    <a:pt x="51831" y="8859"/>
                  </a:lnTo>
                  <a:lnTo>
                    <a:pt x="51068" y="8788"/>
                  </a:lnTo>
                  <a:close/>
                  <a:moveTo>
                    <a:pt x="11907" y="1"/>
                  </a:moveTo>
                  <a:lnTo>
                    <a:pt x="10681" y="108"/>
                  </a:lnTo>
                  <a:lnTo>
                    <a:pt x="9490" y="346"/>
                  </a:lnTo>
                  <a:lnTo>
                    <a:pt x="8311" y="691"/>
                  </a:lnTo>
                  <a:lnTo>
                    <a:pt x="7192" y="1156"/>
                  </a:lnTo>
                  <a:lnTo>
                    <a:pt x="6109" y="1727"/>
                  </a:lnTo>
                  <a:lnTo>
                    <a:pt x="5097" y="2406"/>
                  </a:lnTo>
                  <a:lnTo>
                    <a:pt x="4144" y="3192"/>
                  </a:lnTo>
                  <a:lnTo>
                    <a:pt x="3703" y="3632"/>
                  </a:lnTo>
                  <a:lnTo>
                    <a:pt x="3394" y="3942"/>
                  </a:lnTo>
                  <a:lnTo>
                    <a:pt x="2965" y="4406"/>
                  </a:lnTo>
                  <a:lnTo>
                    <a:pt x="2203" y="5371"/>
                  </a:lnTo>
                  <a:lnTo>
                    <a:pt x="1560" y="6383"/>
                  </a:lnTo>
                  <a:lnTo>
                    <a:pt x="1024" y="7454"/>
                  </a:lnTo>
                  <a:lnTo>
                    <a:pt x="608" y="8550"/>
                  </a:lnTo>
                  <a:lnTo>
                    <a:pt x="286" y="9681"/>
                  </a:lnTo>
                  <a:lnTo>
                    <a:pt x="96" y="10836"/>
                  </a:lnTo>
                  <a:lnTo>
                    <a:pt x="0" y="11991"/>
                  </a:lnTo>
                  <a:lnTo>
                    <a:pt x="24" y="13146"/>
                  </a:lnTo>
                  <a:lnTo>
                    <a:pt x="155" y="14301"/>
                  </a:lnTo>
                  <a:lnTo>
                    <a:pt x="393" y="15444"/>
                  </a:lnTo>
                  <a:lnTo>
                    <a:pt x="751" y="16563"/>
                  </a:lnTo>
                  <a:lnTo>
                    <a:pt x="1215" y="17646"/>
                  </a:lnTo>
                  <a:lnTo>
                    <a:pt x="1786" y="18682"/>
                  </a:lnTo>
                  <a:lnTo>
                    <a:pt x="2465" y="19682"/>
                  </a:lnTo>
                  <a:lnTo>
                    <a:pt x="3263" y="20623"/>
                  </a:lnTo>
                  <a:lnTo>
                    <a:pt x="3703" y="21064"/>
                  </a:lnTo>
                  <a:lnTo>
                    <a:pt x="4144" y="21492"/>
                  </a:lnTo>
                  <a:lnTo>
                    <a:pt x="5097" y="22278"/>
                  </a:lnTo>
                  <a:lnTo>
                    <a:pt x="6109" y="22969"/>
                  </a:lnTo>
                  <a:lnTo>
                    <a:pt x="7180" y="23540"/>
                  </a:lnTo>
                  <a:lnTo>
                    <a:pt x="8311" y="24005"/>
                  </a:lnTo>
                  <a:lnTo>
                    <a:pt x="9478" y="24350"/>
                  </a:lnTo>
                  <a:lnTo>
                    <a:pt x="10681" y="24576"/>
                  </a:lnTo>
                  <a:lnTo>
                    <a:pt x="11907" y="24695"/>
                  </a:lnTo>
                  <a:lnTo>
                    <a:pt x="12526" y="24695"/>
                  </a:lnTo>
                  <a:lnTo>
                    <a:pt x="13181" y="24683"/>
                  </a:lnTo>
                  <a:lnTo>
                    <a:pt x="14443" y="24576"/>
                  </a:lnTo>
                  <a:lnTo>
                    <a:pt x="15646" y="24362"/>
                  </a:lnTo>
                  <a:lnTo>
                    <a:pt x="16789" y="24028"/>
                  </a:lnTo>
                  <a:lnTo>
                    <a:pt x="17861" y="23588"/>
                  </a:lnTo>
                  <a:lnTo>
                    <a:pt x="18885" y="23040"/>
                  </a:lnTo>
                  <a:lnTo>
                    <a:pt x="19837" y="22385"/>
                  </a:lnTo>
                  <a:lnTo>
                    <a:pt x="20742" y="21623"/>
                  </a:lnTo>
                  <a:lnTo>
                    <a:pt x="21159" y="21195"/>
                  </a:lnTo>
                  <a:lnTo>
                    <a:pt x="21516" y="20825"/>
                  </a:lnTo>
                  <a:lnTo>
                    <a:pt x="22147" y="20028"/>
                  </a:lnTo>
                  <a:lnTo>
                    <a:pt x="22695" y="19170"/>
                  </a:lnTo>
                  <a:lnTo>
                    <a:pt x="23147" y="18242"/>
                  </a:lnTo>
                  <a:lnTo>
                    <a:pt x="23516" y="17253"/>
                  </a:lnTo>
                  <a:lnTo>
                    <a:pt x="23790" y="16206"/>
                  </a:lnTo>
                  <a:lnTo>
                    <a:pt x="23969" y="15086"/>
                  </a:lnTo>
                  <a:lnTo>
                    <a:pt x="24052" y="13908"/>
                  </a:lnTo>
                  <a:lnTo>
                    <a:pt x="24064" y="13289"/>
                  </a:lnTo>
                  <a:lnTo>
                    <a:pt x="24064" y="12753"/>
                  </a:lnTo>
                  <a:lnTo>
                    <a:pt x="23981" y="11705"/>
                  </a:lnTo>
                  <a:lnTo>
                    <a:pt x="23885" y="11181"/>
                  </a:lnTo>
                  <a:lnTo>
                    <a:pt x="12526" y="11181"/>
                  </a:lnTo>
                  <a:lnTo>
                    <a:pt x="12526" y="14574"/>
                  </a:lnTo>
                  <a:lnTo>
                    <a:pt x="20599" y="14574"/>
                  </a:lnTo>
                  <a:lnTo>
                    <a:pt x="20480" y="15265"/>
                  </a:lnTo>
                  <a:lnTo>
                    <a:pt x="20159" y="16491"/>
                  </a:lnTo>
                  <a:lnTo>
                    <a:pt x="19694" y="17563"/>
                  </a:lnTo>
                  <a:lnTo>
                    <a:pt x="19099" y="18456"/>
                  </a:lnTo>
                  <a:lnTo>
                    <a:pt x="18754" y="18825"/>
                  </a:lnTo>
                  <a:lnTo>
                    <a:pt x="18420" y="19135"/>
                  </a:lnTo>
                  <a:lnTo>
                    <a:pt x="17706" y="19682"/>
                  </a:lnTo>
                  <a:lnTo>
                    <a:pt x="16968" y="20147"/>
                  </a:lnTo>
                  <a:lnTo>
                    <a:pt x="16194" y="20540"/>
                  </a:lnTo>
                  <a:lnTo>
                    <a:pt x="15384" y="20849"/>
                  </a:lnTo>
                  <a:lnTo>
                    <a:pt x="14562" y="21075"/>
                  </a:lnTo>
                  <a:lnTo>
                    <a:pt x="13729" y="21230"/>
                  </a:lnTo>
                  <a:lnTo>
                    <a:pt x="12884" y="21302"/>
                  </a:lnTo>
                  <a:lnTo>
                    <a:pt x="12038" y="21290"/>
                  </a:lnTo>
                  <a:lnTo>
                    <a:pt x="11193" y="21195"/>
                  </a:lnTo>
                  <a:lnTo>
                    <a:pt x="10359" y="21028"/>
                  </a:lnTo>
                  <a:lnTo>
                    <a:pt x="9538" y="20778"/>
                  </a:lnTo>
                  <a:lnTo>
                    <a:pt x="8752" y="20456"/>
                  </a:lnTo>
                  <a:lnTo>
                    <a:pt x="7978" y="20052"/>
                  </a:lnTo>
                  <a:lnTo>
                    <a:pt x="7252" y="19563"/>
                  </a:lnTo>
                  <a:lnTo>
                    <a:pt x="6561" y="18992"/>
                  </a:lnTo>
                  <a:lnTo>
                    <a:pt x="6240" y="18682"/>
                  </a:lnTo>
                  <a:lnTo>
                    <a:pt x="5918" y="18349"/>
                  </a:lnTo>
                  <a:lnTo>
                    <a:pt x="5358" y="17634"/>
                  </a:lnTo>
                  <a:lnTo>
                    <a:pt x="4870" y="16884"/>
                  </a:lnTo>
                  <a:lnTo>
                    <a:pt x="4465" y="16099"/>
                  </a:lnTo>
                  <a:lnTo>
                    <a:pt x="4144" y="15289"/>
                  </a:lnTo>
                  <a:lnTo>
                    <a:pt x="3906" y="14455"/>
                  </a:lnTo>
                  <a:lnTo>
                    <a:pt x="3739" y="13610"/>
                  </a:lnTo>
                  <a:lnTo>
                    <a:pt x="3668" y="12753"/>
                  </a:lnTo>
                  <a:lnTo>
                    <a:pt x="3668" y="11895"/>
                  </a:lnTo>
                  <a:lnTo>
                    <a:pt x="3739" y="11038"/>
                  </a:lnTo>
                  <a:lnTo>
                    <a:pt x="3906" y="10193"/>
                  </a:lnTo>
                  <a:lnTo>
                    <a:pt x="4144" y="9359"/>
                  </a:lnTo>
                  <a:lnTo>
                    <a:pt x="4465" y="8550"/>
                  </a:lnTo>
                  <a:lnTo>
                    <a:pt x="4870" y="7764"/>
                  </a:lnTo>
                  <a:lnTo>
                    <a:pt x="5358" y="7014"/>
                  </a:lnTo>
                  <a:lnTo>
                    <a:pt x="5918" y="6299"/>
                  </a:lnTo>
                  <a:lnTo>
                    <a:pt x="6240" y="5966"/>
                  </a:lnTo>
                  <a:lnTo>
                    <a:pt x="6549" y="5656"/>
                  </a:lnTo>
                  <a:lnTo>
                    <a:pt x="7216" y="5085"/>
                  </a:lnTo>
                  <a:lnTo>
                    <a:pt x="7942" y="4585"/>
                  </a:lnTo>
                  <a:lnTo>
                    <a:pt x="8704" y="4180"/>
                  </a:lnTo>
                  <a:lnTo>
                    <a:pt x="9514" y="3835"/>
                  </a:lnTo>
                  <a:lnTo>
                    <a:pt x="10347" y="3585"/>
                  </a:lnTo>
                  <a:lnTo>
                    <a:pt x="11205" y="3430"/>
                  </a:lnTo>
                  <a:lnTo>
                    <a:pt x="12086" y="3347"/>
                  </a:lnTo>
                  <a:lnTo>
                    <a:pt x="12955" y="3347"/>
                  </a:lnTo>
                  <a:lnTo>
                    <a:pt x="13800" y="3418"/>
                  </a:lnTo>
                  <a:lnTo>
                    <a:pt x="14622" y="3573"/>
                  </a:lnTo>
                  <a:lnTo>
                    <a:pt x="15432" y="3811"/>
                  </a:lnTo>
                  <a:lnTo>
                    <a:pt x="16206" y="4120"/>
                  </a:lnTo>
                  <a:lnTo>
                    <a:pt x="16944" y="4501"/>
                  </a:lnTo>
                  <a:lnTo>
                    <a:pt x="17646" y="4966"/>
                  </a:lnTo>
                  <a:lnTo>
                    <a:pt x="18313" y="5490"/>
                  </a:lnTo>
                  <a:lnTo>
                    <a:pt x="18623" y="5775"/>
                  </a:lnTo>
                  <a:lnTo>
                    <a:pt x="21004" y="3394"/>
                  </a:lnTo>
                  <a:lnTo>
                    <a:pt x="20563" y="2989"/>
                  </a:lnTo>
                  <a:lnTo>
                    <a:pt x="19647" y="2251"/>
                  </a:lnTo>
                  <a:lnTo>
                    <a:pt x="18670" y="1608"/>
                  </a:lnTo>
                  <a:lnTo>
                    <a:pt x="17634" y="1072"/>
                  </a:lnTo>
                  <a:lnTo>
                    <a:pt x="16551" y="644"/>
                  </a:lnTo>
                  <a:lnTo>
                    <a:pt x="15432" y="322"/>
                  </a:lnTo>
                  <a:lnTo>
                    <a:pt x="14289" y="108"/>
                  </a:lnTo>
                  <a:lnTo>
                    <a:pt x="13122" y="1"/>
                  </a:lnTo>
                  <a:close/>
                  <a:moveTo>
                    <a:pt x="90111" y="8752"/>
                  </a:moveTo>
                  <a:lnTo>
                    <a:pt x="89372" y="8824"/>
                  </a:lnTo>
                  <a:lnTo>
                    <a:pt x="88646" y="8955"/>
                  </a:lnTo>
                  <a:lnTo>
                    <a:pt x="87932" y="9169"/>
                  </a:lnTo>
                  <a:lnTo>
                    <a:pt x="87253" y="9455"/>
                  </a:lnTo>
                  <a:lnTo>
                    <a:pt x="86598" y="9812"/>
                  </a:lnTo>
                  <a:lnTo>
                    <a:pt x="85991" y="10229"/>
                  </a:lnTo>
                  <a:lnTo>
                    <a:pt x="85419" y="10717"/>
                  </a:lnTo>
                  <a:lnTo>
                    <a:pt x="85157" y="10979"/>
                  </a:lnTo>
                  <a:lnTo>
                    <a:pt x="84884" y="11276"/>
                  </a:lnTo>
                  <a:lnTo>
                    <a:pt x="84407" y="11895"/>
                  </a:lnTo>
                  <a:lnTo>
                    <a:pt x="83979" y="12562"/>
                  </a:lnTo>
                  <a:lnTo>
                    <a:pt x="83633" y="13265"/>
                  </a:lnTo>
                  <a:lnTo>
                    <a:pt x="83348" y="13991"/>
                  </a:lnTo>
                  <a:lnTo>
                    <a:pt x="83145" y="14753"/>
                  </a:lnTo>
                  <a:lnTo>
                    <a:pt x="83014" y="15527"/>
                  </a:lnTo>
                  <a:lnTo>
                    <a:pt x="82967" y="16313"/>
                  </a:lnTo>
                  <a:lnTo>
                    <a:pt x="82979" y="16718"/>
                  </a:lnTo>
                  <a:lnTo>
                    <a:pt x="82967" y="17111"/>
                  </a:lnTo>
                  <a:lnTo>
                    <a:pt x="83038" y="17896"/>
                  </a:lnTo>
                  <a:lnTo>
                    <a:pt x="83169" y="18670"/>
                  </a:lnTo>
                  <a:lnTo>
                    <a:pt x="83383" y="19420"/>
                  </a:lnTo>
                  <a:lnTo>
                    <a:pt x="83669" y="20147"/>
                  </a:lnTo>
                  <a:lnTo>
                    <a:pt x="84026" y="20837"/>
                  </a:lnTo>
                  <a:lnTo>
                    <a:pt x="84467" y="21492"/>
                  </a:lnTo>
                  <a:lnTo>
                    <a:pt x="84955" y="22099"/>
                  </a:lnTo>
                  <a:lnTo>
                    <a:pt x="85241" y="22385"/>
                  </a:lnTo>
                  <a:lnTo>
                    <a:pt x="85515" y="22659"/>
                  </a:lnTo>
                  <a:lnTo>
                    <a:pt x="86122" y="23171"/>
                  </a:lnTo>
                  <a:lnTo>
                    <a:pt x="86765" y="23600"/>
                  </a:lnTo>
                  <a:lnTo>
                    <a:pt x="87444" y="23969"/>
                  </a:lnTo>
                  <a:lnTo>
                    <a:pt x="88158" y="24266"/>
                  </a:lnTo>
                  <a:lnTo>
                    <a:pt x="88908" y="24481"/>
                  </a:lnTo>
                  <a:lnTo>
                    <a:pt x="89670" y="24624"/>
                  </a:lnTo>
                  <a:lnTo>
                    <a:pt x="90456" y="24695"/>
                  </a:lnTo>
                  <a:lnTo>
                    <a:pt x="91385" y="24695"/>
                  </a:lnTo>
                  <a:lnTo>
                    <a:pt x="92444" y="24564"/>
                  </a:lnTo>
                  <a:lnTo>
                    <a:pt x="93468" y="24290"/>
                  </a:lnTo>
                  <a:lnTo>
                    <a:pt x="94445" y="23862"/>
                  </a:lnTo>
                  <a:lnTo>
                    <a:pt x="94909" y="23588"/>
                  </a:lnTo>
                  <a:lnTo>
                    <a:pt x="95278" y="23350"/>
                  </a:lnTo>
                  <a:lnTo>
                    <a:pt x="95981" y="22802"/>
                  </a:lnTo>
                  <a:lnTo>
                    <a:pt x="96624" y="22195"/>
                  </a:lnTo>
                  <a:lnTo>
                    <a:pt x="97207" y="21528"/>
                  </a:lnTo>
                  <a:lnTo>
                    <a:pt x="97469" y="21171"/>
                  </a:lnTo>
                  <a:lnTo>
                    <a:pt x="94766" y="19349"/>
                  </a:lnTo>
                  <a:lnTo>
                    <a:pt x="94600" y="19599"/>
                  </a:lnTo>
                  <a:lnTo>
                    <a:pt x="94242" y="20052"/>
                  </a:lnTo>
                  <a:lnTo>
                    <a:pt x="93814" y="20456"/>
                  </a:lnTo>
                  <a:lnTo>
                    <a:pt x="93361" y="20802"/>
                  </a:lnTo>
                  <a:lnTo>
                    <a:pt x="92849" y="21087"/>
                  </a:lnTo>
                  <a:lnTo>
                    <a:pt x="92313" y="21302"/>
                  </a:lnTo>
                  <a:lnTo>
                    <a:pt x="91754" y="21457"/>
                  </a:lnTo>
                  <a:lnTo>
                    <a:pt x="91170" y="21528"/>
                  </a:lnTo>
                  <a:lnTo>
                    <a:pt x="90873" y="21540"/>
                  </a:lnTo>
                  <a:lnTo>
                    <a:pt x="90563" y="21540"/>
                  </a:lnTo>
                  <a:lnTo>
                    <a:pt x="89956" y="21468"/>
                  </a:lnTo>
                  <a:lnTo>
                    <a:pt x="89372" y="21314"/>
                  </a:lnTo>
                  <a:lnTo>
                    <a:pt x="88825" y="21064"/>
                  </a:lnTo>
                  <a:lnTo>
                    <a:pt x="88313" y="20754"/>
                  </a:lnTo>
                  <a:lnTo>
                    <a:pt x="87860" y="20361"/>
                  </a:lnTo>
                  <a:lnTo>
                    <a:pt x="87467" y="19909"/>
                  </a:lnTo>
                  <a:lnTo>
                    <a:pt x="87134" y="19397"/>
                  </a:lnTo>
                  <a:lnTo>
                    <a:pt x="87003" y="19111"/>
                  </a:lnTo>
                  <a:lnTo>
                    <a:pt x="97660" y="14705"/>
                  </a:lnTo>
                  <a:lnTo>
                    <a:pt x="97302" y="13801"/>
                  </a:lnTo>
                  <a:lnTo>
                    <a:pt x="97136" y="13396"/>
                  </a:lnTo>
                  <a:lnTo>
                    <a:pt x="96743" y="12610"/>
                  </a:lnTo>
                  <a:lnTo>
                    <a:pt x="96517" y="12241"/>
                  </a:lnTo>
                  <a:lnTo>
                    <a:pt x="96231" y="11800"/>
                  </a:lnTo>
                  <a:lnTo>
                    <a:pt x="95588" y="11002"/>
                  </a:lnTo>
                  <a:lnTo>
                    <a:pt x="95219" y="10621"/>
                  </a:lnTo>
                  <a:lnTo>
                    <a:pt x="94992" y="10419"/>
                  </a:lnTo>
                  <a:lnTo>
                    <a:pt x="94516" y="10026"/>
                  </a:lnTo>
                  <a:lnTo>
                    <a:pt x="93992" y="9681"/>
                  </a:lnTo>
                  <a:lnTo>
                    <a:pt x="93456" y="9395"/>
                  </a:lnTo>
                  <a:lnTo>
                    <a:pt x="93171" y="9276"/>
                  </a:lnTo>
                  <a:lnTo>
                    <a:pt x="92849" y="9145"/>
                  </a:lnTo>
                  <a:lnTo>
                    <a:pt x="92194" y="8955"/>
                  </a:lnTo>
                  <a:lnTo>
                    <a:pt x="91516" y="8812"/>
                  </a:lnTo>
                  <a:lnTo>
                    <a:pt x="90837" y="8752"/>
                  </a:lnTo>
                  <a:close/>
                  <a:moveTo>
                    <a:pt x="67750" y="8764"/>
                  </a:moveTo>
                  <a:lnTo>
                    <a:pt x="67369" y="8776"/>
                  </a:lnTo>
                  <a:lnTo>
                    <a:pt x="66619" y="8847"/>
                  </a:lnTo>
                  <a:lnTo>
                    <a:pt x="65892" y="9002"/>
                  </a:lnTo>
                  <a:lnTo>
                    <a:pt x="65178" y="9228"/>
                  </a:lnTo>
                  <a:lnTo>
                    <a:pt x="64499" y="9538"/>
                  </a:lnTo>
                  <a:lnTo>
                    <a:pt x="63856" y="9895"/>
                  </a:lnTo>
                  <a:lnTo>
                    <a:pt x="63249" y="10336"/>
                  </a:lnTo>
                  <a:lnTo>
                    <a:pt x="62678" y="10824"/>
                  </a:lnTo>
                  <a:lnTo>
                    <a:pt x="62416" y="11098"/>
                  </a:lnTo>
                  <a:lnTo>
                    <a:pt x="62142" y="11395"/>
                  </a:lnTo>
                  <a:lnTo>
                    <a:pt x="61642" y="12003"/>
                  </a:lnTo>
                  <a:lnTo>
                    <a:pt x="61213" y="12657"/>
                  </a:lnTo>
                  <a:lnTo>
                    <a:pt x="60844" y="13348"/>
                  </a:lnTo>
                  <a:lnTo>
                    <a:pt x="60546" y="14062"/>
                  </a:lnTo>
                  <a:lnTo>
                    <a:pt x="60332" y="14813"/>
                  </a:lnTo>
                  <a:lnTo>
                    <a:pt x="60189" y="15587"/>
                  </a:lnTo>
                  <a:lnTo>
                    <a:pt x="60130" y="16360"/>
                  </a:lnTo>
                  <a:lnTo>
                    <a:pt x="60130" y="16753"/>
                  </a:lnTo>
                  <a:lnTo>
                    <a:pt x="60130" y="17158"/>
                  </a:lnTo>
                  <a:lnTo>
                    <a:pt x="60189" y="17932"/>
                  </a:lnTo>
                  <a:lnTo>
                    <a:pt x="60344" y="18706"/>
                  </a:lnTo>
                  <a:lnTo>
                    <a:pt x="60558" y="19444"/>
                  </a:lnTo>
                  <a:lnTo>
                    <a:pt x="60844" y="20159"/>
                  </a:lnTo>
                  <a:lnTo>
                    <a:pt x="61213" y="20849"/>
                  </a:lnTo>
                  <a:lnTo>
                    <a:pt x="61642" y="21492"/>
                  </a:lnTo>
                  <a:lnTo>
                    <a:pt x="62142" y="22088"/>
                  </a:lnTo>
                  <a:lnTo>
                    <a:pt x="62416" y="22373"/>
                  </a:lnTo>
                  <a:lnTo>
                    <a:pt x="62678" y="22647"/>
                  </a:lnTo>
                  <a:lnTo>
                    <a:pt x="63249" y="23135"/>
                  </a:lnTo>
                  <a:lnTo>
                    <a:pt x="63856" y="23576"/>
                  </a:lnTo>
                  <a:lnTo>
                    <a:pt x="64511" y="23933"/>
                  </a:lnTo>
                  <a:lnTo>
                    <a:pt x="65190" y="24231"/>
                  </a:lnTo>
                  <a:lnTo>
                    <a:pt x="65892" y="24457"/>
                  </a:lnTo>
                  <a:lnTo>
                    <a:pt x="66619" y="24612"/>
                  </a:lnTo>
                  <a:lnTo>
                    <a:pt x="67369" y="24683"/>
                  </a:lnTo>
                  <a:lnTo>
                    <a:pt x="67750" y="24695"/>
                  </a:lnTo>
                  <a:lnTo>
                    <a:pt x="68083" y="24683"/>
                  </a:lnTo>
                  <a:lnTo>
                    <a:pt x="68714" y="24636"/>
                  </a:lnTo>
                  <a:lnTo>
                    <a:pt x="69322" y="24517"/>
                  </a:lnTo>
                  <a:lnTo>
                    <a:pt x="69881" y="24350"/>
                  </a:lnTo>
                  <a:lnTo>
                    <a:pt x="70405" y="24124"/>
                  </a:lnTo>
                  <a:lnTo>
                    <a:pt x="70893" y="23838"/>
                  </a:lnTo>
                  <a:lnTo>
                    <a:pt x="71334" y="23493"/>
                  </a:lnTo>
                  <a:lnTo>
                    <a:pt x="71739" y="23100"/>
                  </a:lnTo>
                  <a:lnTo>
                    <a:pt x="71929" y="22873"/>
                  </a:lnTo>
                  <a:lnTo>
                    <a:pt x="72048" y="22873"/>
                  </a:lnTo>
                  <a:lnTo>
                    <a:pt x="72048" y="24016"/>
                  </a:lnTo>
                  <a:lnTo>
                    <a:pt x="72036" y="24576"/>
                  </a:lnTo>
                  <a:lnTo>
                    <a:pt x="71893" y="25576"/>
                  </a:lnTo>
                  <a:lnTo>
                    <a:pt x="71620" y="26445"/>
                  </a:lnTo>
                  <a:lnTo>
                    <a:pt x="71191" y="27172"/>
                  </a:lnTo>
                  <a:lnTo>
                    <a:pt x="70917" y="27493"/>
                  </a:lnTo>
                  <a:lnTo>
                    <a:pt x="70596" y="27791"/>
                  </a:lnTo>
                  <a:lnTo>
                    <a:pt x="69881" y="28255"/>
                  </a:lnTo>
                  <a:lnTo>
                    <a:pt x="69083" y="28565"/>
                  </a:lnTo>
                  <a:lnTo>
                    <a:pt x="68238" y="28708"/>
                  </a:lnTo>
                  <a:lnTo>
                    <a:pt x="67809" y="28696"/>
                  </a:lnTo>
                  <a:lnTo>
                    <a:pt x="67464" y="28696"/>
                  </a:lnTo>
                  <a:lnTo>
                    <a:pt x="66809" y="28589"/>
                  </a:lnTo>
                  <a:lnTo>
                    <a:pt x="66166" y="28374"/>
                  </a:lnTo>
                  <a:lnTo>
                    <a:pt x="65583" y="28053"/>
                  </a:lnTo>
                  <a:lnTo>
                    <a:pt x="65309" y="27850"/>
                  </a:lnTo>
                  <a:lnTo>
                    <a:pt x="65059" y="27636"/>
                  </a:lnTo>
                  <a:lnTo>
                    <a:pt x="64630" y="27184"/>
                  </a:lnTo>
                  <a:lnTo>
                    <a:pt x="64249" y="26684"/>
                  </a:lnTo>
                  <a:lnTo>
                    <a:pt x="63928" y="26136"/>
                  </a:lnTo>
                  <a:lnTo>
                    <a:pt x="63809" y="25850"/>
                  </a:lnTo>
                  <a:lnTo>
                    <a:pt x="60749" y="27112"/>
                  </a:lnTo>
                  <a:lnTo>
                    <a:pt x="60975" y="27600"/>
                  </a:lnTo>
                  <a:lnTo>
                    <a:pt x="61523" y="28517"/>
                  </a:lnTo>
                  <a:lnTo>
                    <a:pt x="62166" y="29339"/>
                  </a:lnTo>
                  <a:lnTo>
                    <a:pt x="62928" y="30077"/>
                  </a:lnTo>
                  <a:lnTo>
                    <a:pt x="63344" y="30410"/>
                  </a:lnTo>
                  <a:lnTo>
                    <a:pt x="63833" y="30756"/>
                  </a:lnTo>
                  <a:lnTo>
                    <a:pt x="64892" y="31303"/>
                  </a:lnTo>
                  <a:lnTo>
                    <a:pt x="66023" y="31660"/>
                  </a:lnTo>
                  <a:lnTo>
                    <a:pt x="67202" y="31827"/>
                  </a:lnTo>
                  <a:lnTo>
                    <a:pt x="68178" y="31827"/>
                  </a:lnTo>
                  <a:lnTo>
                    <a:pt x="68929" y="31780"/>
                  </a:lnTo>
                  <a:lnTo>
                    <a:pt x="69667" y="31660"/>
                  </a:lnTo>
                  <a:lnTo>
                    <a:pt x="70381" y="31470"/>
                  </a:lnTo>
                  <a:lnTo>
                    <a:pt x="71072" y="31196"/>
                  </a:lnTo>
                  <a:lnTo>
                    <a:pt x="71739" y="30875"/>
                  </a:lnTo>
                  <a:lnTo>
                    <a:pt x="72370" y="30470"/>
                  </a:lnTo>
                  <a:lnTo>
                    <a:pt x="72965" y="30005"/>
                  </a:lnTo>
                  <a:lnTo>
                    <a:pt x="73239" y="29755"/>
                  </a:lnTo>
                  <a:lnTo>
                    <a:pt x="73501" y="29493"/>
                  </a:lnTo>
                  <a:lnTo>
                    <a:pt x="73965" y="28910"/>
                  </a:lnTo>
                  <a:lnTo>
                    <a:pt x="74358" y="28267"/>
                  </a:lnTo>
                  <a:lnTo>
                    <a:pt x="74691" y="27553"/>
                  </a:lnTo>
                  <a:lnTo>
                    <a:pt x="74965" y="26767"/>
                  </a:lnTo>
                  <a:lnTo>
                    <a:pt x="75156" y="25933"/>
                  </a:lnTo>
                  <a:lnTo>
                    <a:pt x="75299" y="25017"/>
                  </a:lnTo>
                  <a:lnTo>
                    <a:pt x="75358" y="24040"/>
                  </a:lnTo>
                  <a:lnTo>
                    <a:pt x="75370" y="23528"/>
                  </a:lnTo>
                  <a:lnTo>
                    <a:pt x="75370" y="9240"/>
                  </a:lnTo>
                  <a:lnTo>
                    <a:pt x="72048" y="9240"/>
                  </a:lnTo>
                  <a:lnTo>
                    <a:pt x="72048" y="10538"/>
                  </a:lnTo>
                  <a:lnTo>
                    <a:pt x="71929" y="10538"/>
                  </a:lnTo>
                  <a:lnTo>
                    <a:pt x="71750" y="10336"/>
                  </a:lnTo>
                  <a:lnTo>
                    <a:pt x="71358" y="9967"/>
                  </a:lnTo>
                  <a:lnTo>
                    <a:pt x="70917" y="9645"/>
                  </a:lnTo>
                  <a:lnTo>
                    <a:pt x="70453" y="9383"/>
                  </a:lnTo>
                  <a:lnTo>
                    <a:pt x="70203" y="9276"/>
                  </a:lnTo>
                  <a:lnTo>
                    <a:pt x="69905" y="9145"/>
                  </a:lnTo>
                  <a:lnTo>
                    <a:pt x="69310" y="8955"/>
                  </a:lnTo>
                  <a:lnTo>
                    <a:pt x="68690" y="8824"/>
                  </a:lnTo>
                  <a:lnTo>
                    <a:pt x="68059" y="8764"/>
                  </a:lnTo>
                  <a:close/>
                </a:path>
              </a:pathLst>
            </a:custGeom>
            <a:solidFill>
              <a:srgbClr val="5F63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3" name="Google Shape;2963;p328"/>
            <p:cNvSpPr/>
            <p:nvPr/>
          </p:nvSpPr>
          <p:spPr>
            <a:xfrm>
              <a:off x="1683736" y="4617610"/>
              <a:ext cx="130752" cy="149188"/>
            </a:xfrm>
            <a:custGeom>
              <a:rect b="b" l="l" r="r" t="t"/>
              <a:pathLst>
                <a:path extrusionOk="0" h="22553" w="19766">
                  <a:moveTo>
                    <a:pt x="10765" y="1"/>
                  </a:moveTo>
                  <a:lnTo>
                    <a:pt x="10193" y="25"/>
                  </a:lnTo>
                  <a:lnTo>
                    <a:pt x="9086" y="156"/>
                  </a:lnTo>
                  <a:lnTo>
                    <a:pt x="8014" y="406"/>
                  </a:lnTo>
                  <a:lnTo>
                    <a:pt x="6978" y="751"/>
                  </a:lnTo>
                  <a:lnTo>
                    <a:pt x="6002" y="1192"/>
                  </a:lnTo>
                  <a:lnTo>
                    <a:pt x="5085" y="1715"/>
                  </a:lnTo>
                  <a:lnTo>
                    <a:pt x="4216" y="2335"/>
                  </a:lnTo>
                  <a:lnTo>
                    <a:pt x="3418" y="3025"/>
                  </a:lnTo>
                  <a:lnTo>
                    <a:pt x="2692" y="3787"/>
                  </a:lnTo>
                  <a:lnTo>
                    <a:pt x="2037" y="4621"/>
                  </a:lnTo>
                  <a:lnTo>
                    <a:pt x="1453" y="5514"/>
                  </a:lnTo>
                  <a:lnTo>
                    <a:pt x="977" y="6466"/>
                  </a:lnTo>
                  <a:lnTo>
                    <a:pt x="572" y="7466"/>
                  </a:lnTo>
                  <a:lnTo>
                    <a:pt x="275" y="8502"/>
                  </a:lnTo>
                  <a:lnTo>
                    <a:pt x="84" y="9586"/>
                  </a:lnTo>
                  <a:lnTo>
                    <a:pt x="1" y="10693"/>
                  </a:lnTo>
                  <a:lnTo>
                    <a:pt x="1" y="11265"/>
                  </a:lnTo>
                  <a:lnTo>
                    <a:pt x="1" y="11729"/>
                  </a:lnTo>
                  <a:lnTo>
                    <a:pt x="13" y="12300"/>
                  </a:lnTo>
                  <a:lnTo>
                    <a:pt x="144" y="13408"/>
                  </a:lnTo>
                  <a:lnTo>
                    <a:pt x="382" y="14479"/>
                  </a:lnTo>
                  <a:lnTo>
                    <a:pt x="727" y="15503"/>
                  </a:lnTo>
                  <a:lnTo>
                    <a:pt x="1168" y="16480"/>
                  </a:lnTo>
                  <a:lnTo>
                    <a:pt x="1692" y="17408"/>
                  </a:lnTo>
                  <a:lnTo>
                    <a:pt x="2299" y="18278"/>
                  </a:lnTo>
                  <a:lnTo>
                    <a:pt x="2977" y="19087"/>
                  </a:lnTo>
                  <a:lnTo>
                    <a:pt x="3740" y="19814"/>
                  </a:lnTo>
                  <a:lnTo>
                    <a:pt x="4573" y="20480"/>
                  </a:lnTo>
                  <a:lnTo>
                    <a:pt x="5466" y="21052"/>
                  </a:lnTo>
                  <a:lnTo>
                    <a:pt x="6407" y="21552"/>
                  </a:lnTo>
                  <a:lnTo>
                    <a:pt x="7407" y="21945"/>
                  </a:lnTo>
                  <a:lnTo>
                    <a:pt x="8443" y="22254"/>
                  </a:lnTo>
                  <a:lnTo>
                    <a:pt x="9526" y="22457"/>
                  </a:lnTo>
                  <a:lnTo>
                    <a:pt x="10634" y="22552"/>
                  </a:lnTo>
                  <a:lnTo>
                    <a:pt x="11205" y="22552"/>
                  </a:lnTo>
                  <a:lnTo>
                    <a:pt x="11836" y="22540"/>
                  </a:lnTo>
                  <a:lnTo>
                    <a:pt x="13074" y="22409"/>
                  </a:lnTo>
                  <a:lnTo>
                    <a:pt x="14301" y="22147"/>
                  </a:lnTo>
                  <a:lnTo>
                    <a:pt x="15480" y="21742"/>
                  </a:lnTo>
                  <a:lnTo>
                    <a:pt x="16063" y="21492"/>
                  </a:lnTo>
                  <a:lnTo>
                    <a:pt x="16587" y="21242"/>
                  </a:lnTo>
                  <a:lnTo>
                    <a:pt x="17599" y="20647"/>
                  </a:lnTo>
                  <a:lnTo>
                    <a:pt x="18528" y="19933"/>
                  </a:lnTo>
                  <a:lnTo>
                    <a:pt x="19373" y="19123"/>
                  </a:lnTo>
                  <a:lnTo>
                    <a:pt x="19766" y="18682"/>
                  </a:lnTo>
                  <a:lnTo>
                    <a:pt x="17825" y="16742"/>
                  </a:lnTo>
                  <a:lnTo>
                    <a:pt x="17516" y="17111"/>
                  </a:lnTo>
                  <a:lnTo>
                    <a:pt x="16837" y="17789"/>
                  </a:lnTo>
                  <a:lnTo>
                    <a:pt x="16087" y="18373"/>
                  </a:lnTo>
                  <a:lnTo>
                    <a:pt x="15289" y="18873"/>
                  </a:lnTo>
                  <a:lnTo>
                    <a:pt x="14432" y="19278"/>
                  </a:lnTo>
                  <a:lnTo>
                    <a:pt x="13551" y="19587"/>
                  </a:lnTo>
                  <a:lnTo>
                    <a:pt x="12622" y="19790"/>
                  </a:lnTo>
                  <a:lnTo>
                    <a:pt x="11669" y="19897"/>
                  </a:lnTo>
                  <a:lnTo>
                    <a:pt x="10776" y="19897"/>
                  </a:lnTo>
                  <a:lnTo>
                    <a:pt x="9943" y="19837"/>
                  </a:lnTo>
                  <a:lnTo>
                    <a:pt x="9133" y="19683"/>
                  </a:lnTo>
                  <a:lnTo>
                    <a:pt x="8347" y="19468"/>
                  </a:lnTo>
                  <a:lnTo>
                    <a:pt x="7585" y="19159"/>
                  </a:lnTo>
                  <a:lnTo>
                    <a:pt x="6871" y="18778"/>
                  </a:lnTo>
                  <a:lnTo>
                    <a:pt x="6180" y="18325"/>
                  </a:lnTo>
                  <a:lnTo>
                    <a:pt x="5537" y="17813"/>
                  </a:lnTo>
                  <a:lnTo>
                    <a:pt x="5240" y="17516"/>
                  </a:lnTo>
                  <a:lnTo>
                    <a:pt x="4942" y="17218"/>
                  </a:lnTo>
                  <a:lnTo>
                    <a:pt x="4406" y="16575"/>
                  </a:lnTo>
                  <a:lnTo>
                    <a:pt x="3954" y="15884"/>
                  </a:lnTo>
                  <a:lnTo>
                    <a:pt x="3573" y="15158"/>
                  </a:lnTo>
                  <a:lnTo>
                    <a:pt x="3275" y="14372"/>
                  </a:lnTo>
                  <a:lnTo>
                    <a:pt x="3049" y="13551"/>
                  </a:lnTo>
                  <a:lnTo>
                    <a:pt x="2894" y="12682"/>
                  </a:lnTo>
                  <a:lnTo>
                    <a:pt x="2823" y="11765"/>
                  </a:lnTo>
                  <a:lnTo>
                    <a:pt x="2811" y="11288"/>
                  </a:lnTo>
                  <a:lnTo>
                    <a:pt x="2823" y="10800"/>
                  </a:lnTo>
                  <a:lnTo>
                    <a:pt x="2894" y="9883"/>
                  </a:lnTo>
                  <a:lnTo>
                    <a:pt x="3049" y="9014"/>
                  </a:lnTo>
                  <a:lnTo>
                    <a:pt x="3275" y="8193"/>
                  </a:lnTo>
                  <a:lnTo>
                    <a:pt x="3585" y="7407"/>
                  </a:lnTo>
                  <a:lnTo>
                    <a:pt x="3954" y="6681"/>
                  </a:lnTo>
                  <a:lnTo>
                    <a:pt x="4418" y="5990"/>
                  </a:lnTo>
                  <a:lnTo>
                    <a:pt x="4942" y="5347"/>
                  </a:lnTo>
                  <a:lnTo>
                    <a:pt x="5240" y="5049"/>
                  </a:lnTo>
                  <a:lnTo>
                    <a:pt x="5537" y="4752"/>
                  </a:lnTo>
                  <a:lnTo>
                    <a:pt x="6180" y="4240"/>
                  </a:lnTo>
                  <a:lnTo>
                    <a:pt x="6871" y="3787"/>
                  </a:lnTo>
                  <a:lnTo>
                    <a:pt x="7597" y="3406"/>
                  </a:lnTo>
                  <a:lnTo>
                    <a:pt x="8359" y="3097"/>
                  </a:lnTo>
                  <a:lnTo>
                    <a:pt x="9145" y="2882"/>
                  </a:lnTo>
                  <a:lnTo>
                    <a:pt x="9955" y="2728"/>
                  </a:lnTo>
                  <a:lnTo>
                    <a:pt x="10776" y="2668"/>
                  </a:lnTo>
                  <a:lnTo>
                    <a:pt x="11193" y="2668"/>
                  </a:lnTo>
                  <a:lnTo>
                    <a:pt x="11622" y="2656"/>
                  </a:lnTo>
                  <a:lnTo>
                    <a:pt x="12479" y="2716"/>
                  </a:lnTo>
                  <a:lnTo>
                    <a:pt x="13324" y="2882"/>
                  </a:lnTo>
                  <a:lnTo>
                    <a:pt x="14134" y="3144"/>
                  </a:lnTo>
                  <a:lnTo>
                    <a:pt x="14896" y="3501"/>
                  </a:lnTo>
                  <a:lnTo>
                    <a:pt x="15622" y="3942"/>
                  </a:lnTo>
                  <a:lnTo>
                    <a:pt x="16301" y="4466"/>
                  </a:lnTo>
                  <a:lnTo>
                    <a:pt x="16908" y="5073"/>
                  </a:lnTo>
                  <a:lnTo>
                    <a:pt x="17194" y="5407"/>
                  </a:lnTo>
                  <a:lnTo>
                    <a:pt x="19123" y="3525"/>
                  </a:lnTo>
                  <a:lnTo>
                    <a:pt x="18742" y="3097"/>
                  </a:lnTo>
                  <a:lnTo>
                    <a:pt x="17920" y="2323"/>
                  </a:lnTo>
                  <a:lnTo>
                    <a:pt x="17027" y="1656"/>
                  </a:lnTo>
                  <a:lnTo>
                    <a:pt x="16075" y="1096"/>
                  </a:lnTo>
                  <a:lnTo>
                    <a:pt x="15051" y="644"/>
                  </a:lnTo>
                  <a:lnTo>
                    <a:pt x="13991" y="311"/>
                  </a:lnTo>
                  <a:lnTo>
                    <a:pt x="12896" y="84"/>
                  </a:lnTo>
                  <a:lnTo>
                    <a:pt x="11777" y="1"/>
                  </a:lnTo>
                  <a:close/>
                </a:path>
              </a:pathLst>
            </a:custGeom>
            <a:solidFill>
              <a:srgbClr val="5F63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4" name="Google Shape;2964;p328"/>
            <p:cNvSpPr/>
            <p:nvPr/>
          </p:nvSpPr>
          <p:spPr>
            <a:xfrm>
              <a:off x="1830708" y="4620765"/>
              <a:ext cx="18363" cy="142798"/>
            </a:xfrm>
            <a:custGeom>
              <a:rect b="b" l="l" r="r" t="t"/>
              <a:pathLst>
                <a:path extrusionOk="0" h="21587" w="2776">
                  <a:moveTo>
                    <a:pt x="1" y="0"/>
                  </a:moveTo>
                  <a:lnTo>
                    <a:pt x="1" y="21587"/>
                  </a:lnTo>
                  <a:lnTo>
                    <a:pt x="2775" y="21587"/>
                  </a:lnTo>
                  <a:lnTo>
                    <a:pt x="2775" y="0"/>
                  </a:lnTo>
                  <a:close/>
                </a:path>
              </a:pathLst>
            </a:custGeom>
            <a:solidFill>
              <a:srgbClr val="5F63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5" name="Google Shape;2965;p328"/>
            <p:cNvSpPr/>
            <p:nvPr/>
          </p:nvSpPr>
          <p:spPr>
            <a:xfrm>
              <a:off x="1864815" y="4662664"/>
              <a:ext cx="100588" cy="104054"/>
            </a:xfrm>
            <a:custGeom>
              <a:rect b="b" l="l" r="r" t="t"/>
              <a:pathLst>
                <a:path extrusionOk="0" h="15730" w="15206">
                  <a:moveTo>
                    <a:pt x="7287" y="2537"/>
                  </a:moveTo>
                  <a:lnTo>
                    <a:pt x="8180" y="2560"/>
                  </a:lnTo>
                  <a:lnTo>
                    <a:pt x="9061" y="2763"/>
                  </a:lnTo>
                  <a:lnTo>
                    <a:pt x="9895" y="3120"/>
                  </a:lnTo>
                  <a:lnTo>
                    <a:pt x="10657" y="3656"/>
                  </a:lnTo>
                  <a:lnTo>
                    <a:pt x="10990" y="4001"/>
                  </a:lnTo>
                  <a:lnTo>
                    <a:pt x="11348" y="4394"/>
                  </a:lnTo>
                  <a:lnTo>
                    <a:pt x="11919" y="5299"/>
                  </a:lnTo>
                  <a:lnTo>
                    <a:pt x="12288" y="6287"/>
                  </a:lnTo>
                  <a:lnTo>
                    <a:pt x="12455" y="7335"/>
                  </a:lnTo>
                  <a:lnTo>
                    <a:pt x="12455" y="7871"/>
                  </a:lnTo>
                  <a:lnTo>
                    <a:pt x="12455" y="8395"/>
                  </a:lnTo>
                  <a:lnTo>
                    <a:pt x="12288" y="9442"/>
                  </a:lnTo>
                  <a:lnTo>
                    <a:pt x="11907" y="10431"/>
                  </a:lnTo>
                  <a:lnTo>
                    <a:pt x="11348" y="11336"/>
                  </a:lnTo>
                  <a:lnTo>
                    <a:pt x="10990" y="11740"/>
                  </a:lnTo>
                  <a:lnTo>
                    <a:pt x="10895" y="11836"/>
                  </a:lnTo>
                  <a:lnTo>
                    <a:pt x="10800" y="11931"/>
                  </a:lnTo>
                  <a:lnTo>
                    <a:pt x="10443" y="12241"/>
                  </a:lnTo>
                  <a:lnTo>
                    <a:pt x="9645" y="12729"/>
                  </a:lnTo>
                  <a:lnTo>
                    <a:pt x="8800" y="13050"/>
                  </a:lnTo>
                  <a:lnTo>
                    <a:pt x="7907" y="13193"/>
                  </a:lnTo>
                  <a:lnTo>
                    <a:pt x="7013" y="13169"/>
                  </a:lnTo>
                  <a:lnTo>
                    <a:pt x="6144" y="12967"/>
                  </a:lnTo>
                  <a:lnTo>
                    <a:pt x="5311" y="12610"/>
                  </a:lnTo>
                  <a:lnTo>
                    <a:pt x="4549" y="12074"/>
                  </a:lnTo>
                  <a:lnTo>
                    <a:pt x="4204" y="11740"/>
                  </a:lnTo>
                  <a:lnTo>
                    <a:pt x="3858" y="11336"/>
                  </a:lnTo>
                  <a:lnTo>
                    <a:pt x="3299" y="10431"/>
                  </a:lnTo>
                  <a:lnTo>
                    <a:pt x="2918" y="9442"/>
                  </a:lnTo>
                  <a:lnTo>
                    <a:pt x="2751" y="8395"/>
                  </a:lnTo>
                  <a:lnTo>
                    <a:pt x="2751" y="7871"/>
                  </a:lnTo>
                  <a:lnTo>
                    <a:pt x="2739" y="7335"/>
                  </a:lnTo>
                  <a:lnTo>
                    <a:pt x="2918" y="6287"/>
                  </a:lnTo>
                  <a:lnTo>
                    <a:pt x="3287" y="5299"/>
                  </a:lnTo>
                  <a:lnTo>
                    <a:pt x="3846" y="4394"/>
                  </a:lnTo>
                  <a:lnTo>
                    <a:pt x="4204" y="4001"/>
                  </a:lnTo>
                  <a:lnTo>
                    <a:pt x="4299" y="3894"/>
                  </a:lnTo>
                  <a:lnTo>
                    <a:pt x="4406" y="3799"/>
                  </a:lnTo>
                  <a:lnTo>
                    <a:pt x="4763" y="3489"/>
                  </a:lnTo>
                  <a:lnTo>
                    <a:pt x="5549" y="3001"/>
                  </a:lnTo>
                  <a:lnTo>
                    <a:pt x="6406" y="2680"/>
                  </a:lnTo>
                  <a:lnTo>
                    <a:pt x="7287" y="2537"/>
                  </a:lnTo>
                  <a:close/>
                  <a:moveTo>
                    <a:pt x="7240" y="1"/>
                  </a:moveTo>
                  <a:lnTo>
                    <a:pt x="6502" y="72"/>
                  </a:lnTo>
                  <a:lnTo>
                    <a:pt x="5775" y="215"/>
                  </a:lnTo>
                  <a:lnTo>
                    <a:pt x="5061" y="417"/>
                  </a:lnTo>
                  <a:lnTo>
                    <a:pt x="4358" y="703"/>
                  </a:lnTo>
                  <a:lnTo>
                    <a:pt x="3692" y="1048"/>
                  </a:lnTo>
                  <a:lnTo>
                    <a:pt x="3049" y="1477"/>
                  </a:lnTo>
                  <a:lnTo>
                    <a:pt x="2441" y="1965"/>
                  </a:lnTo>
                  <a:lnTo>
                    <a:pt x="2156" y="2239"/>
                  </a:lnTo>
                  <a:lnTo>
                    <a:pt x="1882" y="2525"/>
                  </a:lnTo>
                  <a:lnTo>
                    <a:pt x="1405" y="3144"/>
                  </a:lnTo>
                  <a:lnTo>
                    <a:pt x="1001" y="3799"/>
                  </a:lnTo>
                  <a:lnTo>
                    <a:pt x="655" y="4489"/>
                  </a:lnTo>
                  <a:lnTo>
                    <a:pt x="381" y="5204"/>
                  </a:lnTo>
                  <a:lnTo>
                    <a:pt x="191" y="5942"/>
                  </a:lnTo>
                  <a:lnTo>
                    <a:pt x="60" y="6704"/>
                  </a:lnTo>
                  <a:lnTo>
                    <a:pt x="0" y="7478"/>
                  </a:lnTo>
                  <a:lnTo>
                    <a:pt x="12" y="7871"/>
                  </a:lnTo>
                  <a:lnTo>
                    <a:pt x="0" y="8252"/>
                  </a:lnTo>
                  <a:lnTo>
                    <a:pt x="60" y="9026"/>
                  </a:lnTo>
                  <a:lnTo>
                    <a:pt x="191" y="9788"/>
                  </a:lnTo>
                  <a:lnTo>
                    <a:pt x="393" y="10526"/>
                  </a:lnTo>
                  <a:lnTo>
                    <a:pt x="667" y="11240"/>
                  </a:lnTo>
                  <a:lnTo>
                    <a:pt x="1012" y="11931"/>
                  </a:lnTo>
                  <a:lnTo>
                    <a:pt x="1417" y="12586"/>
                  </a:lnTo>
                  <a:lnTo>
                    <a:pt x="1894" y="13205"/>
                  </a:lnTo>
                  <a:lnTo>
                    <a:pt x="2156" y="13491"/>
                  </a:lnTo>
                  <a:lnTo>
                    <a:pt x="2441" y="13765"/>
                  </a:lnTo>
                  <a:lnTo>
                    <a:pt x="3049" y="14253"/>
                  </a:lnTo>
                  <a:lnTo>
                    <a:pt x="3692" y="14681"/>
                  </a:lnTo>
                  <a:lnTo>
                    <a:pt x="4358" y="15027"/>
                  </a:lnTo>
                  <a:lnTo>
                    <a:pt x="5061" y="15312"/>
                  </a:lnTo>
                  <a:lnTo>
                    <a:pt x="5775" y="15515"/>
                  </a:lnTo>
                  <a:lnTo>
                    <a:pt x="6502" y="15658"/>
                  </a:lnTo>
                  <a:lnTo>
                    <a:pt x="7240" y="15729"/>
                  </a:lnTo>
                  <a:lnTo>
                    <a:pt x="7978" y="15729"/>
                  </a:lnTo>
                  <a:lnTo>
                    <a:pt x="8716" y="15658"/>
                  </a:lnTo>
                  <a:lnTo>
                    <a:pt x="9442" y="15515"/>
                  </a:lnTo>
                  <a:lnTo>
                    <a:pt x="10157" y="15312"/>
                  </a:lnTo>
                  <a:lnTo>
                    <a:pt x="10859" y="15027"/>
                  </a:lnTo>
                  <a:lnTo>
                    <a:pt x="11526" y="14681"/>
                  </a:lnTo>
                  <a:lnTo>
                    <a:pt x="12169" y="14253"/>
                  </a:lnTo>
                  <a:lnTo>
                    <a:pt x="12776" y="13765"/>
                  </a:lnTo>
                  <a:lnTo>
                    <a:pt x="13062" y="13491"/>
                  </a:lnTo>
                  <a:lnTo>
                    <a:pt x="13324" y="13205"/>
                  </a:lnTo>
                  <a:lnTo>
                    <a:pt x="13800" y="12586"/>
                  </a:lnTo>
                  <a:lnTo>
                    <a:pt x="14217" y="11931"/>
                  </a:lnTo>
                  <a:lnTo>
                    <a:pt x="14550" y="11240"/>
                  </a:lnTo>
                  <a:lnTo>
                    <a:pt x="14824" y="10526"/>
                  </a:lnTo>
                  <a:lnTo>
                    <a:pt x="15027" y="9788"/>
                  </a:lnTo>
                  <a:lnTo>
                    <a:pt x="15158" y="9026"/>
                  </a:lnTo>
                  <a:lnTo>
                    <a:pt x="15205" y="8252"/>
                  </a:lnTo>
                  <a:lnTo>
                    <a:pt x="15205" y="7871"/>
                  </a:lnTo>
                  <a:lnTo>
                    <a:pt x="15205" y="7478"/>
                  </a:lnTo>
                  <a:lnTo>
                    <a:pt x="15158" y="6704"/>
                  </a:lnTo>
                  <a:lnTo>
                    <a:pt x="15027" y="5942"/>
                  </a:lnTo>
                  <a:lnTo>
                    <a:pt x="14824" y="5204"/>
                  </a:lnTo>
                  <a:lnTo>
                    <a:pt x="14550" y="4489"/>
                  </a:lnTo>
                  <a:lnTo>
                    <a:pt x="14205" y="3799"/>
                  </a:lnTo>
                  <a:lnTo>
                    <a:pt x="13800" y="3144"/>
                  </a:lnTo>
                  <a:lnTo>
                    <a:pt x="13324" y="2525"/>
                  </a:lnTo>
                  <a:lnTo>
                    <a:pt x="13062" y="2239"/>
                  </a:lnTo>
                  <a:lnTo>
                    <a:pt x="12776" y="1965"/>
                  </a:lnTo>
                  <a:lnTo>
                    <a:pt x="12169" y="1477"/>
                  </a:lnTo>
                  <a:lnTo>
                    <a:pt x="11526" y="1048"/>
                  </a:lnTo>
                  <a:lnTo>
                    <a:pt x="10859" y="703"/>
                  </a:lnTo>
                  <a:lnTo>
                    <a:pt x="10157" y="417"/>
                  </a:lnTo>
                  <a:lnTo>
                    <a:pt x="9442" y="215"/>
                  </a:lnTo>
                  <a:lnTo>
                    <a:pt x="8716" y="72"/>
                  </a:lnTo>
                  <a:lnTo>
                    <a:pt x="7978" y="1"/>
                  </a:lnTo>
                  <a:close/>
                </a:path>
              </a:pathLst>
            </a:custGeom>
            <a:solidFill>
              <a:srgbClr val="5F63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6" name="Google Shape;2966;p328"/>
            <p:cNvSpPr/>
            <p:nvPr/>
          </p:nvSpPr>
          <p:spPr>
            <a:xfrm>
              <a:off x="1980201" y="4665893"/>
              <a:ext cx="86650" cy="100826"/>
            </a:xfrm>
            <a:custGeom>
              <a:rect b="b" l="l" r="r" t="t"/>
              <a:pathLst>
                <a:path extrusionOk="0" h="15242" w="13099">
                  <a:moveTo>
                    <a:pt x="1" y="1"/>
                  </a:moveTo>
                  <a:lnTo>
                    <a:pt x="1" y="9014"/>
                  </a:lnTo>
                  <a:lnTo>
                    <a:pt x="25" y="9717"/>
                  </a:lnTo>
                  <a:lnTo>
                    <a:pt x="215" y="10979"/>
                  </a:lnTo>
                  <a:lnTo>
                    <a:pt x="572" y="12110"/>
                  </a:lnTo>
                  <a:lnTo>
                    <a:pt x="965" y="12860"/>
                  </a:lnTo>
                  <a:lnTo>
                    <a:pt x="1275" y="13324"/>
                  </a:lnTo>
                  <a:lnTo>
                    <a:pt x="1453" y="13539"/>
                  </a:lnTo>
                  <a:lnTo>
                    <a:pt x="1632" y="13741"/>
                  </a:lnTo>
                  <a:lnTo>
                    <a:pt x="2037" y="14122"/>
                  </a:lnTo>
                  <a:lnTo>
                    <a:pt x="2477" y="14432"/>
                  </a:lnTo>
                  <a:lnTo>
                    <a:pt x="2954" y="14705"/>
                  </a:lnTo>
                  <a:lnTo>
                    <a:pt x="3478" y="14908"/>
                  </a:lnTo>
                  <a:lnTo>
                    <a:pt x="4049" y="15075"/>
                  </a:lnTo>
                  <a:lnTo>
                    <a:pt x="4656" y="15182"/>
                  </a:lnTo>
                  <a:lnTo>
                    <a:pt x="5311" y="15229"/>
                  </a:lnTo>
                  <a:lnTo>
                    <a:pt x="5657" y="15241"/>
                  </a:lnTo>
                  <a:lnTo>
                    <a:pt x="6014" y="15229"/>
                  </a:lnTo>
                  <a:lnTo>
                    <a:pt x="6728" y="15134"/>
                  </a:lnTo>
                  <a:lnTo>
                    <a:pt x="7407" y="14944"/>
                  </a:lnTo>
                  <a:lnTo>
                    <a:pt x="8074" y="14670"/>
                  </a:lnTo>
                  <a:lnTo>
                    <a:pt x="8395" y="14491"/>
                  </a:lnTo>
                  <a:lnTo>
                    <a:pt x="8681" y="14324"/>
                  </a:lnTo>
                  <a:lnTo>
                    <a:pt x="9229" y="13943"/>
                  </a:lnTo>
                  <a:lnTo>
                    <a:pt x="9717" y="13491"/>
                  </a:lnTo>
                  <a:lnTo>
                    <a:pt x="10133" y="12991"/>
                  </a:lnTo>
                  <a:lnTo>
                    <a:pt x="10324" y="12705"/>
                  </a:lnTo>
                  <a:lnTo>
                    <a:pt x="10443" y="12705"/>
                  </a:lnTo>
                  <a:lnTo>
                    <a:pt x="10443" y="14765"/>
                  </a:lnTo>
                  <a:lnTo>
                    <a:pt x="13098" y="14765"/>
                  </a:lnTo>
                  <a:lnTo>
                    <a:pt x="13098" y="1"/>
                  </a:lnTo>
                  <a:lnTo>
                    <a:pt x="10312" y="1"/>
                  </a:lnTo>
                  <a:lnTo>
                    <a:pt x="10312" y="8121"/>
                  </a:lnTo>
                  <a:lnTo>
                    <a:pt x="10300" y="8550"/>
                  </a:lnTo>
                  <a:lnTo>
                    <a:pt x="10169" y="9407"/>
                  </a:lnTo>
                  <a:lnTo>
                    <a:pt x="9895" y="10217"/>
                  </a:lnTo>
                  <a:lnTo>
                    <a:pt x="9479" y="10979"/>
                  </a:lnTo>
                  <a:lnTo>
                    <a:pt x="9229" y="11324"/>
                  </a:lnTo>
                  <a:lnTo>
                    <a:pt x="8967" y="11645"/>
                  </a:lnTo>
                  <a:lnTo>
                    <a:pt x="8336" y="12169"/>
                  </a:lnTo>
                  <a:lnTo>
                    <a:pt x="7609" y="12526"/>
                  </a:lnTo>
                  <a:lnTo>
                    <a:pt x="6823" y="12693"/>
                  </a:lnTo>
                  <a:lnTo>
                    <a:pt x="6407" y="12705"/>
                  </a:lnTo>
                  <a:lnTo>
                    <a:pt x="5966" y="12693"/>
                  </a:lnTo>
                  <a:lnTo>
                    <a:pt x="5168" y="12562"/>
                  </a:lnTo>
                  <a:lnTo>
                    <a:pt x="4490" y="12312"/>
                  </a:lnTo>
                  <a:lnTo>
                    <a:pt x="3918" y="11919"/>
                  </a:lnTo>
                  <a:lnTo>
                    <a:pt x="3454" y="11407"/>
                  </a:lnTo>
                  <a:lnTo>
                    <a:pt x="3120" y="10764"/>
                  </a:lnTo>
                  <a:lnTo>
                    <a:pt x="2882" y="9990"/>
                  </a:lnTo>
                  <a:lnTo>
                    <a:pt x="2775" y="9085"/>
                  </a:lnTo>
                  <a:lnTo>
                    <a:pt x="2763" y="8585"/>
                  </a:lnTo>
                  <a:lnTo>
                    <a:pt x="2763" y="1"/>
                  </a:lnTo>
                  <a:close/>
                </a:path>
              </a:pathLst>
            </a:custGeom>
            <a:solidFill>
              <a:srgbClr val="5F63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7" name="Google Shape;2967;p328"/>
            <p:cNvSpPr/>
            <p:nvPr/>
          </p:nvSpPr>
          <p:spPr>
            <a:xfrm>
              <a:off x="2082515" y="4620765"/>
              <a:ext cx="98226" cy="146033"/>
            </a:xfrm>
            <a:custGeom>
              <a:rect b="b" l="l" r="r" t="t"/>
              <a:pathLst>
                <a:path extrusionOk="0" h="22076" w="14849">
                  <a:moveTo>
                    <a:pt x="7240" y="8894"/>
                  </a:moveTo>
                  <a:lnTo>
                    <a:pt x="8097" y="8930"/>
                  </a:lnTo>
                  <a:lnTo>
                    <a:pt x="8955" y="9121"/>
                  </a:lnTo>
                  <a:lnTo>
                    <a:pt x="9752" y="9490"/>
                  </a:lnTo>
                  <a:lnTo>
                    <a:pt x="10491" y="10014"/>
                  </a:lnTo>
                  <a:lnTo>
                    <a:pt x="10812" y="10347"/>
                  </a:lnTo>
                  <a:lnTo>
                    <a:pt x="11157" y="10752"/>
                  </a:lnTo>
                  <a:lnTo>
                    <a:pt x="11693" y="11657"/>
                  </a:lnTo>
                  <a:lnTo>
                    <a:pt x="12038" y="12645"/>
                  </a:lnTo>
                  <a:lnTo>
                    <a:pt x="12193" y="13681"/>
                  </a:lnTo>
                  <a:lnTo>
                    <a:pt x="12181" y="14217"/>
                  </a:lnTo>
                  <a:lnTo>
                    <a:pt x="12193" y="14741"/>
                  </a:lnTo>
                  <a:lnTo>
                    <a:pt x="12038" y="15788"/>
                  </a:lnTo>
                  <a:lnTo>
                    <a:pt x="11693" y="16777"/>
                  </a:lnTo>
                  <a:lnTo>
                    <a:pt x="11157" y="17682"/>
                  </a:lnTo>
                  <a:lnTo>
                    <a:pt x="10812" y="18086"/>
                  </a:lnTo>
                  <a:lnTo>
                    <a:pt x="10479" y="18432"/>
                  </a:lnTo>
                  <a:lnTo>
                    <a:pt x="9717" y="18979"/>
                  </a:lnTo>
                  <a:lnTo>
                    <a:pt x="8871" y="19348"/>
                  </a:lnTo>
                  <a:lnTo>
                    <a:pt x="7954" y="19527"/>
                  </a:lnTo>
                  <a:lnTo>
                    <a:pt x="7478" y="19539"/>
                  </a:lnTo>
                  <a:lnTo>
                    <a:pt x="7014" y="19527"/>
                  </a:lnTo>
                  <a:lnTo>
                    <a:pt x="6097" y="19337"/>
                  </a:lnTo>
                  <a:lnTo>
                    <a:pt x="5252" y="18967"/>
                  </a:lnTo>
                  <a:lnTo>
                    <a:pt x="4501" y="18420"/>
                  </a:lnTo>
                  <a:lnTo>
                    <a:pt x="4180" y="18086"/>
                  </a:lnTo>
                  <a:lnTo>
                    <a:pt x="3835" y="17682"/>
                  </a:lnTo>
                  <a:lnTo>
                    <a:pt x="3287" y="16777"/>
                  </a:lnTo>
                  <a:lnTo>
                    <a:pt x="2930" y="15788"/>
                  </a:lnTo>
                  <a:lnTo>
                    <a:pt x="2775" y="14753"/>
                  </a:lnTo>
                  <a:lnTo>
                    <a:pt x="2787" y="14217"/>
                  </a:lnTo>
                  <a:lnTo>
                    <a:pt x="2775" y="13681"/>
                  </a:lnTo>
                  <a:lnTo>
                    <a:pt x="2930" y="12645"/>
                  </a:lnTo>
                  <a:lnTo>
                    <a:pt x="3287" y="11657"/>
                  </a:lnTo>
                  <a:lnTo>
                    <a:pt x="3835" y="10752"/>
                  </a:lnTo>
                  <a:lnTo>
                    <a:pt x="4180" y="10347"/>
                  </a:lnTo>
                  <a:lnTo>
                    <a:pt x="4299" y="10216"/>
                  </a:lnTo>
                  <a:lnTo>
                    <a:pt x="4430" y="10097"/>
                  </a:lnTo>
                  <a:lnTo>
                    <a:pt x="4775" y="9787"/>
                  </a:lnTo>
                  <a:lnTo>
                    <a:pt x="5549" y="9323"/>
                  </a:lnTo>
                  <a:lnTo>
                    <a:pt x="6371" y="9025"/>
                  </a:lnTo>
                  <a:lnTo>
                    <a:pt x="7240" y="8894"/>
                  </a:lnTo>
                  <a:close/>
                  <a:moveTo>
                    <a:pt x="12074" y="0"/>
                  </a:moveTo>
                  <a:lnTo>
                    <a:pt x="12074" y="6823"/>
                  </a:lnTo>
                  <a:lnTo>
                    <a:pt x="12193" y="8871"/>
                  </a:lnTo>
                  <a:lnTo>
                    <a:pt x="12074" y="8871"/>
                  </a:lnTo>
                  <a:lnTo>
                    <a:pt x="11884" y="8585"/>
                  </a:lnTo>
                  <a:lnTo>
                    <a:pt x="11443" y="8061"/>
                  </a:lnTo>
                  <a:lnTo>
                    <a:pt x="10931" y="7609"/>
                  </a:lnTo>
                  <a:lnTo>
                    <a:pt x="10371" y="7216"/>
                  </a:lnTo>
                  <a:lnTo>
                    <a:pt x="10074" y="7061"/>
                  </a:lnTo>
                  <a:lnTo>
                    <a:pt x="9717" y="6882"/>
                  </a:lnTo>
                  <a:lnTo>
                    <a:pt x="8978" y="6596"/>
                  </a:lnTo>
                  <a:lnTo>
                    <a:pt x="8204" y="6418"/>
                  </a:lnTo>
                  <a:lnTo>
                    <a:pt x="7430" y="6323"/>
                  </a:lnTo>
                  <a:lnTo>
                    <a:pt x="7038" y="6323"/>
                  </a:lnTo>
                  <a:lnTo>
                    <a:pt x="6680" y="6335"/>
                  </a:lnTo>
                  <a:lnTo>
                    <a:pt x="5978" y="6406"/>
                  </a:lnTo>
                  <a:lnTo>
                    <a:pt x="5299" y="6561"/>
                  </a:lnTo>
                  <a:lnTo>
                    <a:pt x="4632" y="6775"/>
                  </a:lnTo>
                  <a:lnTo>
                    <a:pt x="4001" y="7061"/>
                  </a:lnTo>
                  <a:lnTo>
                    <a:pt x="3406" y="7418"/>
                  </a:lnTo>
                  <a:lnTo>
                    <a:pt x="2846" y="7835"/>
                  </a:lnTo>
                  <a:lnTo>
                    <a:pt x="2322" y="8323"/>
                  </a:lnTo>
                  <a:lnTo>
                    <a:pt x="2096" y="8585"/>
                  </a:lnTo>
                  <a:lnTo>
                    <a:pt x="1834" y="8883"/>
                  </a:lnTo>
                  <a:lnTo>
                    <a:pt x="1370" y="9502"/>
                  </a:lnTo>
                  <a:lnTo>
                    <a:pt x="977" y="10145"/>
                  </a:lnTo>
                  <a:lnTo>
                    <a:pt x="644" y="10835"/>
                  </a:lnTo>
                  <a:lnTo>
                    <a:pt x="370" y="11550"/>
                  </a:lnTo>
                  <a:lnTo>
                    <a:pt x="179" y="12288"/>
                  </a:lnTo>
                  <a:lnTo>
                    <a:pt x="48" y="13038"/>
                  </a:lnTo>
                  <a:lnTo>
                    <a:pt x="1" y="13812"/>
                  </a:lnTo>
                  <a:lnTo>
                    <a:pt x="13" y="14205"/>
                  </a:lnTo>
                  <a:lnTo>
                    <a:pt x="1" y="14586"/>
                  </a:lnTo>
                  <a:lnTo>
                    <a:pt x="48" y="15360"/>
                  </a:lnTo>
                  <a:lnTo>
                    <a:pt x="179" y="16110"/>
                  </a:lnTo>
                  <a:lnTo>
                    <a:pt x="370" y="16848"/>
                  </a:lnTo>
                  <a:lnTo>
                    <a:pt x="644" y="17562"/>
                  </a:lnTo>
                  <a:lnTo>
                    <a:pt x="977" y="18253"/>
                  </a:lnTo>
                  <a:lnTo>
                    <a:pt x="1370" y="18896"/>
                  </a:lnTo>
                  <a:lnTo>
                    <a:pt x="1834" y="19515"/>
                  </a:lnTo>
                  <a:lnTo>
                    <a:pt x="2096" y="19813"/>
                  </a:lnTo>
                  <a:lnTo>
                    <a:pt x="2322" y="20075"/>
                  </a:lnTo>
                  <a:lnTo>
                    <a:pt x="2834" y="20563"/>
                  </a:lnTo>
                  <a:lnTo>
                    <a:pt x="3394" y="20980"/>
                  </a:lnTo>
                  <a:lnTo>
                    <a:pt x="4001" y="21337"/>
                  </a:lnTo>
                  <a:lnTo>
                    <a:pt x="4632" y="21623"/>
                  </a:lnTo>
                  <a:lnTo>
                    <a:pt x="5287" y="21837"/>
                  </a:lnTo>
                  <a:lnTo>
                    <a:pt x="5978" y="21992"/>
                  </a:lnTo>
                  <a:lnTo>
                    <a:pt x="6680" y="22063"/>
                  </a:lnTo>
                  <a:lnTo>
                    <a:pt x="7038" y="22075"/>
                  </a:lnTo>
                  <a:lnTo>
                    <a:pt x="7430" y="22075"/>
                  </a:lnTo>
                  <a:lnTo>
                    <a:pt x="8204" y="21980"/>
                  </a:lnTo>
                  <a:lnTo>
                    <a:pt x="8978" y="21801"/>
                  </a:lnTo>
                  <a:lnTo>
                    <a:pt x="9717" y="21515"/>
                  </a:lnTo>
                  <a:lnTo>
                    <a:pt x="10074" y="21349"/>
                  </a:lnTo>
                  <a:lnTo>
                    <a:pt x="10371" y="21182"/>
                  </a:lnTo>
                  <a:lnTo>
                    <a:pt x="10931" y="20789"/>
                  </a:lnTo>
                  <a:lnTo>
                    <a:pt x="11443" y="20337"/>
                  </a:lnTo>
                  <a:lnTo>
                    <a:pt x="11884" y="19813"/>
                  </a:lnTo>
                  <a:lnTo>
                    <a:pt x="12074" y="19527"/>
                  </a:lnTo>
                  <a:lnTo>
                    <a:pt x="12193" y="19527"/>
                  </a:lnTo>
                  <a:lnTo>
                    <a:pt x="12193" y="21587"/>
                  </a:lnTo>
                  <a:lnTo>
                    <a:pt x="14848" y="21587"/>
                  </a:lnTo>
                  <a:lnTo>
                    <a:pt x="14848" y="0"/>
                  </a:lnTo>
                  <a:close/>
                </a:path>
              </a:pathLst>
            </a:custGeom>
            <a:solidFill>
              <a:srgbClr val="5F63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ix">
  <p:cSld name="CAPTION_ONLY_1">
    <p:spTree>
      <p:nvGrpSpPr>
        <p:cNvPr id="2968" name="Shape 2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" name="Google Shape;2969;p329"/>
          <p:cNvPicPr preferRelativeResize="0"/>
          <p:nvPr/>
        </p:nvPicPr>
        <p:blipFill rotWithShape="1">
          <a:blip r:embed="rId2">
            <a:alphaModFix/>
          </a:blip>
          <a:srcRect b="31404" l="0" r="0" t="28549"/>
          <a:stretch/>
        </p:blipFill>
        <p:spPr>
          <a:xfrm>
            <a:off x="8099450" y="225088"/>
            <a:ext cx="764699" cy="306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8">
  <p:cSld name="BLANK_28">
    <p:spTree>
      <p:nvGrpSpPr>
        <p:cNvPr id="2970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1" name="Google Shape;2971;p330"/>
          <p:cNvPicPr preferRelativeResize="0"/>
          <p:nvPr/>
        </p:nvPicPr>
        <p:blipFill rotWithShape="1">
          <a:blip r:embed="rId2">
            <a:alphaModFix/>
          </a:blip>
          <a:srcRect b="19897" l="17345" r="9805" t="21804"/>
          <a:stretch/>
        </p:blipFill>
        <p:spPr>
          <a:xfrm>
            <a:off x="206768" y="4721093"/>
            <a:ext cx="1423160" cy="351476"/>
          </a:xfrm>
          <a:prstGeom prst="rect">
            <a:avLst/>
          </a:prstGeom>
          <a:noFill/>
          <a:ln>
            <a:noFill/>
          </a:ln>
        </p:spPr>
      </p:pic>
      <p:sp>
        <p:nvSpPr>
          <p:cNvPr id="2972" name="Google Shape;2972;p330"/>
          <p:cNvSpPr txBox="1"/>
          <p:nvPr/>
        </p:nvSpPr>
        <p:spPr>
          <a:xfrm>
            <a:off x="425625" y="784300"/>
            <a:ext cx="32436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_MAIN_SLIDE_NO LOGO">
  <p:cSld name="CUSTOM_7_1_1_1_1_1_1_1_1_1_1_1_1_1_1_1_4_1">
    <p:bg>
      <p:bgPr>
        <a:solidFill>
          <a:srgbClr val="FFFFFF"/>
        </a:solidFill>
      </p:bgPr>
    </p:bg>
    <p:spTree>
      <p:nvGrpSpPr>
        <p:cNvPr id="2973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4" name="Google Shape;2974;p331"/>
          <p:cNvSpPr txBox="1"/>
          <p:nvPr>
            <p:ph type="title"/>
          </p:nvPr>
        </p:nvSpPr>
        <p:spPr>
          <a:xfrm>
            <a:off x="457200" y="457200"/>
            <a:ext cx="82830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_List_1 col - Yellow 1">
  <p:cSld name="CUSTOM_7_1_1_1_1_1_1_1_1_1_1_1_1_1_1_1_2_2_1_2_1_1">
    <p:bg>
      <p:bgPr>
        <a:solidFill>
          <a:srgbClr val="FFFFFF"/>
        </a:solidFill>
      </p:bgPr>
    </p:bg>
    <p:spTree>
      <p:nvGrpSpPr>
        <p:cNvPr id="2975" name="Shape 2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6" name="Google Shape;2976;p332"/>
          <p:cNvSpPr txBox="1"/>
          <p:nvPr/>
        </p:nvSpPr>
        <p:spPr>
          <a:xfrm>
            <a:off x="455317" y="4875830"/>
            <a:ext cx="1300200" cy="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Google Cloud Next ‘24</a:t>
            </a:r>
            <a:endParaRPr sz="6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977" name="Google Shape;2977;p332"/>
          <p:cNvSpPr txBox="1"/>
          <p:nvPr/>
        </p:nvSpPr>
        <p:spPr>
          <a:xfrm>
            <a:off x="3921900" y="4858875"/>
            <a:ext cx="1300200" cy="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</a:t>
            </a:r>
            <a:endParaRPr sz="6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978" name="Google Shape;2978;p332"/>
          <p:cNvSpPr txBox="1"/>
          <p:nvPr>
            <p:ph type="title"/>
          </p:nvPr>
        </p:nvSpPr>
        <p:spPr>
          <a:xfrm>
            <a:off x="419100" y="411825"/>
            <a:ext cx="7648500" cy="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400"/>
              <a:buFont typeface="Google Sans Medium"/>
              <a:buNone/>
              <a:defRPr sz="4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9pPr>
          </a:lstStyle>
          <a:p/>
        </p:txBody>
      </p:sp>
      <p:sp>
        <p:nvSpPr>
          <p:cNvPr id="2979" name="Google Shape;2979;p332"/>
          <p:cNvSpPr txBox="1"/>
          <p:nvPr>
            <p:ph idx="2" type="title"/>
          </p:nvPr>
        </p:nvSpPr>
        <p:spPr>
          <a:xfrm>
            <a:off x="2120640" y="1548700"/>
            <a:ext cx="5906700" cy="3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600"/>
              <a:buFont typeface="Google Sans Medium"/>
              <a:buNone/>
              <a:defRPr sz="1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9pPr>
          </a:lstStyle>
          <a:p/>
        </p:txBody>
      </p:sp>
      <p:sp>
        <p:nvSpPr>
          <p:cNvPr id="2980" name="Google Shape;2980;p332"/>
          <p:cNvSpPr txBox="1"/>
          <p:nvPr>
            <p:ph idx="3" type="title"/>
          </p:nvPr>
        </p:nvSpPr>
        <p:spPr>
          <a:xfrm>
            <a:off x="2120640" y="2192069"/>
            <a:ext cx="5906700" cy="3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600"/>
              <a:buFont typeface="Google Sans Medium"/>
              <a:buNone/>
              <a:defRPr sz="1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9pPr>
          </a:lstStyle>
          <a:p/>
        </p:txBody>
      </p:sp>
      <p:sp>
        <p:nvSpPr>
          <p:cNvPr id="2981" name="Google Shape;2981;p332"/>
          <p:cNvSpPr txBox="1"/>
          <p:nvPr>
            <p:ph idx="4" type="title"/>
          </p:nvPr>
        </p:nvSpPr>
        <p:spPr>
          <a:xfrm>
            <a:off x="2120640" y="2835438"/>
            <a:ext cx="5906700" cy="3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600"/>
              <a:buFont typeface="Google Sans Medium"/>
              <a:buNone/>
              <a:defRPr sz="1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9pPr>
          </a:lstStyle>
          <a:p/>
        </p:txBody>
      </p:sp>
      <p:sp>
        <p:nvSpPr>
          <p:cNvPr id="2982" name="Google Shape;2982;p332"/>
          <p:cNvSpPr txBox="1"/>
          <p:nvPr>
            <p:ph idx="5" type="title"/>
          </p:nvPr>
        </p:nvSpPr>
        <p:spPr>
          <a:xfrm>
            <a:off x="2120640" y="3478806"/>
            <a:ext cx="5906700" cy="3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600"/>
              <a:buFont typeface="Google Sans Medium"/>
              <a:buNone/>
              <a:defRPr sz="1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9pPr>
          </a:lstStyle>
          <a:p/>
        </p:txBody>
      </p:sp>
      <p:sp>
        <p:nvSpPr>
          <p:cNvPr id="2983" name="Google Shape;2983;p332"/>
          <p:cNvSpPr txBox="1"/>
          <p:nvPr>
            <p:ph idx="6" type="title"/>
          </p:nvPr>
        </p:nvSpPr>
        <p:spPr>
          <a:xfrm>
            <a:off x="2120640" y="4122175"/>
            <a:ext cx="5906700" cy="3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600"/>
              <a:buFont typeface="Google Sans Medium"/>
              <a:buNone/>
              <a:defRPr sz="1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Font typeface="Google Sans Medium"/>
              <a:buNone/>
              <a:defRPr sz="2000"/>
            </a:lvl9pPr>
          </a:lstStyle>
          <a:p/>
        </p:txBody>
      </p:sp>
      <p:pic>
        <p:nvPicPr>
          <p:cNvPr id="2984" name="Google Shape;2984;p332"/>
          <p:cNvPicPr preferRelativeResize="0"/>
          <p:nvPr/>
        </p:nvPicPr>
        <p:blipFill rotWithShape="1">
          <a:blip r:embed="rId2">
            <a:alphaModFix/>
          </a:blip>
          <a:srcRect b="0" l="0" r="0" t="69394"/>
          <a:stretch/>
        </p:blipFill>
        <p:spPr>
          <a:xfrm>
            <a:off x="6997750" y="4122149"/>
            <a:ext cx="2597648" cy="103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80" Type="http://schemas.openxmlformats.org/officeDocument/2006/relationships/slideLayout" Target="../slideLayouts/slideLayout80.xml"/><Relationship Id="rId82" Type="http://schemas.openxmlformats.org/officeDocument/2006/relationships/theme" Target="../theme/theme3.xml"/><Relationship Id="rId81" Type="http://schemas.openxmlformats.org/officeDocument/2006/relationships/slideLayout" Target="../slideLayouts/slideLayout8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31.xml"/><Relationship Id="rId75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30.xml"/><Relationship Id="rId74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33.xml"/><Relationship Id="rId77" Type="http://schemas.openxmlformats.org/officeDocument/2006/relationships/slideLayout" Target="../slideLayouts/slideLayout77.xml"/><Relationship Id="rId32" Type="http://schemas.openxmlformats.org/officeDocument/2006/relationships/slideLayout" Target="../slideLayouts/slideLayout32.xml"/><Relationship Id="rId76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35.xml"/><Relationship Id="rId79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34.xml"/><Relationship Id="rId78" Type="http://schemas.openxmlformats.org/officeDocument/2006/relationships/slideLayout" Target="../slideLayouts/slideLayout78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66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21.xml"/><Relationship Id="rId65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24.xml"/><Relationship Id="rId68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23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69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21.xml"/><Relationship Id="rId84" Type="http://schemas.openxmlformats.org/officeDocument/2006/relationships/theme" Target="../theme/theme1.xml"/><Relationship Id="rId83" Type="http://schemas.openxmlformats.org/officeDocument/2006/relationships/slideLayout" Target="../slideLayouts/slideLayout164.xml"/><Relationship Id="rId42" Type="http://schemas.openxmlformats.org/officeDocument/2006/relationships/slideLayout" Target="../slideLayouts/slideLayout123.xml"/><Relationship Id="rId41" Type="http://schemas.openxmlformats.org/officeDocument/2006/relationships/slideLayout" Target="../slideLayouts/slideLayout122.xml"/><Relationship Id="rId44" Type="http://schemas.openxmlformats.org/officeDocument/2006/relationships/slideLayout" Target="../slideLayouts/slideLayout125.xml"/><Relationship Id="rId43" Type="http://schemas.openxmlformats.org/officeDocument/2006/relationships/slideLayout" Target="../slideLayouts/slideLayout124.xml"/><Relationship Id="rId46" Type="http://schemas.openxmlformats.org/officeDocument/2006/relationships/slideLayout" Target="../slideLayouts/slideLayout127.xml"/><Relationship Id="rId45" Type="http://schemas.openxmlformats.org/officeDocument/2006/relationships/slideLayout" Target="../slideLayouts/slideLayout126.xml"/><Relationship Id="rId80" Type="http://schemas.openxmlformats.org/officeDocument/2006/relationships/slideLayout" Target="../slideLayouts/slideLayout161.xml"/><Relationship Id="rId82" Type="http://schemas.openxmlformats.org/officeDocument/2006/relationships/slideLayout" Target="../slideLayouts/slideLayout163.xml"/><Relationship Id="rId81" Type="http://schemas.openxmlformats.org/officeDocument/2006/relationships/slideLayout" Target="../slideLayouts/slideLayout162.xml"/><Relationship Id="rId1" Type="http://schemas.openxmlformats.org/officeDocument/2006/relationships/slideLayout" Target="../slideLayouts/slideLayout82.xml"/><Relationship Id="rId2" Type="http://schemas.openxmlformats.org/officeDocument/2006/relationships/slideLayout" Target="../slideLayouts/slideLayout83.xml"/><Relationship Id="rId3" Type="http://schemas.openxmlformats.org/officeDocument/2006/relationships/slideLayout" Target="../slideLayouts/slideLayout84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Relationship Id="rId48" Type="http://schemas.openxmlformats.org/officeDocument/2006/relationships/slideLayout" Target="../slideLayouts/slideLayout129.xml"/><Relationship Id="rId47" Type="http://schemas.openxmlformats.org/officeDocument/2006/relationships/slideLayout" Target="../slideLayouts/slideLayout128.xml"/><Relationship Id="rId49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9.xml"/><Relationship Id="rId73" Type="http://schemas.openxmlformats.org/officeDocument/2006/relationships/slideLayout" Target="../slideLayouts/slideLayout154.xml"/><Relationship Id="rId72" Type="http://schemas.openxmlformats.org/officeDocument/2006/relationships/slideLayout" Target="../slideLayouts/slideLayout153.xml"/><Relationship Id="rId31" Type="http://schemas.openxmlformats.org/officeDocument/2006/relationships/slideLayout" Target="../slideLayouts/slideLayout112.xml"/><Relationship Id="rId75" Type="http://schemas.openxmlformats.org/officeDocument/2006/relationships/slideLayout" Target="../slideLayouts/slideLayout156.xml"/><Relationship Id="rId30" Type="http://schemas.openxmlformats.org/officeDocument/2006/relationships/slideLayout" Target="../slideLayouts/slideLayout111.xml"/><Relationship Id="rId74" Type="http://schemas.openxmlformats.org/officeDocument/2006/relationships/slideLayout" Target="../slideLayouts/slideLayout155.xml"/><Relationship Id="rId33" Type="http://schemas.openxmlformats.org/officeDocument/2006/relationships/slideLayout" Target="../slideLayouts/slideLayout114.xml"/><Relationship Id="rId77" Type="http://schemas.openxmlformats.org/officeDocument/2006/relationships/slideLayout" Target="../slideLayouts/slideLayout158.xml"/><Relationship Id="rId32" Type="http://schemas.openxmlformats.org/officeDocument/2006/relationships/slideLayout" Target="../slideLayouts/slideLayout113.xml"/><Relationship Id="rId76" Type="http://schemas.openxmlformats.org/officeDocument/2006/relationships/slideLayout" Target="../slideLayouts/slideLayout157.xml"/><Relationship Id="rId35" Type="http://schemas.openxmlformats.org/officeDocument/2006/relationships/slideLayout" Target="../slideLayouts/slideLayout116.xml"/><Relationship Id="rId79" Type="http://schemas.openxmlformats.org/officeDocument/2006/relationships/slideLayout" Target="../slideLayouts/slideLayout160.xml"/><Relationship Id="rId34" Type="http://schemas.openxmlformats.org/officeDocument/2006/relationships/slideLayout" Target="../slideLayouts/slideLayout115.xml"/><Relationship Id="rId78" Type="http://schemas.openxmlformats.org/officeDocument/2006/relationships/slideLayout" Target="../slideLayouts/slideLayout159.xml"/><Relationship Id="rId71" Type="http://schemas.openxmlformats.org/officeDocument/2006/relationships/slideLayout" Target="../slideLayouts/slideLayout152.xml"/><Relationship Id="rId70" Type="http://schemas.openxmlformats.org/officeDocument/2006/relationships/slideLayout" Target="../slideLayouts/slideLayout151.xml"/><Relationship Id="rId37" Type="http://schemas.openxmlformats.org/officeDocument/2006/relationships/slideLayout" Target="../slideLayouts/slideLayout118.xml"/><Relationship Id="rId36" Type="http://schemas.openxmlformats.org/officeDocument/2006/relationships/slideLayout" Target="../slideLayouts/slideLayout117.xml"/><Relationship Id="rId39" Type="http://schemas.openxmlformats.org/officeDocument/2006/relationships/slideLayout" Target="../slideLayouts/slideLayout120.xml"/><Relationship Id="rId38" Type="http://schemas.openxmlformats.org/officeDocument/2006/relationships/slideLayout" Target="../slideLayouts/slideLayout119.xml"/><Relationship Id="rId62" Type="http://schemas.openxmlformats.org/officeDocument/2006/relationships/slideLayout" Target="../slideLayouts/slideLayout143.xml"/><Relationship Id="rId61" Type="http://schemas.openxmlformats.org/officeDocument/2006/relationships/slideLayout" Target="../slideLayouts/slideLayout142.xml"/><Relationship Id="rId20" Type="http://schemas.openxmlformats.org/officeDocument/2006/relationships/slideLayout" Target="../slideLayouts/slideLayout101.xml"/><Relationship Id="rId64" Type="http://schemas.openxmlformats.org/officeDocument/2006/relationships/slideLayout" Target="../slideLayouts/slideLayout145.xml"/><Relationship Id="rId63" Type="http://schemas.openxmlformats.org/officeDocument/2006/relationships/slideLayout" Target="../slideLayouts/slideLayout144.xml"/><Relationship Id="rId22" Type="http://schemas.openxmlformats.org/officeDocument/2006/relationships/slideLayout" Target="../slideLayouts/slideLayout103.xml"/><Relationship Id="rId66" Type="http://schemas.openxmlformats.org/officeDocument/2006/relationships/slideLayout" Target="../slideLayouts/slideLayout147.xml"/><Relationship Id="rId21" Type="http://schemas.openxmlformats.org/officeDocument/2006/relationships/slideLayout" Target="../slideLayouts/slideLayout102.xml"/><Relationship Id="rId65" Type="http://schemas.openxmlformats.org/officeDocument/2006/relationships/slideLayout" Target="../slideLayouts/slideLayout146.xml"/><Relationship Id="rId24" Type="http://schemas.openxmlformats.org/officeDocument/2006/relationships/slideLayout" Target="../slideLayouts/slideLayout105.xml"/><Relationship Id="rId68" Type="http://schemas.openxmlformats.org/officeDocument/2006/relationships/slideLayout" Target="../slideLayouts/slideLayout149.xml"/><Relationship Id="rId23" Type="http://schemas.openxmlformats.org/officeDocument/2006/relationships/slideLayout" Target="../slideLayouts/slideLayout104.xml"/><Relationship Id="rId67" Type="http://schemas.openxmlformats.org/officeDocument/2006/relationships/slideLayout" Target="../slideLayouts/slideLayout148.xml"/><Relationship Id="rId60" Type="http://schemas.openxmlformats.org/officeDocument/2006/relationships/slideLayout" Target="../slideLayouts/slideLayout141.xml"/><Relationship Id="rId26" Type="http://schemas.openxmlformats.org/officeDocument/2006/relationships/slideLayout" Target="../slideLayouts/slideLayout107.xml"/><Relationship Id="rId25" Type="http://schemas.openxmlformats.org/officeDocument/2006/relationships/slideLayout" Target="../slideLayouts/slideLayout106.xml"/><Relationship Id="rId69" Type="http://schemas.openxmlformats.org/officeDocument/2006/relationships/slideLayout" Target="../slideLayouts/slideLayout150.xml"/><Relationship Id="rId28" Type="http://schemas.openxmlformats.org/officeDocument/2006/relationships/slideLayout" Target="../slideLayouts/slideLayout109.xml"/><Relationship Id="rId27" Type="http://schemas.openxmlformats.org/officeDocument/2006/relationships/slideLayout" Target="../slideLayouts/slideLayout108.xml"/><Relationship Id="rId29" Type="http://schemas.openxmlformats.org/officeDocument/2006/relationships/slideLayout" Target="../slideLayouts/slideLayout110.xml"/><Relationship Id="rId51" Type="http://schemas.openxmlformats.org/officeDocument/2006/relationships/slideLayout" Target="../slideLayouts/slideLayout132.xml"/><Relationship Id="rId50" Type="http://schemas.openxmlformats.org/officeDocument/2006/relationships/slideLayout" Target="../slideLayouts/slideLayout131.xml"/><Relationship Id="rId53" Type="http://schemas.openxmlformats.org/officeDocument/2006/relationships/slideLayout" Target="../slideLayouts/slideLayout134.xml"/><Relationship Id="rId52" Type="http://schemas.openxmlformats.org/officeDocument/2006/relationships/slideLayout" Target="../slideLayouts/slideLayout133.xml"/><Relationship Id="rId11" Type="http://schemas.openxmlformats.org/officeDocument/2006/relationships/slideLayout" Target="../slideLayouts/slideLayout92.xml"/><Relationship Id="rId55" Type="http://schemas.openxmlformats.org/officeDocument/2006/relationships/slideLayout" Target="../slideLayouts/slideLayout136.xml"/><Relationship Id="rId10" Type="http://schemas.openxmlformats.org/officeDocument/2006/relationships/slideLayout" Target="../slideLayouts/slideLayout91.xml"/><Relationship Id="rId54" Type="http://schemas.openxmlformats.org/officeDocument/2006/relationships/slideLayout" Target="../slideLayouts/slideLayout135.xml"/><Relationship Id="rId13" Type="http://schemas.openxmlformats.org/officeDocument/2006/relationships/slideLayout" Target="../slideLayouts/slideLayout94.xml"/><Relationship Id="rId57" Type="http://schemas.openxmlformats.org/officeDocument/2006/relationships/slideLayout" Target="../slideLayouts/slideLayout138.xml"/><Relationship Id="rId12" Type="http://schemas.openxmlformats.org/officeDocument/2006/relationships/slideLayout" Target="../slideLayouts/slideLayout93.xml"/><Relationship Id="rId56" Type="http://schemas.openxmlformats.org/officeDocument/2006/relationships/slideLayout" Target="../slideLayouts/slideLayout137.xml"/><Relationship Id="rId15" Type="http://schemas.openxmlformats.org/officeDocument/2006/relationships/slideLayout" Target="../slideLayouts/slideLayout96.xml"/><Relationship Id="rId59" Type="http://schemas.openxmlformats.org/officeDocument/2006/relationships/slideLayout" Target="../slideLayouts/slideLayout140.xml"/><Relationship Id="rId14" Type="http://schemas.openxmlformats.org/officeDocument/2006/relationships/slideLayout" Target="../slideLayouts/slideLayout95.xml"/><Relationship Id="rId58" Type="http://schemas.openxmlformats.org/officeDocument/2006/relationships/slideLayout" Target="../slideLayouts/slideLayout139.xml"/><Relationship Id="rId17" Type="http://schemas.openxmlformats.org/officeDocument/2006/relationships/slideLayout" Target="../slideLayouts/slideLayout98.xml"/><Relationship Id="rId16" Type="http://schemas.openxmlformats.org/officeDocument/2006/relationships/slideLayout" Target="../slideLayouts/slideLayout97.xml"/><Relationship Id="rId19" Type="http://schemas.openxmlformats.org/officeDocument/2006/relationships/slideLayout" Target="../slideLayouts/slideLayout100.xml"/><Relationship Id="rId18" Type="http://schemas.openxmlformats.org/officeDocument/2006/relationships/slideLayout" Target="../slideLayouts/slideLayout99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204.xml"/><Relationship Id="rId42" Type="http://schemas.openxmlformats.org/officeDocument/2006/relationships/slideLayout" Target="../slideLayouts/slideLayout206.xml"/><Relationship Id="rId41" Type="http://schemas.openxmlformats.org/officeDocument/2006/relationships/slideLayout" Target="../slideLayouts/slideLayout205.xml"/><Relationship Id="rId44" Type="http://schemas.openxmlformats.org/officeDocument/2006/relationships/slideLayout" Target="../slideLayouts/slideLayout208.xml"/><Relationship Id="rId43" Type="http://schemas.openxmlformats.org/officeDocument/2006/relationships/slideLayout" Target="../slideLayouts/slideLayout207.xml"/><Relationship Id="rId46" Type="http://schemas.openxmlformats.org/officeDocument/2006/relationships/slideLayout" Target="../slideLayouts/slideLayout210.xml"/><Relationship Id="rId45" Type="http://schemas.openxmlformats.org/officeDocument/2006/relationships/slideLayout" Target="../slideLayouts/slideLayout209.xml"/><Relationship Id="rId1" Type="http://schemas.openxmlformats.org/officeDocument/2006/relationships/slideLayout" Target="../slideLayouts/slideLayout165.xml"/><Relationship Id="rId2" Type="http://schemas.openxmlformats.org/officeDocument/2006/relationships/slideLayout" Target="../slideLayouts/slideLayout166.xml"/><Relationship Id="rId3" Type="http://schemas.openxmlformats.org/officeDocument/2006/relationships/slideLayout" Target="../slideLayouts/slideLayout167.xml"/><Relationship Id="rId4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73.xml"/><Relationship Id="rId48" Type="http://schemas.openxmlformats.org/officeDocument/2006/relationships/slideLayout" Target="../slideLayouts/slideLayout212.xml"/><Relationship Id="rId47" Type="http://schemas.openxmlformats.org/officeDocument/2006/relationships/slideLayout" Target="../slideLayouts/slideLayout211.xml"/><Relationship Id="rId49" Type="http://schemas.openxmlformats.org/officeDocument/2006/relationships/slideLayout" Target="../slideLayouts/slideLayout213.xml"/><Relationship Id="rId5" Type="http://schemas.openxmlformats.org/officeDocument/2006/relationships/slideLayout" Target="../slideLayouts/slideLayout169.xml"/><Relationship Id="rId6" Type="http://schemas.openxmlformats.org/officeDocument/2006/relationships/slideLayout" Target="../slideLayouts/slideLayout170.xml"/><Relationship Id="rId7" Type="http://schemas.openxmlformats.org/officeDocument/2006/relationships/slideLayout" Target="../slideLayouts/slideLayout171.xml"/><Relationship Id="rId8" Type="http://schemas.openxmlformats.org/officeDocument/2006/relationships/slideLayout" Target="../slideLayouts/slideLayout172.xml"/><Relationship Id="rId31" Type="http://schemas.openxmlformats.org/officeDocument/2006/relationships/slideLayout" Target="../slideLayouts/slideLayout195.xml"/><Relationship Id="rId30" Type="http://schemas.openxmlformats.org/officeDocument/2006/relationships/slideLayout" Target="../slideLayouts/slideLayout194.xml"/><Relationship Id="rId33" Type="http://schemas.openxmlformats.org/officeDocument/2006/relationships/slideLayout" Target="../slideLayouts/slideLayout197.xml"/><Relationship Id="rId32" Type="http://schemas.openxmlformats.org/officeDocument/2006/relationships/slideLayout" Target="../slideLayouts/slideLayout196.xml"/><Relationship Id="rId35" Type="http://schemas.openxmlformats.org/officeDocument/2006/relationships/slideLayout" Target="../slideLayouts/slideLayout199.xml"/><Relationship Id="rId34" Type="http://schemas.openxmlformats.org/officeDocument/2006/relationships/slideLayout" Target="../slideLayouts/slideLayout198.xml"/><Relationship Id="rId37" Type="http://schemas.openxmlformats.org/officeDocument/2006/relationships/slideLayout" Target="../slideLayouts/slideLayout201.xml"/><Relationship Id="rId36" Type="http://schemas.openxmlformats.org/officeDocument/2006/relationships/slideLayout" Target="../slideLayouts/slideLayout200.xml"/><Relationship Id="rId39" Type="http://schemas.openxmlformats.org/officeDocument/2006/relationships/slideLayout" Target="../slideLayouts/slideLayout203.xml"/><Relationship Id="rId38" Type="http://schemas.openxmlformats.org/officeDocument/2006/relationships/slideLayout" Target="../slideLayouts/slideLayout202.xml"/><Relationship Id="rId62" Type="http://schemas.openxmlformats.org/officeDocument/2006/relationships/slideLayout" Target="../slideLayouts/slideLayout226.xml"/><Relationship Id="rId61" Type="http://schemas.openxmlformats.org/officeDocument/2006/relationships/slideLayout" Target="../slideLayouts/slideLayout225.xml"/><Relationship Id="rId20" Type="http://schemas.openxmlformats.org/officeDocument/2006/relationships/slideLayout" Target="../slideLayouts/slideLayout184.xml"/><Relationship Id="rId64" Type="http://schemas.openxmlformats.org/officeDocument/2006/relationships/slideLayout" Target="../slideLayouts/slideLayout228.xml"/><Relationship Id="rId63" Type="http://schemas.openxmlformats.org/officeDocument/2006/relationships/slideLayout" Target="../slideLayouts/slideLayout227.xml"/><Relationship Id="rId22" Type="http://schemas.openxmlformats.org/officeDocument/2006/relationships/slideLayout" Target="../slideLayouts/slideLayout186.xml"/><Relationship Id="rId66" Type="http://schemas.openxmlformats.org/officeDocument/2006/relationships/slideLayout" Target="../slideLayouts/slideLayout230.xml"/><Relationship Id="rId21" Type="http://schemas.openxmlformats.org/officeDocument/2006/relationships/slideLayout" Target="../slideLayouts/slideLayout185.xml"/><Relationship Id="rId65" Type="http://schemas.openxmlformats.org/officeDocument/2006/relationships/slideLayout" Target="../slideLayouts/slideLayout229.xml"/><Relationship Id="rId24" Type="http://schemas.openxmlformats.org/officeDocument/2006/relationships/slideLayout" Target="../slideLayouts/slideLayout188.xml"/><Relationship Id="rId23" Type="http://schemas.openxmlformats.org/officeDocument/2006/relationships/slideLayout" Target="../slideLayouts/slideLayout187.xml"/><Relationship Id="rId67" Type="http://schemas.openxmlformats.org/officeDocument/2006/relationships/theme" Target="../theme/theme6.xml"/><Relationship Id="rId60" Type="http://schemas.openxmlformats.org/officeDocument/2006/relationships/slideLayout" Target="../slideLayouts/slideLayout224.xml"/><Relationship Id="rId26" Type="http://schemas.openxmlformats.org/officeDocument/2006/relationships/slideLayout" Target="../slideLayouts/slideLayout190.xml"/><Relationship Id="rId25" Type="http://schemas.openxmlformats.org/officeDocument/2006/relationships/slideLayout" Target="../slideLayouts/slideLayout189.xml"/><Relationship Id="rId28" Type="http://schemas.openxmlformats.org/officeDocument/2006/relationships/slideLayout" Target="../slideLayouts/slideLayout192.xml"/><Relationship Id="rId27" Type="http://schemas.openxmlformats.org/officeDocument/2006/relationships/slideLayout" Target="../slideLayouts/slideLayout191.xml"/><Relationship Id="rId29" Type="http://schemas.openxmlformats.org/officeDocument/2006/relationships/slideLayout" Target="../slideLayouts/slideLayout193.xml"/><Relationship Id="rId51" Type="http://schemas.openxmlformats.org/officeDocument/2006/relationships/slideLayout" Target="../slideLayouts/slideLayout215.xml"/><Relationship Id="rId50" Type="http://schemas.openxmlformats.org/officeDocument/2006/relationships/slideLayout" Target="../slideLayouts/slideLayout214.xml"/><Relationship Id="rId53" Type="http://schemas.openxmlformats.org/officeDocument/2006/relationships/slideLayout" Target="../slideLayouts/slideLayout217.xml"/><Relationship Id="rId52" Type="http://schemas.openxmlformats.org/officeDocument/2006/relationships/slideLayout" Target="../slideLayouts/slideLayout216.xml"/><Relationship Id="rId11" Type="http://schemas.openxmlformats.org/officeDocument/2006/relationships/slideLayout" Target="../slideLayouts/slideLayout175.xml"/><Relationship Id="rId55" Type="http://schemas.openxmlformats.org/officeDocument/2006/relationships/slideLayout" Target="../slideLayouts/slideLayout219.xml"/><Relationship Id="rId10" Type="http://schemas.openxmlformats.org/officeDocument/2006/relationships/slideLayout" Target="../slideLayouts/slideLayout174.xml"/><Relationship Id="rId54" Type="http://schemas.openxmlformats.org/officeDocument/2006/relationships/slideLayout" Target="../slideLayouts/slideLayout218.xml"/><Relationship Id="rId13" Type="http://schemas.openxmlformats.org/officeDocument/2006/relationships/slideLayout" Target="../slideLayouts/slideLayout177.xml"/><Relationship Id="rId57" Type="http://schemas.openxmlformats.org/officeDocument/2006/relationships/slideLayout" Target="../slideLayouts/slideLayout221.xml"/><Relationship Id="rId12" Type="http://schemas.openxmlformats.org/officeDocument/2006/relationships/slideLayout" Target="../slideLayouts/slideLayout176.xml"/><Relationship Id="rId56" Type="http://schemas.openxmlformats.org/officeDocument/2006/relationships/slideLayout" Target="../slideLayouts/slideLayout220.xml"/><Relationship Id="rId15" Type="http://schemas.openxmlformats.org/officeDocument/2006/relationships/slideLayout" Target="../slideLayouts/slideLayout179.xml"/><Relationship Id="rId59" Type="http://schemas.openxmlformats.org/officeDocument/2006/relationships/slideLayout" Target="../slideLayouts/slideLayout223.xml"/><Relationship Id="rId14" Type="http://schemas.openxmlformats.org/officeDocument/2006/relationships/slideLayout" Target="../slideLayouts/slideLayout178.xml"/><Relationship Id="rId58" Type="http://schemas.openxmlformats.org/officeDocument/2006/relationships/slideLayout" Target="../slideLayouts/slideLayout222.xml"/><Relationship Id="rId17" Type="http://schemas.openxmlformats.org/officeDocument/2006/relationships/slideLayout" Target="../slideLayouts/slideLayout181.xml"/><Relationship Id="rId16" Type="http://schemas.openxmlformats.org/officeDocument/2006/relationships/slideLayout" Target="../slideLayouts/slideLayout180.xml"/><Relationship Id="rId19" Type="http://schemas.openxmlformats.org/officeDocument/2006/relationships/slideLayout" Target="../slideLayouts/slideLayout183.xml"/><Relationship Id="rId18" Type="http://schemas.openxmlformats.org/officeDocument/2006/relationships/slideLayout" Target="../slideLayouts/slideLayout182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1.xml"/><Relationship Id="rId2" Type="http://schemas.openxmlformats.org/officeDocument/2006/relationships/slideLayout" Target="../slideLayouts/slideLayout232.xml"/><Relationship Id="rId3" Type="http://schemas.openxmlformats.org/officeDocument/2006/relationships/slideLayout" Target="../slideLayouts/slideLayout233.xml"/><Relationship Id="rId4" Type="http://schemas.openxmlformats.org/officeDocument/2006/relationships/slideLayout" Target="../slideLayouts/slideLayout234.xml"/><Relationship Id="rId9" Type="http://schemas.openxmlformats.org/officeDocument/2006/relationships/slideLayout" Target="../slideLayouts/slideLayout239.xml"/><Relationship Id="rId5" Type="http://schemas.openxmlformats.org/officeDocument/2006/relationships/slideLayout" Target="../slideLayouts/slideLayout235.xml"/><Relationship Id="rId6" Type="http://schemas.openxmlformats.org/officeDocument/2006/relationships/slideLayout" Target="../slideLayouts/slideLayout236.xml"/><Relationship Id="rId7" Type="http://schemas.openxmlformats.org/officeDocument/2006/relationships/slideLayout" Target="../slideLayouts/slideLayout237.xml"/><Relationship Id="rId8" Type="http://schemas.openxmlformats.org/officeDocument/2006/relationships/slideLayout" Target="../slideLayouts/slideLayout238.xml"/><Relationship Id="rId11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0.xml"/><Relationship Id="rId13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2.xml"/><Relationship Id="rId15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246.xml"/></Relationships>
</file>

<file path=ppt/slideMasters/_rels/slideMaster5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286.xml"/><Relationship Id="rId42" Type="http://schemas.openxmlformats.org/officeDocument/2006/relationships/slideLayout" Target="../slideLayouts/slideLayout288.xml"/><Relationship Id="rId41" Type="http://schemas.openxmlformats.org/officeDocument/2006/relationships/slideLayout" Target="../slideLayouts/slideLayout287.xml"/><Relationship Id="rId44" Type="http://schemas.openxmlformats.org/officeDocument/2006/relationships/slideLayout" Target="../slideLayouts/slideLayout290.xml"/><Relationship Id="rId43" Type="http://schemas.openxmlformats.org/officeDocument/2006/relationships/slideLayout" Target="../slideLayouts/slideLayout289.xml"/><Relationship Id="rId46" Type="http://schemas.openxmlformats.org/officeDocument/2006/relationships/slideLayout" Target="../slideLayouts/slideLayout292.xml"/><Relationship Id="rId45" Type="http://schemas.openxmlformats.org/officeDocument/2006/relationships/slideLayout" Target="../slideLayouts/slideLayout291.xml"/><Relationship Id="rId80" Type="http://schemas.openxmlformats.org/officeDocument/2006/relationships/slideLayout" Target="../slideLayouts/slideLayout326.xml"/><Relationship Id="rId82" Type="http://schemas.openxmlformats.org/officeDocument/2006/relationships/theme" Target="../theme/theme4.xml"/><Relationship Id="rId81" Type="http://schemas.openxmlformats.org/officeDocument/2006/relationships/slideLayout" Target="../slideLayouts/slideLayout327.xml"/><Relationship Id="rId1" Type="http://schemas.openxmlformats.org/officeDocument/2006/relationships/slideLayout" Target="../slideLayouts/slideLayout247.xml"/><Relationship Id="rId2" Type="http://schemas.openxmlformats.org/officeDocument/2006/relationships/slideLayout" Target="../slideLayouts/slideLayout248.xml"/><Relationship Id="rId3" Type="http://schemas.openxmlformats.org/officeDocument/2006/relationships/slideLayout" Target="../slideLayouts/slideLayout249.xml"/><Relationship Id="rId4" Type="http://schemas.openxmlformats.org/officeDocument/2006/relationships/slideLayout" Target="../slideLayouts/slideLayout250.xml"/><Relationship Id="rId9" Type="http://schemas.openxmlformats.org/officeDocument/2006/relationships/slideLayout" Target="../slideLayouts/slideLayout255.xml"/><Relationship Id="rId48" Type="http://schemas.openxmlformats.org/officeDocument/2006/relationships/slideLayout" Target="../slideLayouts/slideLayout294.xml"/><Relationship Id="rId47" Type="http://schemas.openxmlformats.org/officeDocument/2006/relationships/slideLayout" Target="../slideLayouts/slideLayout293.xml"/><Relationship Id="rId49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51.xml"/><Relationship Id="rId6" Type="http://schemas.openxmlformats.org/officeDocument/2006/relationships/slideLayout" Target="../slideLayouts/slideLayout252.xml"/><Relationship Id="rId7" Type="http://schemas.openxmlformats.org/officeDocument/2006/relationships/slideLayout" Target="../slideLayouts/slideLayout253.xml"/><Relationship Id="rId8" Type="http://schemas.openxmlformats.org/officeDocument/2006/relationships/slideLayout" Target="../slideLayouts/slideLayout254.xml"/><Relationship Id="rId73" Type="http://schemas.openxmlformats.org/officeDocument/2006/relationships/slideLayout" Target="../slideLayouts/slideLayout319.xml"/><Relationship Id="rId72" Type="http://schemas.openxmlformats.org/officeDocument/2006/relationships/slideLayout" Target="../slideLayouts/slideLayout318.xml"/><Relationship Id="rId31" Type="http://schemas.openxmlformats.org/officeDocument/2006/relationships/slideLayout" Target="../slideLayouts/slideLayout277.xml"/><Relationship Id="rId75" Type="http://schemas.openxmlformats.org/officeDocument/2006/relationships/slideLayout" Target="../slideLayouts/slideLayout321.xml"/><Relationship Id="rId30" Type="http://schemas.openxmlformats.org/officeDocument/2006/relationships/slideLayout" Target="../slideLayouts/slideLayout276.xml"/><Relationship Id="rId74" Type="http://schemas.openxmlformats.org/officeDocument/2006/relationships/slideLayout" Target="../slideLayouts/slideLayout320.xml"/><Relationship Id="rId33" Type="http://schemas.openxmlformats.org/officeDocument/2006/relationships/slideLayout" Target="../slideLayouts/slideLayout279.xml"/><Relationship Id="rId77" Type="http://schemas.openxmlformats.org/officeDocument/2006/relationships/slideLayout" Target="../slideLayouts/slideLayout323.xml"/><Relationship Id="rId32" Type="http://schemas.openxmlformats.org/officeDocument/2006/relationships/slideLayout" Target="../slideLayouts/slideLayout278.xml"/><Relationship Id="rId76" Type="http://schemas.openxmlformats.org/officeDocument/2006/relationships/slideLayout" Target="../slideLayouts/slideLayout322.xml"/><Relationship Id="rId35" Type="http://schemas.openxmlformats.org/officeDocument/2006/relationships/slideLayout" Target="../slideLayouts/slideLayout281.xml"/><Relationship Id="rId79" Type="http://schemas.openxmlformats.org/officeDocument/2006/relationships/slideLayout" Target="../slideLayouts/slideLayout325.xml"/><Relationship Id="rId34" Type="http://schemas.openxmlformats.org/officeDocument/2006/relationships/slideLayout" Target="../slideLayouts/slideLayout280.xml"/><Relationship Id="rId78" Type="http://schemas.openxmlformats.org/officeDocument/2006/relationships/slideLayout" Target="../slideLayouts/slideLayout324.xml"/><Relationship Id="rId71" Type="http://schemas.openxmlformats.org/officeDocument/2006/relationships/slideLayout" Target="../slideLayouts/slideLayout317.xml"/><Relationship Id="rId70" Type="http://schemas.openxmlformats.org/officeDocument/2006/relationships/slideLayout" Target="../slideLayouts/slideLayout316.xml"/><Relationship Id="rId37" Type="http://schemas.openxmlformats.org/officeDocument/2006/relationships/slideLayout" Target="../slideLayouts/slideLayout283.xml"/><Relationship Id="rId36" Type="http://schemas.openxmlformats.org/officeDocument/2006/relationships/slideLayout" Target="../slideLayouts/slideLayout282.xml"/><Relationship Id="rId39" Type="http://schemas.openxmlformats.org/officeDocument/2006/relationships/slideLayout" Target="../slideLayouts/slideLayout285.xml"/><Relationship Id="rId38" Type="http://schemas.openxmlformats.org/officeDocument/2006/relationships/slideLayout" Target="../slideLayouts/slideLayout284.xml"/><Relationship Id="rId62" Type="http://schemas.openxmlformats.org/officeDocument/2006/relationships/slideLayout" Target="../slideLayouts/slideLayout308.xml"/><Relationship Id="rId61" Type="http://schemas.openxmlformats.org/officeDocument/2006/relationships/slideLayout" Target="../slideLayouts/slideLayout307.xml"/><Relationship Id="rId20" Type="http://schemas.openxmlformats.org/officeDocument/2006/relationships/slideLayout" Target="../slideLayouts/slideLayout266.xml"/><Relationship Id="rId64" Type="http://schemas.openxmlformats.org/officeDocument/2006/relationships/slideLayout" Target="../slideLayouts/slideLayout310.xml"/><Relationship Id="rId63" Type="http://schemas.openxmlformats.org/officeDocument/2006/relationships/slideLayout" Target="../slideLayouts/slideLayout309.xml"/><Relationship Id="rId22" Type="http://schemas.openxmlformats.org/officeDocument/2006/relationships/slideLayout" Target="../slideLayouts/slideLayout268.xml"/><Relationship Id="rId66" Type="http://schemas.openxmlformats.org/officeDocument/2006/relationships/slideLayout" Target="../slideLayouts/slideLayout312.xml"/><Relationship Id="rId21" Type="http://schemas.openxmlformats.org/officeDocument/2006/relationships/slideLayout" Target="../slideLayouts/slideLayout267.xml"/><Relationship Id="rId65" Type="http://schemas.openxmlformats.org/officeDocument/2006/relationships/slideLayout" Target="../slideLayouts/slideLayout311.xml"/><Relationship Id="rId24" Type="http://schemas.openxmlformats.org/officeDocument/2006/relationships/slideLayout" Target="../slideLayouts/slideLayout270.xml"/><Relationship Id="rId68" Type="http://schemas.openxmlformats.org/officeDocument/2006/relationships/slideLayout" Target="../slideLayouts/slideLayout314.xml"/><Relationship Id="rId23" Type="http://schemas.openxmlformats.org/officeDocument/2006/relationships/slideLayout" Target="../slideLayouts/slideLayout269.xml"/><Relationship Id="rId67" Type="http://schemas.openxmlformats.org/officeDocument/2006/relationships/slideLayout" Target="../slideLayouts/slideLayout313.xml"/><Relationship Id="rId60" Type="http://schemas.openxmlformats.org/officeDocument/2006/relationships/slideLayout" Target="../slideLayouts/slideLayout306.xml"/><Relationship Id="rId26" Type="http://schemas.openxmlformats.org/officeDocument/2006/relationships/slideLayout" Target="../slideLayouts/slideLayout272.xml"/><Relationship Id="rId25" Type="http://schemas.openxmlformats.org/officeDocument/2006/relationships/slideLayout" Target="../slideLayouts/slideLayout271.xml"/><Relationship Id="rId69" Type="http://schemas.openxmlformats.org/officeDocument/2006/relationships/slideLayout" Target="../slideLayouts/slideLayout315.xml"/><Relationship Id="rId28" Type="http://schemas.openxmlformats.org/officeDocument/2006/relationships/slideLayout" Target="../slideLayouts/slideLayout274.xml"/><Relationship Id="rId27" Type="http://schemas.openxmlformats.org/officeDocument/2006/relationships/slideLayout" Target="../slideLayouts/slideLayout273.xml"/><Relationship Id="rId29" Type="http://schemas.openxmlformats.org/officeDocument/2006/relationships/slideLayout" Target="../slideLayouts/slideLayout275.xml"/><Relationship Id="rId51" Type="http://schemas.openxmlformats.org/officeDocument/2006/relationships/slideLayout" Target="../slideLayouts/slideLayout297.xml"/><Relationship Id="rId50" Type="http://schemas.openxmlformats.org/officeDocument/2006/relationships/slideLayout" Target="../slideLayouts/slideLayout296.xml"/><Relationship Id="rId53" Type="http://schemas.openxmlformats.org/officeDocument/2006/relationships/slideLayout" Target="../slideLayouts/slideLayout299.xml"/><Relationship Id="rId52" Type="http://schemas.openxmlformats.org/officeDocument/2006/relationships/slideLayout" Target="../slideLayouts/slideLayout298.xml"/><Relationship Id="rId11" Type="http://schemas.openxmlformats.org/officeDocument/2006/relationships/slideLayout" Target="../slideLayouts/slideLayout257.xml"/><Relationship Id="rId55" Type="http://schemas.openxmlformats.org/officeDocument/2006/relationships/slideLayout" Target="../slideLayouts/slideLayout301.xml"/><Relationship Id="rId10" Type="http://schemas.openxmlformats.org/officeDocument/2006/relationships/slideLayout" Target="../slideLayouts/slideLayout256.xml"/><Relationship Id="rId54" Type="http://schemas.openxmlformats.org/officeDocument/2006/relationships/slideLayout" Target="../slideLayouts/slideLayout300.xml"/><Relationship Id="rId13" Type="http://schemas.openxmlformats.org/officeDocument/2006/relationships/slideLayout" Target="../slideLayouts/slideLayout259.xml"/><Relationship Id="rId57" Type="http://schemas.openxmlformats.org/officeDocument/2006/relationships/slideLayout" Target="../slideLayouts/slideLayout303.xml"/><Relationship Id="rId12" Type="http://schemas.openxmlformats.org/officeDocument/2006/relationships/slideLayout" Target="../slideLayouts/slideLayout258.xml"/><Relationship Id="rId56" Type="http://schemas.openxmlformats.org/officeDocument/2006/relationships/slideLayout" Target="../slideLayouts/slideLayout302.xml"/><Relationship Id="rId15" Type="http://schemas.openxmlformats.org/officeDocument/2006/relationships/slideLayout" Target="../slideLayouts/slideLayout261.xml"/><Relationship Id="rId59" Type="http://schemas.openxmlformats.org/officeDocument/2006/relationships/slideLayout" Target="../slideLayouts/slideLayout305.xml"/><Relationship Id="rId14" Type="http://schemas.openxmlformats.org/officeDocument/2006/relationships/slideLayout" Target="../slideLayouts/slideLayout260.xml"/><Relationship Id="rId58" Type="http://schemas.openxmlformats.org/officeDocument/2006/relationships/slideLayout" Target="../slideLayouts/slideLayout304.xml"/><Relationship Id="rId17" Type="http://schemas.openxmlformats.org/officeDocument/2006/relationships/slideLayout" Target="../slideLayouts/slideLayout263.xml"/><Relationship Id="rId16" Type="http://schemas.openxmlformats.org/officeDocument/2006/relationships/slideLayout" Target="../slideLayouts/slideLayout262.xml"/><Relationship Id="rId19" Type="http://schemas.openxmlformats.org/officeDocument/2006/relationships/slideLayout" Target="../slideLayouts/slideLayout265.xml"/><Relationship Id="rId18" Type="http://schemas.openxmlformats.org/officeDocument/2006/relationships/slideLayout" Target="../slideLayouts/slideLayout2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us Jakarta Sans"/>
              <a:buNone/>
              <a:defRPr b="1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us Jakarta Sans"/>
              <a:buChar char="●"/>
              <a:defRPr sz="180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○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■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●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○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■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●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○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■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us Jakarta Sans"/>
              <a:buNone/>
              <a:defRPr b="1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7" name="Google Shape;757;p8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us Jakarta Sans"/>
              <a:buChar char="●"/>
              <a:defRPr sz="180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○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■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●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○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■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●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○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■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58" name="Google Shape;758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48" r:id="rId20"/>
    <p:sldLayoutId id="2147483749" r:id="rId21"/>
    <p:sldLayoutId id="2147483750" r:id="rId22"/>
    <p:sldLayoutId id="2147483751" r:id="rId23"/>
    <p:sldLayoutId id="2147483752" r:id="rId24"/>
    <p:sldLayoutId id="2147483753" r:id="rId25"/>
    <p:sldLayoutId id="2147483754" r:id="rId26"/>
    <p:sldLayoutId id="2147483755" r:id="rId27"/>
    <p:sldLayoutId id="2147483756" r:id="rId28"/>
    <p:sldLayoutId id="2147483757" r:id="rId29"/>
    <p:sldLayoutId id="2147483758" r:id="rId30"/>
    <p:sldLayoutId id="2147483759" r:id="rId31"/>
    <p:sldLayoutId id="2147483760" r:id="rId32"/>
    <p:sldLayoutId id="2147483761" r:id="rId33"/>
    <p:sldLayoutId id="2147483762" r:id="rId34"/>
    <p:sldLayoutId id="2147483763" r:id="rId35"/>
    <p:sldLayoutId id="2147483764" r:id="rId36"/>
    <p:sldLayoutId id="2147483765" r:id="rId37"/>
    <p:sldLayoutId id="2147483766" r:id="rId38"/>
    <p:sldLayoutId id="2147483767" r:id="rId39"/>
    <p:sldLayoutId id="2147483768" r:id="rId40"/>
    <p:sldLayoutId id="2147483769" r:id="rId41"/>
    <p:sldLayoutId id="2147483770" r:id="rId42"/>
    <p:sldLayoutId id="2147483771" r:id="rId43"/>
    <p:sldLayoutId id="2147483772" r:id="rId44"/>
    <p:sldLayoutId id="2147483773" r:id="rId45"/>
    <p:sldLayoutId id="2147483774" r:id="rId46"/>
    <p:sldLayoutId id="2147483775" r:id="rId47"/>
    <p:sldLayoutId id="2147483776" r:id="rId48"/>
    <p:sldLayoutId id="2147483777" r:id="rId49"/>
    <p:sldLayoutId id="2147483778" r:id="rId50"/>
    <p:sldLayoutId id="2147483779" r:id="rId51"/>
    <p:sldLayoutId id="2147483780" r:id="rId52"/>
    <p:sldLayoutId id="2147483781" r:id="rId53"/>
    <p:sldLayoutId id="2147483782" r:id="rId54"/>
    <p:sldLayoutId id="2147483783" r:id="rId55"/>
    <p:sldLayoutId id="2147483784" r:id="rId56"/>
    <p:sldLayoutId id="2147483785" r:id="rId57"/>
    <p:sldLayoutId id="2147483786" r:id="rId58"/>
    <p:sldLayoutId id="2147483787" r:id="rId59"/>
    <p:sldLayoutId id="2147483788" r:id="rId60"/>
    <p:sldLayoutId id="2147483789" r:id="rId61"/>
    <p:sldLayoutId id="2147483790" r:id="rId62"/>
    <p:sldLayoutId id="2147483791" r:id="rId63"/>
    <p:sldLayoutId id="2147483792" r:id="rId64"/>
    <p:sldLayoutId id="2147483793" r:id="rId65"/>
    <p:sldLayoutId id="2147483794" r:id="rId66"/>
    <p:sldLayoutId id="2147483795" r:id="rId67"/>
    <p:sldLayoutId id="2147483796" r:id="rId68"/>
    <p:sldLayoutId id="2147483797" r:id="rId69"/>
    <p:sldLayoutId id="2147483798" r:id="rId70"/>
    <p:sldLayoutId id="2147483799" r:id="rId71"/>
    <p:sldLayoutId id="2147483800" r:id="rId72"/>
    <p:sldLayoutId id="2147483801" r:id="rId73"/>
    <p:sldLayoutId id="2147483802" r:id="rId74"/>
    <p:sldLayoutId id="2147483803" r:id="rId75"/>
    <p:sldLayoutId id="2147483804" r:id="rId76"/>
    <p:sldLayoutId id="2147483805" r:id="rId77"/>
    <p:sldLayoutId id="2147483806" r:id="rId78"/>
    <p:sldLayoutId id="2147483807" r:id="rId79"/>
    <p:sldLayoutId id="2147483808" r:id="rId80"/>
    <p:sldLayoutId id="2147483809" r:id="rId81"/>
    <p:sldLayoutId id="2147483810" r:id="rId82"/>
    <p:sldLayoutId id="2147483811" r:id="rId8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1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us Jakarta Sans"/>
              <a:buNone/>
              <a:defRPr b="1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3" name="Google Shape;1503;p1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us Jakarta Sans"/>
              <a:buChar char="●"/>
              <a:defRPr sz="180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○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■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●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○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■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●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○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■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1504" name="Google Shape;1504;p1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  <p:sldLayoutId id="2147483830" r:id="rId19"/>
    <p:sldLayoutId id="2147483831" r:id="rId20"/>
    <p:sldLayoutId id="2147483832" r:id="rId21"/>
    <p:sldLayoutId id="2147483833" r:id="rId22"/>
    <p:sldLayoutId id="2147483834" r:id="rId23"/>
    <p:sldLayoutId id="2147483835" r:id="rId24"/>
    <p:sldLayoutId id="2147483836" r:id="rId25"/>
    <p:sldLayoutId id="2147483837" r:id="rId26"/>
    <p:sldLayoutId id="2147483838" r:id="rId27"/>
    <p:sldLayoutId id="2147483839" r:id="rId28"/>
    <p:sldLayoutId id="2147483840" r:id="rId29"/>
    <p:sldLayoutId id="2147483841" r:id="rId30"/>
    <p:sldLayoutId id="2147483842" r:id="rId31"/>
    <p:sldLayoutId id="2147483843" r:id="rId32"/>
    <p:sldLayoutId id="2147483844" r:id="rId33"/>
    <p:sldLayoutId id="2147483845" r:id="rId34"/>
    <p:sldLayoutId id="2147483846" r:id="rId35"/>
    <p:sldLayoutId id="2147483847" r:id="rId36"/>
    <p:sldLayoutId id="2147483848" r:id="rId37"/>
    <p:sldLayoutId id="2147483849" r:id="rId38"/>
    <p:sldLayoutId id="2147483850" r:id="rId39"/>
    <p:sldLayoutId id="2147483851" r:id="rId40"/>
    <p:sldLayoutId id="2147483852" r:id="rId41"/>
    <p:sldLayoutId id="2147483853" r:id="rId42"/>
    <p:sldLayoutId id="2147483854" r:id="rId43"/>
    <p:sldLayoutId id="2147483855" r:id="rId44"/>
    <p:sldLayoutId id="2147483856" r:id="rId45"/>
    <p:sldLayoutId id="2147483857" r:id="rId46"/>
    <p:sldLayoutId id="2147483858" r:id="rId47"/>
    <p:sldLayoutId id="2147483859" r:id="rId48"/>
    <p:sldLayoutId id="2147483860" r:id="rId49"/>
    <p:sldLayoutId id="2147483861" r:id="rId50"/>
    <p:sldLayoutId id="2147483862" r:id="rId51"/>
    <p:sldLayoutId id="2147483863" r:id="rId52"/>
    <p:sldLayoutId id="2147483864" r:id="rId53"/>
    <p:sldLayoutId id="2147483865" r:id="rId54"/>
    <p:sldLayoutId id="2147483866" r:id="rId55"/>
    <p:sldLayoutId id="2147483867" r:id="rId56"/>
    <p:sldLayoutId id="2147483868" r:id="rId57"/>
    <p:sldLayoutId id="2147483869" r:id="rId58"/>
    <p:sldLayoutId id="2147483870" r:id="rId59"/>
    <p:sldLayoutId id="2147483871" r:id="rId60"/>
    <p:sldLayoutId id="2147483872" r:id="rId61"/>
    <p:sldLayoutId id="2147483873" r:id="rId62"/>
    <p:sldLayoutId id="2147483874" r:id="rId63"/>
    <p:sldLayoutId id="2147483875" r:id="rId64"/>
    <p:sldLayoutId id="2147483876" r:id="rId65"/>
    <p:sldLayoutId id="2147483877" r:id="rId6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173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p2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75" name="Google Shape;2175;p2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76" name="Google Shape;2176;p2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78" r:id="rId1"/>
    <p:sldLayoutId id="2147483879" r:id="rId2"/>
    <p:sldLayoutId id="2147483880" r:id="rId3"/>
    <p:sldLayoutId id="2147483881" r:id="rId4"/>
    <p:sldLayoutId id="2147483882" r:id="rId5"/>
    <p:sldLayoutId id="2147483883" r:id="rId6"/>
    <p:sldLayoutId id="2147483884" r:id="rId7"/>
    <p:sldLayoutId id="2147483885" r:id="rId8"/>
    <p:sldLayoutId id="2147483886" r:id="rId9"/>
    <p:sldLayoutId id="2147483887" r:id="rId10"/>
    <p:sldLayoutId id="2147483888" r:id="rId11"/>
    <p:sldLayoutId id="2147483889" r:id="rId12"/>
    <p:sldLayoutId id="2147483890" r:id="rId13"/>
    <p:sldLayoutId id="2147483891" r:id="rId14"/>
    <p:sldLayoutId id="2147483892" r:id="rId15"/>
    <p:sldLayoutId id="214748389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244" name="Shape 2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5" name="Google Shape;2245;p2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us Jakarta Sans"/>
              <a:buNone/>
              <a:defRPr b="1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46" name="Google Shape;2246;p2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us Jakarta Sans"/>
              <a:buChar char="●"/>
              <a:defRPr sz="180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○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■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●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○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■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●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○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us Jakarta Sans"/>
              <a:buChar char="■"/>
              <a:defRPr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247" name="Google Shape;2247;p2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  <p:sldLayoutId id="2147483905" r:id="rId12"/>
    <p:sldLayoutId id="2147483906" r:id="rId13"/>
    <p:sldLayoutId id="2147483907" r:id="rId14"/>
    <p:sldLayoutId id="2147483908" r:id="rId15"/>
    <p:sldLayoutId id="2147483909" r:id="rId16"/>
    <p:sldLayoutId id="2147483910" r:id="rId17"/>
    <p:sldLayoutId id="2147483911" r:id="rId18"/>
    <p:sldLayoutId id="2147483912" r:id="rId19"/>
    <p:sldLayoutId id="2147483913" r:id="rId20"/>
    <p:sldLayoutId id="2147483914" r:id="rId21"/>
    <p:sldLayoutId id="2147483915" r:id="rId22"/>
    <p:sldLayoutId id="2147483916" r:id="rId23"/>
    <p:sldLayoutId id="2147483917" r:id="rId24"/>
    <p:sldLayoutId id="2147483918" r:id="rId25"/>
    <p:sldLayoutId id="2147483919" r:id="rId26"/>
    <p:sldLayoutId id="2147483920" r:id="rId27"/>
    <p:sldLayoutId id="2147483921" r:id="rId28"/>
    <p:sldLayoutId id="2147483922" r:id="rId29"/>
    <p:sldLayoutId id="2147483923" r:id="rId30"/>
    <p:sldLayoutId id="2147483924" r:id="rId31"/>
    <p:sldLayoutId id="2147483925" r:id="rId32"/>
    <p:sldLayoutId id="2147483926" r:id="rId33"/>
    <p:sldLayoutId id="2147483927" r:id="rId34"/>
    <p:sldLayoutId id="2147483928" r:id="rId35"/>
    <p:sldLayoutId id="2147483929" r:id="rId36"/>
    <p:sldLayoutId id="2147483930" r:id="rId37"/>
    <p:sldLayoutId id="2147483931" r:id="rId38"/>
    <p:sldLayoutId id="2147483932" r:id="rId39"/>
    <p:sldLayoutId id="2147483933" r:id="rId40"/>
    <p:sldLayoutId id="2147483934" r:id="rId41"/>
    <p:sldLayoutId id="2147483935" r:id="rId42"/>
    <p:sldLayoutId id="2147483936" r:id="rId43"/>
    <p:sldLayoutId id="2147483937" r:id="rId44"/>
    <p:sldLayoutId id="2147483938" r:id="rId45"/>
    <p:sldLayoutId id="2147483939" r:id="rId46"/>
    <p:sldLayoutId id="2147483940" r:id="rId47"/>
    <p:sldLayoutId id="2147483941" r:id="rId48"/>
    <p:sldLayoutId id="2147483942" r:id="rId49"/>
    <p:sldLayoutId id="2147483943" r:id="rId50"/>
    <p:sldLayoutId id="2147483944" r:id="rId51"/>
    <p:sldLayoutId id="2147483945" r:id="rId52"/>
    <p:sldLayoutId id="2147483946" r:id="rId53"/>
    <p:sldLayoutId id="2147483947" r:id="rId54"/>
    <p:sldLayoutId id="2147483948" r:id="rId55"/>
    <p:sldLayoutId id="2147483949" r:id="rId56"/>
    <p:sldLayoutId id="2147483950" r:id="rId57"/>
    <p:sldLayoutId id="2147483951" r:id="rId58"/>
    <p:sldLayoutId id="2147483952" r:id="rId59"/>
    <p:sldLayoutId id="2147483953" r:id="rId60"/>
    <p:sldLayoutId id="2147483954" r:id="rId61"/>
    <p:sldLayoutId id="2147483955" r:id="rId62"/>
    <p:sldLayoutId id="2147483956" r:id="rId63"/>
    <p:sldLayoutId id="2147483957" r:id="rId64"/>
    <p:sldLayoutId id="2147483958" r:id="rId65"/>
    <p:sldLayoutId id="2147483959" r:id="rId66"/>
    <p:sldLayoutId id="2147483960" r:id="rId67"/>
    <p:sldLayoutId id="2147483961" r:id="rId68"/>
    <p:sldLayoutId id="2147483962" r:id="rId69"/>
    <p:sldLayoutId id="2147483963" r:id="rId70"/>
    <p:sldLayoutId id="2147483964" r:id="rId71"/>
    <p:sldLayoutId id="2147483965" r:id="rId72"/>
    <p:sldLayoutId id="2147483966" r:id="rId73"/>
    <p:sldLayoutId id="2147483967" r:id="rId74"/>
    <p:sldLayoutId id="2147483968" r:id="rId75"/>
    <p:sldLayoutId id="2147483969" r:id="rId76"/>
    <p:sldLayoutId id="2147483970" r:id="rId77"/>
    <p:sldLayoutId id="2147483971" r:id="rId78"/>
    <p:sldLayoutId id="2147483972" r:id="rId79"/>
    <p:sldLayoutId id="2147483973" r:id="rId80"/>
    <p:sldLayoutId id="2147483974" r:id="rId8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4.jpg"/><Relationship Id="rId4" Type="http://schemas.openxmlformats.org/officeDocument/2006/relationships/image" Target="../media/image16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Relationship Id="rId4" Type="http://schemas.openxmlformats.org/officeDocument/2006/relationships/image" Target="../media/image162.png"/><Relationship Id="rId9" Type="http://schemas.openxmlformats.org/officeDocument/2006/relationships/image" Target="../media/image158.png"/><Relationship Id="rId5" Type="http://schemas.openxmlformats.org/officeDocument/2006/relationships/image" Target="../media/image161.png"/><Relationship Id="rId6" Type="http://schemas.openxmlformats.org/officeDocument/2006/relationships/image" Target="../media/image170.png"/><Relationship Id="rId7" Type="http://schemas.openxmlformats.org/officeDocument/2006/relationships/image" Target="../media/image160.png"/><Relationship Id="rId8" Type="http://schemas.openxmlformats.org/officeDocument/2006/relationships/image" Target="../media/image29.png"/><Relationship Id="rId20" Type="http://schemas.openxmlformats.org/officeDocument/2006/relationships/image" Target="../media/image182.png"/><Relationship Id="rId22" Type="http://schemas.openxmlformats.org/officeDocument/2006/relationships/image" Target="../media/image252.png"/><Relationship Id="rId21" Type="http://schemas.openxmlformats.org/officeDocument/2006/relationships/image" Target="../media/image177.png"/><Relationship Id="rId24" Type="http://schemas.openxmlformats.org/officeDocument/2006/relationships/image" Target="../media/image181.png"/><Relationship Id="rId23" Type="http://schemas.openxmlformats.org/officeDocument/2006/relationships/image" Target="../media/image180.png"/><Relationship Id="rId11" Type="http://schemas.openxmlformats.org/officeDocument/2006/relationships/image" Target="../media/image163.png"/><Relationship Id="rId10" Type="http://schemas.openxmlformats.org/officeDocument/2006/relationships/image" Target="../media/image187.png"/><Relationship Id="rId13" Type="http://schemas.openxmlformats.org/officeDocument/2006/relationships/image" Target="../media/image164.png"/><Relationship Id="rId12" Type="http://schemas.openxmlformats.org/officeDocument/2006/relationships/image" Target="../media/image165.png"/><Relationship Id="rId15" Type="http://schemas.openxmlformats.org/officeDocument/2006/relationships/image" Target="../media/image174.png"/><Relationship Id="rId14" Type="http://schemas.openxmlformats.org/officeDocument/2006/relationships/image" Target="../media/image173.png"/><Relationship Id="rId17" Type="http://schemas.openxmlformats.org/officeDocument/2006/relationships/image" Target="../media/image166.png"/><Relationship Id="rId16" Type="http://schemas.openxmlformats.org/officeDocument/2006/relationships/image" Target="../media/image167.png"/><Relationship Id="rId19" Type="http://schemas.openxmlformats.org/officeDocument/2006/relationships/image" Target="../media/image179.png"/><Relationship Id="rId18" Type="http://schemas.openxmlformats.org/officeDocument/2006/relationships/image" Target="../media/image17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8.jpg"/><Relationship Id="rId4" Type="http://schemas.openxmlformats.org/officeDocument/2006/relationships/image" Target="../media/image183.png"/><Relationship Id="rId9" Type="http://schemas.openxmlformats.org/officeDocument/2006/relationships/image" Target="../media/image184.png"/><Relationship Id="rId5" Type="http://schemas.openxmlformats.org/officeDocument/2006/relationships/image" Target="../media/image186.png"/><Relationship Id="rId6" Type="http://schemas.openxmlformats.org/officeDocument/2006/relationships/image" Target="../media/image208.png"/><Relationship Id="rId7" Type="http://schemas.openxmlformats.org/officeDocument/2006/relationships/image" Target="../media/image197.png"/><Relationship Id="rId8" Type="http://schemas.openxmlformats.org/officeDocument/2006/relationships/image" Target="../media/image199.png"/><Relationship Id="rId11" Type="http://schemas.openxmlformats.org/officeDocument/2006/relationships/image" Target="../media/image195.png"/><Relationship Id="rId10" Type="http://schemas.openxmlformats.org/officeDocument/2006/relationships/image" Target="../media/image191.png"/><Relationship Id="rId12" Type="http://schemas.openxmlformats.org/officeDocument/2006/relationships/image" Target="../media/image20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0.jpg"/><Relationship Id="rId4" Type="http://schemas.openxmlformats.org/officeDocument/2006/relationships/image" Target="../media/image190.png"/><Relationship Id="rId9" Type="http://schemas.openxmlformats.org/officeDocument/2006/relationships/image" Target="../media/image29.png"/><Relationship Id="rId5" Type="http://schemas.openxmlformats.org/officeDocument/2006/relationships/image" Target="../media/image203.png"/><Relationship Id="rId6" Type="http://schemas.openxmlformats.org/officeDocument/2006/relationships/image" Target="../media/image193.png"/><Relationship Id="rId7" Type="http://schemas.openxmlformats.org/officeDocument/2006/relationships/image" Target="../media/image198.png"/><Relationship Id="rId8" Type="http://schemas.openxmlformats.org/officeDocument/2006/relationships/image" Target="../media/image19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29.png"/><Relationship Id="rId9" Type="http://schemas.openxmlformats.org/officeDocument/2006/relationships/image" Target="../media/image204.png"/><Relationship Id="rId5" Type="http://schemas.openxmlformats.org/officeDocument/2006/relationships/image" Target="../media/image206.png"/><Relationship Id="rId6" Type="http://schemas.openxmlformats.org/officeDocument/2006/relationships/image" Target="../media/image202.png"/><Relationship Id="rId7" Type="http://schemas.openxmlformats.org/officeDocument/2006/relationships/image" Target="../media/image207.png"/><Relationship Id="rId8" Type="http://schemas.openxmlformats.org/officeDocument/2006/relationships/image" Target="../media/image210.png"/><Relationship Id="rId20" Type="http://schemas.openxmlformats.org/officeDocument/2006/relationships/image" Target="../media/image222.png"/><Relationship Id="rId11" Type="http://schemas.openxmlformats.org/officeDocument/2006/relationships/image" Target="../media/image205.png"/><Relationship Id="rId10" Type="http://schemas.openxmlformats.org/officeDocument/2006/relationships/image" Target="../media/image235.png"/><Relationship Id="rId13" Type="http://schemas.openxmlformats.org/officeDocument/2006/relationships/image" Target="../media/image221.png"/><Relationship Id="rId12" Type="http://schemas.openxmlformats.org/officeDocument/2006/relationships/image" Target="../media/image209.png"/><Relationship Id="rId15" Type="http://schemas.openxmlformats.org/officeDocument/2006/relationships/image" Target="../media/image213.png"/><Relationship Id="rId14" Type="http://schemas.openxmlformats.org/officeDocument/2006/relationships/image" Target="../media/image220.png"/><Relationship Id="rId17" Type="http://schemas.openxmlformats.org/officeDocument/2006/relationships/image" Target="../media/image239.png"/><Relationship Id="rId16" Type="http://schemas.openxmlformats.org/officeDocument/2006/relationships/image" Target="../media/image214.png"/><Relationship Id="rId19" Type="http://schemas.openxmlformats.org/officeDocument/2006/relationships/image" Target="../media/image238.png"/><Relationship Id="rId18" Type="http://schemas.openxmlformats.org/officeDocument/2006/relationships/image" Target="../media/image2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Relationship Id="rId9" Type="http://schemas.openxmlformats.org/officeDocument/2006/relationships/image" Target="../media/image210.png"/><Relationship Id="rId5" Type="http://schemas.openxmlformats.org/officeDocument/2006/relationships/image" Target="../media/image29.png"/><Relationship Id="rId6" Type="http://schemas.openxmlformats.org/officeDocument/2006/relationships/image" Target="../media/image206.png"/><Relationship Id="rId7" Type="http://schemas.openxmlformats.org/officeDocument/2006/relationships/image" Target="../media/image202.png"/><Relationship Id="rId8" Type="http://schemas.openxmlformats.org/officeDocument/2006/relationships/image" Target="../media/image207.png"/><Relationship Id="rId20" Type="http://schemas.openxmlformats.org/officeDocument/2006/relationships/image" Target="../media/image238.png"/><Relationship Id="rId21" Type="http://schemas.openxmlformats.org/officeDocument/2006/relationships/image" Target="../media/image222.png"/><Relationship Id="rId11" Type="http://schemas.openxmlformats.org/officeDocument/2006/relationships/image" Target="../media/image204.png"/><Relationship Id="rId10" Type="http://schemas.openxmlformats.org/officeDocument/2006/relationships/image" Target="../media/image205.png"/><Relationship Id="rId13" Type="http://schemas.openxmlformats.org/officeDocument/2006/relationships/image" Target="../media/image209.png"/><Relationship Id="rId12" Type="http://schemas.openxmlformats.org/officeDocument/2006/relationships/image" Target="../media/image235.png"/><Relationship Id="rId15" Type="http://schemas.openxmlformats.org/officeDocument/2006/relationships/image" Target="../media/image220.png"/><Relationship Id="rId14" Type="http://schemas.openxmlformats.org/officeDocument/2006/relationships/image" Target="../media/image221.png"/><Relationship Id="rId17" Type="http://schemas.openxmlformats.org/officeDocument/2006/relationships/image" Target="../media/image214.png"/><Relationship Id="rId16" Type="http://schemas.openxmlformats.org/officeDocument/2006/relationships/image" Target="../media/image213.png"/><Relationship Id="rId19" Type="http://schemas.openxmlformats.org/officeDocument/2006/relationships/image" Target="../media/image231.png"/><Relationship Id="rId18" Type="http://schemas.openxmlformats.org/officeDocument/2006/relationships/image" Target="../media/image23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10.xml"/><Relationship Id="rId3" Type="http://schemas.openxmlformats.org/officeDocument/2006/relationships/slide" Target="/ppt/slides/slide9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4.png"/><Relationship Id="rId4" Type="http://schemas.openxmlformats.org/officeDocument/2006/relationships/image" Target="../media/image2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4.png"/><Relationship Id="rId4" Type="http://schemas.openxmlformats.org/officeDocument/2006/relationships/image" Target="../media/image242.png"/><Relationship Id="rId5" Type="http://schemas.openxmlformats.org/officeDocument/2006/relationships/image" Target="../media/image237.png"/><Relationship Id="rId6" Type="http://schemas.openxmlformats.org/officeDocument/2006/relationships/image" Target="../media/image24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4.png"/><Relationship Id="rId4" Type="http://schemas.openxmlformats.org/officeDocument/2006/relationships/image" Target="../media/image2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8" name="Shape 2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9" name="Google Shape;2989;p33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976" r="20982" t="0"/>
          <a:stretch/>
        </p:blipFill>
        <p:spPr>
          <a:xfrm>
            <a:off x="4667950" y="0"/>
            <a:ext cx="4476001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0" name="Google Shape;2990;p3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025" y="235675"/>
            <a:ext cx="873148" cy="8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1" name="Google Shape;2991;p333"/>
          <p:cNvSpPr/>
          <p:nvPr/>
        </p:nvSpPr>
        <p:spPr>
          <a:xfrm>
            <a:off x="1319928" y="461366"/>
            <a:ext cx="12300" cy="4503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2" name="Google Shape;2992;p333"/>
          <p:cNvSpPr txBox="1"/>
          <p:nvPr/>
        </p:nvSpPr>
        <p:spPr>
          <a:xfrm>
            <a:off x="285018" y="3798916"/>
            <a:ext cx="1698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6262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Month and Year</a:t>
            </a:r>
            <a:endParaRPr b="0" i="0" sz="11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993" name="Google Shape;2993;p333"/>
          <p:cNvSpPr txBox="1"/>
          <p:nvPr>
            <p:ph type="title"/>
          </p:nvPr>
        </p:nvSpPr>
        <p:spPr>
          <a:xfrm>
            <a:off x="285025" y="1575125"/>
            <a:ext cx="4042800" cy="19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 Migration &amp; Modernization</a:t>
            </a:r>
            <a:endParaRPr/>
          </a:p>
        </p:txBody>
      </p:sp>
      <p:pic>
        <p:nvPicPr>
          <p:cNvPr id="2994" name="Google Shape;2994;p333"/>
          <p:cNvPicPr preferRelativeResize="0"/>
          <p:nvPr/>
        </p:nvPicPr>
        <p:blipFill rotWithShape="1">
          <a:blip r:embed="rId5">
            <a:alphaModFix/>
          </a:blip>
          <a:srcRect b="9050" l="15607" r="5046" t="7156"/>
          <a:stretch/>
        </p:blipFill>
        <p:spPr>
          <a:xfrm rot="-409428">
            <a:off x="3860260" y="3689596"/>
            <a:ext cx="1640909" cy="1732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5" name="Google Shape;2995;p3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692125">
            <a:off x="7429550" y="235675"/>
            <a:ext cx="522074" cy="522074"/>
          </a:xfrm>
          <a:prstGeom prst="rect">
            <a:avLst/>
          </a:prstGeom>
          <a:noFill/>
          <a:ln>
            <a:noFill/>
          </a:ln>
        </p:spPr>
      </p:pic>
      <p:sp>
        <p:nvSpPr>
          <p:cNvPr id="2996" name="Google Shape;2996;p333"/>
          <p:cNvSpPr txBox="1"/>
          <p:nvPr/>
        </p:nvSpPr>
        <p:spPr>
          <a:xfrm>
            <a:off x="1554875" y="509525"/>
            <a:ext cx="2524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Plus Jakarta Sans"/>
                <a:ea typeface="Plus Jakarta Sans"/>
                <a:cs typeface="Plus Jakarta Sans"/>
                <a:sym typeface="Plus Jakarta Sans"/>
              </a:rPr>
              <a:t>[put partner or customer logo here]</a:t>
            </a:r>
            <a:endParaRPr sz="11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0" name="Shape 3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1" name="Google Shape;3001;p334"/>
          <p:cNvSpPr/>
          <p:nvPr/>
        </p:nvSpPr>
        <p:spPr>
          <a:xfrm>
            <a:off x="1537263" y="1193201"/>
            <a:ext cx="1079100" cy="9732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3049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37150" spcFirstLastPara="1" rIns="137150" wrap="square" tIns="4572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002" name="Google Shape;3002;p334"/>
          <p:cNvSpPr/>
          <p:nvPr/>
        </p:nvSpPr>
        <p:spPr>
          <a:xfrm>
            <a:off x="2711725" y="1196238"/>
            <a:ext cx="1079100" cy="9732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874D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37150" spcFirstLastPara="1" rIns="137150" wrap="square" tIns="4572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3" name="Google Shape;3003;p334"/>
          <p:cNvSpPr/>
          <p:nvPr/>
        </p:nvSpPr>
        <p:spPr>
          <a:xfrm>
            <a:off x="280951" y="1198353"/>
            <a:ext cx="1158000" cy="9732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F3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37150" spcFirstLastPara="1" rIns="137150" wrap="square" tIns="4572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004" name="Google Shape;3004;p334"/>
          <p:cNvSpPr/>
          <p:nvPr/>
        </p:nvSpPr>
        <p:spPr>
          <a:xfrm>
            <a:off x="1541163" y="2430794"/>
            <a:ext cx="1079100" cy="968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3049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37150" spcFirstLastPara="1" rIns="137150" wrap="square" tIns="4572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005" name="Google Shape;3005;p334"/>
          <p:cNvSpPr/>
          <p:nvPr/>
        </p:nvSpPr>
        <p:spPr>
          <a:xfrm>
            <a:off x="2715625" y="2433815"/>
            <a:ext cx="1079100" cy="968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874D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37150" spcFirstLastPara="1" rIns="137150" wrap="square" tIns="4572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6" name="Google Shape;3006;p334"/>
          <p:cNvSpPr/>
          <p:nvPr/>
        </p:nvSpPr>
        <p:spPr>
          <a:xfrm>
            <a:off x="284851" y="2435920"/>
            <a:ext cx="1158000" cy="968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F3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37150" spcFirstLastPara="1" rIns="137150" wrap="square" tIns="4572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007" name="Google Shape;3007;p334"/>
          <p:cNvSpPr/>
          <p:nvPr/>
        </p:nvSpPr>
        <p:spPr>
          <a:xfrm>
            <a:off x="2830987" y="845310"/>
            <a:ext cx="721800" cy="750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8" name="Google Shape;3008;p334"/>
          <p:cNvSpPr/>
          <p:nvPr/>
        </p:nvSpPr>
        <p:spPr>
          <a:xfrm>
            <a:off x="2917726" y="2267141"/>
            <a:ext cx="594300" cy="621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9" name="Google Shape;3009;p334"/>
          <p:cNvSpPr/>
          <p:nvPr/>
        </p:nvSpPr>
        <p:spPr>
          <a:xfrm>
            <a:off x="1693687" y="943609"/>
            <a:ext cx="700200" cy="654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0" name="Google Shape;3010;p334"/>
          <p:cNvSpPr/>
          <p:nvPr/>
        </p:nvSpPr>
        <p:spPr>
          <a:xfrm>
            <a:off x="1769890" y="2315802"/>
            <a:ext cx="581100" cy="575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1" name="Google Shape;3011;p334"/>
          <p:cNvSpPr txBox="1"/>
          <p:nvPr/>
        </p:nvSpPr>
        <p:spPr>
          <a:xfrm>
            <a:off x="320175" y="251300"/>
            <a:ext cx="1840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About Onix</a:t>
            </a:r>
            <a:endParaRPr b="1"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12" name="Google Shape;3012;p334"/>
          <p:cNvSpPr/>
          <p:nvPr/>
        </p:nvSpPr>
        <p:spPr>
          <a:xfrm>
            <a:off x="4616633" y="4161220"/>
            <a:ext cx="2057400" cy="525600"/>
          </a:xfrm>
          <a:prstGeom prst="chevron">
            <a:avLst>
              <a:gd fmla="val 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E202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60+  Industry Solutions </a:t>
            </a:r>
            <a:endParaRPr sz="1000">
              <a:solidFill>
                <a:srgbClr val="1E202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3013" name="Google Shape;3013;p334"/>
          <p:cNvSpPr/>
          <p:nvPr/>
        </p:nvSpPr>
        <p:spPr>
          <a:xfrm>
            <a:off x="570738" y="943624"/>
            <a:ext cx="606600" cy="575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4" name="Google Shape;3014;p334"/>
          <p:cNvSpPr/>
          <p:nvPr/>
        </p:nvSpPr>
        <p:spPr>
          <a:xfrm>
            <a:off x="1729062" y="1367902"/>
            <a:ext cx="42600" cy="6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5" name="Google Shape;3015;p334"/>
          <p:cNvSpPr txBox="1"/>
          <p:nvPr/>
        </p:nvSpPr>
        <p:spPr>
          <a:xfrm>
            <a:off x="347276" y="2754725"/>
            <a:ext cx="10791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1600">
                <a:solidFill>
                  <a:srgbClr val="F4626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5</a:t>
            </a:r>
            <a:r>
              <a:rPr i="0" lang="en" sz="1600" u="none" cap="none" strike="noStrike">
                <a:solidFill>
                  <a:srgbClr val="F4626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/top 10</a:t>
            </a:r>
            <a:endParaRPr i="0" sz="1600" u="none" cap="none" strike="noStrike">
              <a:solidFill>
                <a:srgbClr val="F4626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7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Banking Customers</a:t>
            </a:r>
            <a:endParaRPr i="0" sz="9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16" name="Google Shape;3016;p334"/>
          <p:cNvSpPr txBox="1"/>
          <p:nvPr/>
        </p:nvSpPr>
        <p:spPr>
          <a:xfrm>
            <a:off x="1516885" y="1489625"/>
            <a:ext cx="11580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" sz="1500">
                <a:solidFill>
                  <a:srgbClr val="30496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</a:t>
            </a:r>
            <a:r>
              <a:rPr b="1" i="0" lang="en" sz="1500" u="none" cap="none" strike="noStrike">
                <a:solidFill>
                  <a:srgbClr val="30496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/top 10</a:t>
            </a:r>
            <a:endParaRPr b="1" i="0" sz="1500" u="none" cap="none" strike="noStrike">
              <a:solidFill>
                <a:srgbClr val="30496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7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Healthcare &amp; Life Science Customers</a:t>
            </a:r>
            <a:endParaRPr i="0" sz="9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17" name="Google Shape;3017;p334"/>
          <p:cNvSpPr txBox="1"/>
          <p:nvPr/>
        </p:nvSpPr>
        <p:spPr>
          <a:xfrm>
            <a:off x="352176" y="1486516"/>
            <a:ext cx="10791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1500">
                <a:solidFill>
                  <a:srgbClr val="874D83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5</a:t>
            </a:r>
            <a:r>
              <a:rPr i="0" lang="en" sz="1500" u="none" cap="none" strike="noStrike">
                <a:solidFill>
                  <a:srgbClr val="874D83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/top 10</a:t>
            </a:r>
            <a:endParaRPr i="0" sz="1500" u="none" cap="none" strike="noStrike">
              <a:solidFill>
                <a:srgbClr val="874D83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7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Telecom Customers</a:t>
            </a:r>
            <a:endParaRPr i="0" sz="9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018" name="Google Shape;3018;p334"/>
          <p:cNvPicPr preferRelativeResize="0"/>
          <p:nvPr/>
        </p:nvPicPr>
        <p:blipFill rotWithShape="1">
          <a:blip r:embed="rId3">
            <a:alphaModFix/>
          </a:blip>
          <a:srcRect b="9050" l="15607" r="5046" t="7156"/>
          <a:stretch/>
        </p:blipFill>
        <p:spPr>
          <a:xfrm rot="-409432">
            <a:off x="1252723" y="803851"/>
            <a:ext cx="182359" cy="192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9" name="Google Shape;3019;p3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2211" y="1088225"/>
            <a:ext cx="315900" cy="3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0" name="Google Shape;3020;p334"/>
          <p:cNvSpPr/>
          <p:nvPr/>
        </p:nvSpPr>
        <p:spPr>
          <a:xfrm>
            <a:off x="505576" y="2267793"/>
            <a:ext cx="700200" cy="521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1" name="Google Shape;3021;p3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74900" y="1060806"/>
            <a:ext cx="315900" cy="3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2" name="Google Shape;3022;p3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7389" y="1019391"/>
            <a:ext cx="315900" cy="3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3" name="Google Shape;3023;p334"/>
          <p:cNvSpPr/>
          <p:nvPr/>
        </p:nvSpPr>
        <p:spPr>
          <a:xfrm>
            <a:off x="6484173" y="1196725"/>
            <a:ext cx="2331000" cy="18843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874D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37150" spcFirstLastPara="1" rIns="137150" wrap="square" tIns="45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0496D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3024" name="Google Shape;3024;p334"/>
          <p:cNvSpPr/>
          <p:nvPr/>
        </p:nvSpPr>
        <p:spPr>
          <a:xfrm>
            <a:off x="7128135" y="702600"/>
            <a:ext cx="1043100" cy="1029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5" name="Google Shape;3025;p334"/>
          <p:cNvSpPr/>
          <p:nvPr/>
        </p:nvSpPr>
        <p:spPr>
          <a:xfrm>
            <a:off x="3916100" y="1193200"/>
            <a:ext cx="2295000" cy="18846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3049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37150" spcFirstLastPara="1" rIns="137150" wrap="square" tIns="4572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026" name="Google Shape;3026;p334"/>
          <p:cNvSpPr/>
          <p:nvPr/>
        </p:nvSpPr>
        <p:spPr>
          <a:xfrm>
            <a:off x="4550159" y="702451"/>
            <a:ext cx="1026900" cy="102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7" name="Google Shape;3027;p334"/>
          <p:cNvSpPr txBox="1"/>
          <p:nvPr/>
        </p:nvSpPr>
        <p:spPr>
          <a:xfrm>
            <a:off x="3859200" y="1582807"/>
            <a:ext cx="24069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00" spcFirstLastPara="1" rIns="45700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" sz="1600">
                <a:solidFill>
                  <a:srgbClr val="30496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 &amp; Data Specialist</a:t>
            </a:r>
            <a:endParaRPr b="1" i="0" sz="1600" u="none" cap="none" strike="noStrike">
              <a:solidFill>
                <a:srgbClr val="30496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>
                <a:solidFill>
                  <a:srgbClr val="30496D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IP-Based Solutions</a:t>
            </a:r>
            <a:endParaRPr i="0" sz="1100" u="none" cap="none" strike="noStrike">
              <a:solidFill>
                <a:srgbClr val="30496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28" name="Google Shape;3028;p334"/>
          <p:cNvSpPr txBox="1"/>
          <p:nvPr/>
        </p:nvSpPr>
        <p:spPr>
          <a:xfrm>
            <a:off x="6485975" y="1577650"/>
            <a:ext cx="23310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1600">
                <a:solidFill>
                  <a:srgbClr val="874D83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Enterprise Grade AI </a:t>
            </a:r>
            <a:endParaRPr sz="1600">
              <a:solidFill>
                <a:srgbClr val="874D83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1000">
                <a:solidFill>
                  <a:srgbClr val="874D83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Generative &amp; Predictive Solutions Powered by our IPs </a:t>
            </a:r>
            <a:endParaRPr sz="1000">
              <a:solidFill>
                <a:srgbClr val="874D83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pic>
        <p:nvPicPr>
          <p:cNvPr id="3029" name="Google Shape;3029;p334"/>
          <p:cNvPicPr preferRelativeResize="0"/>
          <p:nvPr/>
        </p:nvPicPr>
        <p:blipFill rotWithShape="1">
          <a:blip r:embed="rId7">
            <a:alphaModFix/>
          </a:blip>
          <a:srcRect b="651" l="0" r="0" t="661"/>
          <a:stretch/>
        </p:blipFill>
        <p:spPr>
          <a:xfrm>
            <a:off x="7413029" y="1016549"/>
            <a:ext cx="476883" cy="46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0" name="Google Shape;3030;p334"/>
          <p:cNvSpPr txBox="1"/>
          <p:nvPr/>
        </p:nvSpPr>
        <p:spPr>
          <a:xfrm>
            <a:off x="3927677" y="2215200"/>
            <a:ext cx="21957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51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Font typeface="Plus Jakarta Sans Medium"/>
              <a:buChar char="●"/>
            </a:pPr>
            <a:r>
              <a:rPr lang="en" sz="8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100% guaranteed migration and modernization to cloud-based data warehouse </a:t>
            </a:r>
            <a:endParaRPr sz="800">
              <a:solidFill>
                <a:srgbClr val="43434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-1651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Font typeface="Plus Jakarta Sans Medium"/>
              <a:buChar char="●"/>
            </a:pPr>
            <a:r>
              <a:rPr lang="en" sz="8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3X faster time to value </a:t>
            </a:r>
            <a:endParaRPr sz="800">
              <a:solidFill>
                <a:srgbClr val="43434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-1651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Font typeface="Plus Jakarta Sans Medium"/>
              <a:buChar char="●"/>
            </a:pPr>
            <a:r>
              <a:rPr lang="en" sz="8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Available on Cloud Marketplace</a:t>
            </a:r>
            <a:endParaRPr sz="800">
              <a:solidFill>
                <a:srgbClr val="43434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pic>
        <p:nvPicPr>
          <p:cNvPr id="3031" name="Google Shape;3031;p3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3249311">
            <a:off x="5381180" y="4862869"/>
            <a:ext cx="294630" cy="294614"/>
          </a:xfrm>
          <a:prstGeom prst="rect">
            <a:avLst/>
          </a:prstGeom>
          <a:noFill/>
          <a:ln>
            <a:noFill/>
          </a:ln>
        </p:spPr>
      </p:pic>
      <p:sp>
        <p:nvSpPr>
          <p:cNvPr id="3032" name="Google Shape;3032;p334"/>
          <p:cNvSpPr/>
          <p:nvPr/>
        </p:nvSpPr>
        <p:spPr>
          <a:xfrm>
            <a:off x="6759575" y="4014000"/>
            <a:ext cx="2057400" cy="306300"/>
          </a:xfrm>
          <a:prstGeom prst="chevron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Google Launch Partner</a:t>
            </a:r>
            <a:endParaRPr sz="1000"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3033" name="Google Shape;3033;p334"/>
          <p:cNvSpPr/>
          <p:nvPr/>
        </p:nvSpPr>
        <p:spPr>
          <a:xfrm>
            <a:off x="6557350" y="4266000"/>
            <a:ext cx="315900" cy="321900"/>
          </a:xfrm>
          <a:prstGeom prst="ellipse">
            <a:avLst/>
          </a:prstGeom>
          <a:solidFill>
            <a:srgbClr val="F35959"/>
          </a:solidFill>
          <a:ln>
            <a:noFill/>
          </a:ln>
          <a:effectLst>
            <a:outerShdw blurRad="57150" rotWithShape="0" algn="bl" dir="4560000" dist="19050">
              <a:srgbClr val="000000">
                <a:alpha val="28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4" name="Google Shape;3034;p334"/>
          <p:cNvSpPr/>
          <p:nvPr/>
        </p:nvSpPr>
        <p:spPr>
          <a:xfrm>
            <a:off x="330775" y="4161225"/>
            <a:ext cx="2057400" cy="521100"/>
          </a:xfrm>
          <a:prstGeom prst="homePlate">
            <a:avLst>
              <a:gd fmla="val 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202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Global Coverage with over 1,500+ Customers </a:t>
            </a:r>
            <a:br>
              <a:rPr lang="en" sz="1000">
                <a:solidFill>
                  <a:srgbClr val="1E202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</a:br>
            <a:endParaRPr sz="1000">
              <a:solidFill>
                <a:srgbClr val="1E202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3035" name="Google Shape;3035;p334"/>
          <p:cNvSpPr/>
          <p:nvPr/>
        </p:nvSpPr>
        <p:spPr>
          <a:xfrm>
            <a:off x="2473692" y="4164148"/>
            <a:ext cx="2057400" cy="525600"/>
          </a:xfrm>
          <a:prstGeom prst="chevron">
            <a:avLst>
              <a:gd fmla="val 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E202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30+ IPs for your Data, AI </a:t>
            </a:r>
            <a:br>
              <a:rPr lang="en" sz="1000">
                <a:solidFill>
                  <a:srgbClr val="1E202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</a:br>
            <a:r>
              <a:rPr lang="en" sz="1000">
                <a:solidFill>
                  <a:srgbClr val="1E202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and Cloud Journey </a:t>
            </a:r>
            <a:endParaRPr sz="1000">
              <a:solidFill>
                <a:srgbClr val="1E202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3036" name="Google Shape;3036;p334"/>
          <p:cNvSpPr/>
          <p:nvPr/>
        </p:nvSpPr>
        <p:spPr>
          <a:xfrm>
            <a:off x="2275000" y="4266000"/>
            <a:ext cx="315900" cy="321900"/>
          </a:xfrm>
          <a:prstGeom prst="ellipse">
            <a:avLst/>
          </a:prstGeom>
          <a:solidFill>
            <a:srgbClr val="F46262"/>
          </a:solidFill>
          <a:ln>
            <a:noFill/>
          </a:ln>
          <a:effectLst>
            <a:outerShdw blurRad="57150" rotWithShape="0" algn="bl" dir="4560000" dist="19050">
              <a:srgbClr val="000000">
                <a:alpha val="28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2020"/>
              </a:solidFill>
            </a:endParaRPr>
          </a:p>
        </p:txBody>
      </p:sp>
      <p:sp>
        <p:nvSpPr>
          <p:cNvPr id="3037" name="Google Shape;3037;p334"/>
          <p:cNvSpPr/>
          <p:nvPr/>
        </p:nvSpPr>
        <p:spPr>
          <a:xfrm>
            <a:off x="4416180" y="4266000"/>
            <a:ext cx="315900" cy="321900"/>
          </a:xfrm>
          <a:prstGeom prst="ellipse">
            <a:avLst/>
          </a:prstGeom>
          <a:solidFill>
            <a:srgbClr val="F46262"/>
          </a:solidFill>
          <a:ln>
            <a:noFill/>
          </a:ln>
          <a:effectLst>
            <a:outerShdw blurRad="57150" rotWithShape="0" algn="bl" dir="4560000" dist="19050">
              <a:srgbClr val="000000">
                <a:alpha val="28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E2020"/>
              </a:solidFill>
            </a:endParaRPr>
          </a:p>
        </p:txBody>
      </p:sp>
      <p:sp>
        <p:nvSpPr>
          <p:cNvPr id="3038" name="Google Shape;3038;p334"/>
          <p:cNvSpPr txBox="1"/>
          <p:nvPr/>
        </p:nvSpPr>
        <p:spPr>
          <a:xfrm>
            <a:off x="302875" y="511742"/>
            <a:ext cx="43248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2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20+ years of propelling  enterprise value for our customers</a:t>
            </a:r>
            <a:endParaRPr b="1" i="1" sz="12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039" name="Google Shape;3039;p33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56974" y="1016550"/>
            <a:ext cx="411350" cy="468947"/>
          </a:xfrm>
          <a:prstGeom prst="rect">
            <a:avLst/>
          </a:prstGeom>
          <a:noFill/>
          <a:ln>
            <a:noFill/>
          </a:ln>
        </p:spPr>
      </p:pic>
      <p:sp>
        <p:nvSpPr>
          <p:cNvPr id="3040" name="Google Shape;3040;p334"/>
          <p:cNvSpPr txBox="1"/>
          <p:nvPr/>
        </p:nvSpPr>
        <p:spPr>
          <a:xfrm>
            <a:off x="6694036" y="2328604"/>
            <a:ext cx="13128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457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874D8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Synthetic Data Generator</a:t>
            </a:r>
            <a:endParaRPr b="1" sz="700">
              <a:solidFill>
                <a:srgbClr val="874D8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41" name="Google Shape;3041;p334"/>
          <p:cNvSpPr txBox="1"/>
          <p:nvPr/>
        </p:nvSpPr>
        <p:spPr>
          <a:xfrm>
            <a:off x="7331236" y="2456526"/>
            <a:ext cx="9141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457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874D8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Model Training</a:t>
            </a:r>
            <a:endParaRPr b="1" sz="700">
              <a:solidFill>
                <a:srgbClr val="874D8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42" name="Google Shape;3042;p334"/>
          <p:cNvSpPr txBox="1"/>
          <p:nvPr/>
        </p:nvSpPr>
        <p:spPr>
          <a:xfrm>
            <a:off x="7889911" y="2328609"/>
            <a:ext cx="9141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457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874D8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LLM Fine Tuning</a:t>
            </a:r>
            <a:endParaRPr b="1" sz="700">
              <a:solidFill>
                <a:srgbClr val="874D8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43" name="Google Shape;3043;p334"/>
          <p:cNvSpPr txBox="1"/>
          <p:nvPr/>
        </p:nvSpPr>
        <p:spPr>
          <a:xfrm>
            <a:off x="6694020" y="2556850"/>
            <a:ext cx="19596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5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Font typeface="Plus Jakarta Sans Medium"/>
              <a:buChar char="●"/>
            </a:pPr>
            <a:r>
              <a:rPr lang="en" sz="8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Hallucination guard</a:t>
            </a:r>
            <a:endParaRPr sz="800">
              <a:solidFill>
                <a:srgbClr val="43434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-165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Font typeface="Plus Jakarta Sans Medium"/>
              <a:buChar char="●"/>
            </a:pPr>
            <a:r>
              <a:rPr lang="en" sz="8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Accuracy engine</a:t>
            </a:r>
            <a:endParaRPr sz="800">
              <a:solidFill>
                <a:srgbClr val="43434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-165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Font typeface="Plus Jakarta Sans Medium"/>
              <a:buChar char="●"/>
            </a:pPr>
            <a:r>
              <a:rPr lang="en" sz="8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Context aware engine</a:t>
            </a:r>
            <a:endParaRPr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044" name="Google Shape;3044;p33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40075" y="4349713"/>
            <a:ext cx="185750" cy="15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5" name="Google Shape;3045;p33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81250" y="4349713"/>
            <a:ext cx="185750" cy="15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6" name="Google Shape;3046;p33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22425" y="4349713"/>
            <a:ext cx="185750" cy="15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7" name="Google Shape;3047;p33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928525" y="4320300"/>
            <a:ext cx="420188" cy="154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8" name="Google Shape;3048;p334"/>
          <p:cNvSpPr/>
          <p:nvPr/>
        </p:nvSpPr>
        <p:spPr>
          <a:xfrm>
            <a:off x="7435475" y="4358375"/>
            <a:ext cx="822954" cy="13715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gradFill>
                  <a:gsLst>
                    <a:gs pos="0">
                      <a:srgbClr val="4796E4"/>
                    </a:gs>
                    <a:gs pos="32000">
                      <a:srgbClr val="4B8FE8"/>
                    </a:gs>
                    <a:gs pos="63000">
                      <a:srgbClr val="7F7CD2"/>
                    </a:gs>
                    <a:gs pos="100000">
                      <a:srgbClr val="C5677D"/>
                    </a:gs>
                  </a:gsLst>
                  <a:lin ang="2698631" scaled="0"/>
                </a:gradFill>
                <a:latin typeface="Arial"/>
              </a:rPr>
              <a:t>Agentspace</a:t>
            </a:r>
          </a:p>
        </p:txBody>
      </p:sp>
      <p:pic>
        <p:nvPicPr>
          <p:cNvPr id="3049" name="Google Shape;3049;p33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349575" y="4320305"/>
            <a:ext cx="580995" cy="15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0" name="Google Shape;3050;p334"/>
          <p:cNvPicPr preferRelativeResize="0"/>
          <p:nvPr/>
        </p:nvPicPr>
        <p:blipFill rotWithShape="1">
          <a:blip r:embed="rId13">
            <a:alphaModFix/>
          </a:blip>
          <a:srcRect b="0" l="13982" r="15581" t="13786"/>
          <a:stretch/>
        </p:blipFill>
        <p:spPr>
          <a:xfrm>
            <a:off x="7007650" y="4533600"/>
            <a:ext cx="594374" cy="22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1" name="Google Shape;3051;p334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115524" y="4869765"/>
            <a:ext cx="1345498" cy="135315"/>
          </a:xfrm>
          <a:prstGeom prst="rect">
            <a:avLst/>
          </a:prstGeom>
          <a:noFill/>
          <a:ln>
            <a:noFill/>
          </a:ln>
        </p:spPr>
      </p:pic>
      <p:sp>
        <p:nvSpPr>
          <p:cNvPr id="3052" name="Google Shape;3052;p334"/>
          <p:cNvSpPr/>
          <p:nvPr/>
        </p:nvSpPr>
        <p:spPr>
          <a:xfrm>
            <a:off x="3916100" y="3174075"/>
            <a:ext cx="4900800" cy="798900"/>
          </a:xfrm>
          <a:prstGeom prst="rect">
            <a:avLst/>
          </a:prstGeom>
          <a:noFill/>
          <a:ln cap="flat" cmpd="sng" w="9525">
            <a:solidFill>
              <a:srgbClr val="F3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3053" name="Google Shape;3053;p334"/>
          <p:cNvGrpSpPr/>
          <p:nvPr/>
        </p:nvGrpSpPr>
        <p:grpSpPr>
          <a:xfrm>
            <a:off x="3968879" y="3112765"/>
            <a:ext cx="594360" cy="710348"/>
            <a:chOff x="661625" y="2547474"/>
            <a:chExt cx="594360" cy="710348"/>
          </a:xfrm>
        </p:grpSpPr>
        <p:pic>
          <p:nvPicPr>
            <p:cNvPr id="3054" name="Google Shape;3054;p334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61625" y="2547474"/>
              <a:ext cx="594360" cy="594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55" name="Google Shape;3055;p334"/>
            <p:cNvSpPr txBox="1"/>
            <p:nvPr/>
          </p:nvSpPr>
          <p:spPr>
            <a:xfrm>
              <a:off x="691510" y="3042423"/>
              <a:ext cx="534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2313"/>
                </a:buClr>
                <a:buSzPts val="1900"/>
                <a:buFont typeface="Nunito"/>
                <a:buNone/>
              </a:pPr>
              <a:r>
                <a:rPr b="1" i="0" lang="en" sz="800" u="none" cap="none" strike="noStrike">
                  <a:solidFill>
                    <a:srgbClr val="30496D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Eagle</a:t>
              </a:r>
              <a:endParaRPr i="0" sz="800" u="none" cap="none" strike="noStrike">
                <a:solidFill>
                  <a:srgbClr val="30496D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2313"/>
                </a:buClr>
                <a:buSzPts val="1900"/>
                <a:buFont typeface="Nunito"/>
                <a:buNone/>
              </a:pPr>
              <a:r>
                <a:rPr i="0" lang="en" sz="600" u="none" cap="none" strike="noStrike">
                  <a:solidFill>
                    <a:srgbClr val="31231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The Planner</a:t>
              </a:r>
              <a:endParaRPr i="0" sz="6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3056" name="Google Shape;3056;p334"/>
          <p:cNvGrpSpPr/>
          <p:nvPr/>
        </p:nvGrpSpPr>
        <p:grpSpPr>
          <a:xfrm>
            <a:off x="5227476" y="3112765"/>
            <a:ext cx="721800" cy="710348"/>
            <a:chOff x="2721252" y="2547474"/>
            <a:chExt cx="721800" cy="710348"/>
          </a:xfrm>
        </p:grpSpPr>
        <p:pic>
          <p:nvPicPr>
            <p:cNvPr id="3057" name="Google Shape;3057;p334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784972" y="2547474"/>
              <a:ext cx="594360" cy="594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58" name="Google Shape;3058;p334"/>
            <p:cNvSpPr txBox="1"/>
            <p:nvPr/>
          </p:nvSpPr>
          <p:spPr>
            <a:xfrm>
              <a:off x="2721252" y="3042423"/>
              <a:ext cx="7218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2313"/>
                </a:buClr>
                <a:buSzPts val="1900"/>
                <a:buFont typeface="Nunito"/>
                <a:buNone/>
              </a:pPr>
              <a:r>
                <a:rPr b="1" lang="en" sz="800">
                  <a:solidFill>
                    <a:srgbClr val="874D8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Raven</a:t>
              </a:r>
              <a:endParaRPr i="0" sz="800" u="none" cap="none" strike="noStrike">
                <a:solidFill>
                  <a:srgbClr val="874D83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2313"/>
                </a:buClr>
                <a:buSzPts val="1900"/>
                <a:buFont typeface="Nunito"/>
                <a:buNone/>
              </a:pPr>
              <a:r>
                <a:rPr i="0" lang="en" sz="600" u="none" cap="none" strike="noStrike">
                  <a:solidFill>
                    <a:srgbClr val="31231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The Transformer</a:t>
              </a:r>
              <a:endParaRPr i="0" sz="6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3059" name="Google Shape;3059;p334"/>
          <p:cNvGrpSpPr/>
          <p:nvPr/>
        </p:nvGrpSpPr>
        <p:grpSpPr>
          <a:xfrm>
            <a:off x="5920495" y="3112765"/>
            <a:ext cx="721800" cy="710348"/>
            <a:chOff x="3607630" y="2547474"/>
            <a:chExt cx="721800" cy="710348"/>
          </a:xfrm>
        </p:grpSpPr>
        <p:sp>
          <p:nvSpPr>
            <p:cNvPr id="3060" name="Google Shape;3060;p334"/>
            <p:cNvSpPr txBox="1"/>
            <p:nvPr/>
          </p:nvSpPr>
          <p:spPr>
            <a:xfrm>
              <a:off x="3607630" y="3042423"/>
              <a:ext cx="7218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2313"/>
                </a:buClr>
                <a:buSzPts val="1900"/>
                <a:buFont typeface="Nunito"/>
                <a:buNone/>
              </a:pPr>
              <a:r>
                <a:rPr b="1" lang="en" sz="800">
                  <a:solidFill>
                    <a:srgbClr val="F4626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Pelican</a:t>
              </a:r>
              <a:endParaRPr i="0" sz="800" u="none" cap="none" strike="noStrike">
                <a:solidFill>
                  <a:srgbClr val="F4626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2313"/>
                </a:buClr>
                <a:buSzPts val="1900"/>
                <a:buFont typeface="Nunito"/>
                <a:buNone/>
              </a:pPr>
              <a:r>
                <a:rPr i="0" lang="en" sz="600" u="none" cap="none" strike="noStrike">
                  <a:solidFill>
                    <a:srgbClr val="31231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The </a:t>
              </a:r>
              <a:r>
                <a:rPr lang="en" sz="600">
                  <a:solidFill>
                    <a:srgbClr val="31231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Validator</a:t>
              </a:r>
              <a:endParaRPr i="0" sz="6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pic>
          <p:nvPicPr>
            <p:cNvPr id="3061" name="Google Shape;3061;p334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3671350" y="2547474"/>
              <a:ext cx="594360" cy="5943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62" name="Google Shape;3062;p334"/>
          <p:cNvGrpSpPr/>
          <p:nvPr/>
        </p:nvGrpSpPr>
        <p:grpSpPr>
          <a:xfrm>
            <a:off x="7999550" y="3112765"/>
            <a:ext cx="780600" cy="710351"/>
            <a:chOff x="6673496" y="2547474"/>
            <a:chExt cx="780600" cy="710351"/>
          </a:xfrm>
        </p:grpSpPr>
        <p:pic>
          <p:nvPicPr>
            <p:cNvPr id="3063" name="Google Shape;3063;p334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766616" y="2547474"/>
              <a:ext cx="594360" cy="594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4" name="Google Shape;3064;p334"/>
            <p:cNvSpPr txBox="1"/>
            <p:nvPr/>
          </p:nvSpPr>
          <p:spPr>
            <a:xfrm>
              <a:off x="6673496" y="3042425"/>
              <a:ext cx="780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2313"/>
                </a:buClr>
                <a:buSzPts val="1900"/>
                <a:buFont typeface="Nunito"/>
                <a:buNone/>
              </a:pPr>
              <a:r>
                <a:rPr b="1" i="0" lang="en" sz="800" u="none" cap="none" strike="noStrike">
                  <a:solidFill>
                    <a:srgbClr val="30496D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Eagle Finops</a:t>
              </a:r>
              <a:endParaRPr i="0" sz="800" u="none" cap="none" strike="noStrike">
                <a:solidFill>
                  <a:srgbClr val="30496D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2313"/>
                </a:buClr>
                <a:buSzPts val="1900"/>
                <a:buFont typeface="Nunito"/>
                <a:buNone/>
              </a:pPr>
              <a:r>
                <a:rPr i="0" lang="en" sz="600" u="none" cap="none" strike="noStrike">
                  <a:solidFill>
                    <a:srgbClr val="31231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The Planner</a:t>
              </a:r>
              <a:endParaRPr i="0" sz="6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3065" name="Google Shape;3065;p334"/>
          <p:cNvGrpSpPr/>
          <p:nvPr/>
        </p:nvGrpSpPr>
        <p:grpSpPr>
          <a:xfrm>
            <a:off x="4534458" y="3112765"/>
            <a:ext cx="721800" cy="710348"/>
            <a:chOff x="1637988" y="2547474"/>
            <a:chExt cx="721800" cy="710348"/>
          </a:xfrm>
        </p:grpSpPr>
        <p:pic>
          <p:nvPicPr>
            <p:cNvPr id="3066" name="Google Shape;3066;p33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1701708" y="2547474"/>
              <a:ext cx="594360" cy="594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7" name="Google Shape;3067;p334"/>
            <p:cNvSpPr txBox="1"/>
            <p:nvPr/>
          </p:nvSpPr>
          <p:spPr>
            <a:xfrm>
              <a:off x="1637988" y="3042423"/>
              <a:ext cx="7218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2313"/>
                </a:buClr>
                <a:buSzPts val="1900"/>
                <a:buFont typeface="Nunito"/>
                <a:buNone/>
              </a:pPr>
              <a:r>
                <a:rPr b="1" lang="en" sz="800">
                  <a:solidFill>
                    <a:srgbClr val="2996A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Condor</a:t>
              </a:r>
              <a:endParaRPr i="0" sz="800" u="none" cap="none" strike="noStrike">
                <a:solidFill>
                  <a:srgbClr val="2996A5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2313"/>
                </a:buClr>
                <a:buSzPts val="1900"/>
                <a:buFont typeface="Nunito"/>
                <a:buNone/>
              </a:pPr>
              <a:r>
                <a:rPr i="0" lang="en" sz="600" u="none" cap="none" strike="noStrike">
                  <a:solidFill>
                    <a:srgbClr val="31231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The Transporter</a:t>
              </a:r>
              <a:endParaRPr i="0" sz="6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3068" name="Google Shape;3068;p334"/>
          <p:cNvGrpSpPr/>
          <p:nvPr/>
        </p:nvGrpSpPr>
        <p:grpSpPr>
          <a:xfrm>
            <a:off x="7306532" y="3203569"/>
            <a:ext cx="721800" cy="619544"/>
            <a:chOff x="5635926" y="2638278"/>
            <a:chExt cx="721800" cy="619544"/>
          </a:xfrm>
        </p:grpSpPr>
        <p:sp>
          <p:nvSpPr>
            <p:cNvPr id="3069" name="Google Shape;3069;p334"/>
            <p:cNvSpPr txBox="1"/>
            <p:nvPr/>
          </p:nvSpPr>
          <p:spPr>
            <a:xfrm>
              <a:off x="5635926" y="3042423"/>
              <a:ext cx="7218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2313"/>
                </a:buClr>
                <a:buSzPts val="1900"/>
                <a:buFont typeface="Nunito"/>
                <a:buNone/>
              </a:pPr>
              <a:r>
                <a:rPr b="1" lang="en" sz="800">
                  <a:solidFill>
                    <a:srgbClr val="094C6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Phoenix</a:t>
              </a:r>
              <a:endParaRPr i="0" sz="800" u="none" cap="none" strike="noStrike">
                <a:solidFill>
                  <a:srgbClr val="094C6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2313"/>
                </a:buClr>
                <a:buSzPts val="1900"/>
                <a:buFont typeface="Nunito"/>
                <a:buNone/>
              </a:pPr>
              <a:r>
                <a:rPr lang="en" sz="600">
                  <a:solidFill>
                    <a:srgbClr val="31231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AI Studio</a:t>
              </a:r>
              <a:endParaRPr i="0" sz="6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pic>
          <p:nvPicPr>
            <p:cNvPr id="3070" name="Google Shape;3070;p334"/>
            <p:cNvPicPr preferRelativeResize="0"/>
            <p:nvPr/>
          </p:nvPicPr>
          <p:blipFill rotWithShape="1">
            <a:blip r:embed="rId19">
              <a:alphaModFix/>
            </a:blip>
            <a:srcRect b="4129" l="0" r="0" t="4120"/>
            <a:stretch/>
          </p:blipFill>
          <p:spPr>
            <a:xfrm>
              <a:off x="5768226" y="2638278"/>
              <a:ext cx="457200" cy="4127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71" name="Google Shape;3071;p334"/>
          <p:cNvGrpSpPr/>
          <p:nvPr/>
        </p:nvGrpSpPr>
        <p:grpSpPr>
          <a:xfrm>
            <a:off x="6613513" y="3168544"/>
            <a:ext cx="721800" cy="654570"/>
            <a:chOff x="4786563" y="2603253"/>
            <a:chExt cx="721800" cy="654570"/>
          </a:xfrm>
        </p:grpSpPr>
        <p:pic>
          <p:nvPicPr>
            <p:cNvPr id="3072" name="Google Shape;3072;p334"/>
            <p:cNvPicPr preferRelativeResize="0"/>
            <p:nvPr/>
          </p:nvPicPr>
          <p:blipFill rotWithShape="1">
            <a:blip r:embed="rId20">
              <a:alphaModFix/>
            </a:blip>
            <a:srcRect b="1238" l="0" r="0" t="1248"/>
            <a:stretch/>
          </p:blipFill>
          <p:spPr>
            <a:xfrm>
              <a:off x="4896003" y="2603253"/>
              <a:ext cx="502920" cy="482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3" name="Google Shape;3073;p334"/>
            <p:cNvSpPr txBox="1"/>
            <p:nvPr/>
          </p:nvSpPr>
          <p:spPr>
            <a:xfrm>
              <a:off x="4786563" y="3042423"/>
              <a:ext cx="7218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2313"/>
                </a:buClr>
                <a:buSzPts val="1900"/>
                <a:buFont typeface="Nunito"/>
                <a:buNone/>
              </a:pPr>
              <a:r>
                <a:rPr b="1" lang="en" sz="800">
                  <a:solidFill>
                    <a:srgbClr val="A42C5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Kingfisher</a:t>
              </a:r>
              <a:endParaRPr i="0" sz="800" u="none" cap="none" strike="noStrike">
                <a:solidFill>
                  <a:srgbClr val="A42C5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2313"/>
                </a:buClr>
                <a:buSzPts val="1900"/>
                <a:buFont typeface="Nunito"/>
                <a:buNone/>
              </a:pPr>
              <a:r>
                <a:rPr lang="en" sz="600">
                  <a:solidFill>
                    <a:srgbClr val="31231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Synthetic Data</a:t>
              </a:r>
              <a:endParaRPr i="0" sz="6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3074" name="Google Shape;3074;p334"/>
          <p:cNvSpPr txBox="1"/>
          <p:nvPr/>
        </p:nvSpPr>
        <p:spPr>
          <a:xfrm>
            <a:off x="5425400" y="3907575"/>
            <a:ext cx="1882200" cy="16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Onix Wingspan Platform</a:t>
            </a:r>
            <a:endParaRPr b="1"/>
          </a:p>
        </p:txBody>
      </p:sp>
      <p:pic>
        <p:nvPicPr>
          <p:cNvPr id="3075" name="Google Shape;3075;p33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052608" y="2309505"/>
            <a:ext cx="315900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6" name="Google Shape;3076;p334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706448" y="2306874"/>
            <a:ext cx="315899" cy="34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7" name="Google Shape;3077;p334"/>
          <p:cNvPicPr preferRelativeResize="0"/>
          <p:nvPr/>
        </p:nvPicPr>
        <p:blipFill rotWithShape="1">
          <a:blip r:embed="rId23">
            <a:alphaModFix/>
          </a:blip>
          <a:srcRect b="20833" l="4834" r="0" t="26901"/>
          <a:stretch/>
        </p:blipFill>
        <p:spPr>
          <a:xfrm>
            <a:off x="7673825" y="4540728"/>
            <a:ext cx="1312799" cy="216307"/>
          </a:xfrm>
          <a:prstGeom prst="rect">
            <a:avLst/>
          </a:prstGeom>
          <a:noFill/>
          <a:ln>
            <a:noFill/>
          </a:ln>
        </p:spPr>
      </p:pic>
      <p:sp>
        <p:nvSpPr>
          <p:cNvPr id="3078" name="Google Shape;3078;p334"/>
          <p:cNvSpPr txBox="1"/>
          <p:nvPr/>
        </p:nvSpPr>
        <p:spPr>
          <a:xfrm>
            <a:off x="2728612" y="1488663"/>
            <a:ext cx="10791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" sz="1500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</a:t>
            </a:r>
            <a:r>
              <a:rPr b="1" i="0" lang="en" sz="1500" u="none" cap="none" strike="noStrike">
                <a:solidFill>
                  <a:srgbClr val="F359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/top 10</a:t>
            </a:r>
            <a:endParaRPr b="1" i="0" sz="1500" u="none" cap="none" strike="noStrike">
              <a:solidFill>
                <a:srgbClr val="F3595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7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Retail Customers</a:t>
            </a:r>
            <a:endParaRPr i="0" sz="9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79" name="Google Shape;3079;p334"/>
          <p:cNvSpPr txBox="1"/>
          <p:nvPr/>
        </p:nvSpPr>
        <p:spPr>
          <a:xfrm>
            <a:off x="1516726" y="2747199"/>
            <a:ext cx="11580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" sz="1600">
                <a:solidFill>
                  <a:srgbClr val="874D83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5/top 10</a:t>
            </a:r>
            <a:endParaRPr i="0" sz="1600" u="none" cap="none" strike="noStrike">
              <a:solidFill>
                <a:srgbClr val="F4626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7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Media &amp; Entertainment Customers</a:t>
            </a:r>
            <a:endParaRPr i="0" sz="9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080" name="Google Shape;3080;p334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1909080" y="2313832"/>
            <a:ext cx="315900" cy="317532"/>
          </a:xfrm>
          <a:prstGeom prst="rect">
            <a:avLst/>
          </a:prstGeom>
          <a:noFill/>
          <a:ln>
            <a:noFill/>
          </a:ln>
        </p:spPr>
      </p:pic>
      <p:sp>
        <p:nvSpPr>
          <p:cNvPr id="3081" name="Google Shape;3081;p334"/>
          <p:cNvSpPr txBox="1"/>
          <p:nvPr/>
        </p:nvSpPr>
        <p:spPr>
          <a:xfrm>
            <a:off x="2728637" y="2777063"/>
            <a:ext cx="10791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" sz="1600">
                <a:solidFill>
                  <a:srgbClr val="30496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5/top 10</a:t>
            </a:r>
            <a:endParaRPr i="0" sz="1600" u="none" cap="none" strike="noStrike">
              <a:solidFill>
                <a:srgbClr val="F46262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7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Insurance Customers</a:t>
            </a:r>
            <a:endParaRPr i="0" sz="9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82" name="Google Shape;3082;p334"/>
          <p:cNvSpPr/>
          <p:nvPr/>
        </p:nvSpPr>
        <p:spPr>
          <a:xfrm>
            <a:off x="280950" y="3560425"/>
            <a:ext cx="3513900" cy="4113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3049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137150" spcFirstLastPara="1" rIns="137150" wrap="square" tIns="45720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300">
                <a:solidFill>
                  <a:srgbClr val="F4626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103 / Fortune 500</a:t>
            </a:r>
            <a:r>
              <a:rPr lang="en" sz="800">
                <a:solidFill>
                  <a:srgbClr val="4A86E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 </a:t>
            </a:r>
            <a:r>
              <a:rPr lang="en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are</a:t>
            </a:r>
            <a:r>
              <a:rPr lang="en">
                <a:solidFill>
                  <a:srgbClr val="4A86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">
                <a:solidFill>
                  <a:srgbClr val="F4626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Onix</a:t>
            </a:r>
            <a:r>
              <a:rPr lang="en">
                <a:solidFill>
                  <a:srgbClr val="4A86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customers</a:t>
            </a:r>
            <a:endParaRPr sz="22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3083" name="Google Shape;3083;p334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-2932078" y="1122519"/>
            <a:ext cx="315899" cy="349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7" name="Shape 3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8" name="Google Shape;3088;p335"/>
          <p:cNvPicPr preferRelativeResize="0"/>
          <p:nvPr/>
        </p:nvPicPr>
        <p:blipFill rotWithShape="1">
          <a:blip r:embed="rId3">
            <a:alphaModFix/>
          </a:blip>
          <a:srcRect b="4670" l="0" r="0" t="4660"/>
          <a:stretch/>
        </p:blipFill>
        <p:spPr>
          <a:xfrm>
            <a:off x="1417075" y="496100"/>
            <a:ext cx="5999576" cy="296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9" name="Google Shape;3089;p335"/>
          <p:cNvSpPr txBox="1"/>
          <p:nvPr/>
        </p:nvSpPr>
        <p:spPr>
          <a:xfrm>
            <a:off x="320175" y="247250"/>
            <a:ext cx="6718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Onix IP Driven Propositions</a:t>
            </a:r>
            <a:endParaRPr b="1"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90" name="Google Shape;3090;p335"/>
          <p:cNvSpPr/>
          <p:nvPr/>
        </p:nvSpPr>
        <p:spPr>
          <a:xfrm>
            <a:off x="2908000" y="798612"/>
            <a:ext cx="471000" cy="476700"/>
          </a:xfrm>
          <a:prstGeom prst="ellipse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091" name="Google Shape;3091;p3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5838" y="909289"/>
            <a:ext cx="255325" cy="255325"/>
          </a:xfrm>
          <a:prstGeom prst="rect">
            <a:avLst/>
          </a:prstGeom>
          <a:noFill/>
          <a:ln>
            <a:noFill/>
          </a:ln>
        </p:spPr>
      </p:pic>
      <p:sp>
        <p:nvSpPr>
          <p:cNvPr id="3092" name="Google Shape;3092;p335"/>
          <p:cNvSpPr/>
          <p:nvPr/>
        </p:nvSpPr>
        <p:spPr>
          <a:xfrm>
            <a:off x="3350143" y="1464250"/>
            <a:ext cx="471000" cy="476700"/>
          </a:xfrm>
          <a:prstGeom prst="ellipse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93" name="Google Shape;3093;p335"/>
          <p:cNvSpPr/>
          <p:nvPr/>
        </p:nvSpPr>
        <p:spPr>
          <a:xfrm>
            <a:off x="4168325" y="1742137"/>
            <a:ext cx="471000" cy="476700"/>
          </a:xfrm>
          <a:prstGeom prst="ellipse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94" name="Google Shape;3094;p335"/>
          <p:cNvSpPr/>
          <p:nvPr/>
        </p:nvSpPr>
        <p:spPr>
          <a:xfrm>
            <a:off x="5019794" y="1464259"/>
            <a:ext cx="471000" cy="476700"/>
          </a:xfrm>
          <a:prstGeom prst="ellipse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95" name="Google Shape;3095;p335"/>
          <p:cNvSpPr/>
          <p:nvPr/>
        </p:nvSpPr>
        <p:spPr>
          <a:xfrm>
            <a:off x="5467079" y="779659"/>
            <a:ext cx="471000" cy="476700"/>
          </a:xfrm>
          <a:prstGeom prst="ellipse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096" name="Google Shape;3096;p335"/>
          <p:cNvPicPr preferRelativeResize="0"/>
          <p:nvPr/>
        </p:nvPicPr>
        <p:blipFill rotWithShape="1">
          <a:blip r:embed="rId5">
            <a:alphaModFix/>
          </a:blip>
          <a:srcRect b="10" l="0" r="0" t="0"/>
          <a:stretch/>
        </p:blipFill>
        <p:spPr>
          <a:xfrm>
            <a:off x="3457988" y="1574950"/>
            <a:ext cx="255327" cy="25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7" name="Google Shape;3097;p335"/>
          <p:cNvPicPr preferRelativeResize="0"/>
          <p:nvPr/>
        </p:nvPicPr>
        <p:blipFill rotWithShape="1">
          <a:blip r:embed="rId6">
            <a:alphaModFix/>
          </a:blip>
          <a:srcRect b="-4890" l="0" r="-10" t="-3535"/>
          <a:stretch/>
        </p:blipFill>
        <p:spPr>
          <a:xfrm>
            <a:off x="4286750" y="1851175"/>
            <a:ext cx="235475" cy="25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8" name="Google Shape;3098;p3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37688" y="1584988"/>
            <a:ext cx="235226" cy="23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9" name="Google Shape;3099;p3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98250" y="920275"/>
            <a:ext cx="208900" cy="208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0" name="Google Shape;3100;p335"/>
          <p:cNvSpPr txBox="1"/>
          <p:nvPr/>
        </p:nvSpPr>
        <p:spPr>
          <a:xfrm>
            <a:off x="715875" y="2801163"/>
            <a:ext cx="20217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0496D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Automation for            Top 4 ISVs</a:t>
            </a:r>
            <a:endParaRPr sz="1300">
              <a:solidFill>
                <a:srgbClr val="30496D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101" name="Google Shape;3101;p335"/>
          <p:cNvSpPr txBox="1"/>
          <p:nvPr/>
        </p:nvSpPr>
        <p:spPr>
          <a:xfrm>
            <a:off x="7299200" y="959262"/>
            <a:ext cx="1761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0496D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Intelligent Ops with Active Assist</a:t>
            </a:r>
            <a:endParaRPr sz="1300">
              <a:solidFill>
                <a:srgbClr val="30496D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102" name="Google Shape;3102;p335"/>
          <p:cNvSpPr txBox="1"/>
          <p:nvPr/>
        </p:nvSpPr>
        <p:spPr>
          <a:xfrm>
            <a:off x="3304313" y="3425175"/>
            <a:ext cx="22251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0496D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Virtual Desktops</a:t>
            </a:r>
            <a:endParaRPr sz="1300">
              <a:solidFill>
                <a:srgbClr val="30496D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103" name="Google Shape;3103;p335"/>
          <p:cNvSpPr txBox="1"/>
          <p:nvPr/>
        </p:nvSpPr>
        <p:spPr>
          <a:xfrm>
            <a:off x="133549" y="966578"/>
            <a:ext cx="15927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0496D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Infrastructure Modernization</a:t>
            </a:r>
            <a:endParaRPr b="1" sz="1300">
              <a:solidFill>
                <a:srgbClr val="30496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04" name="Google Shape;3104;p335"/>
          <p:cNvSpPr txBox="1"/>
          <p:nvPr/>
        </p:nvSpPr>
        <p:spPr>
          <a:xfrm>
            <a:off x="102350" y="1265076"/>
            <a:ext cx="1655100" cy="10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-90170" lvl="0" marL="10058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lus Jakarta Sans"/>
              <a:buChar char="●"/>
            </a:pP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Fast paced Migration Factory with </a:t>
            </a: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~400 assets per week guaranteed</a:t>
            </a:r>
            <a:endParaRPr b="1"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90170" lvl="0" marL="100584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lus Jakarta Sans"/>
              <a:buChar char="●"/>
            </a:pP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Onix Swift Migrator for </a:t>
            </a: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 or on-premises migration to Cloud</a:t>
            </a:r>
            <a:endParaRPr b="1"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90170" lvl="0" marL="100584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700"/>
              <a:buFont typeface="Plus Jakarta Sans"/>
              <a:buChar char="●"/>
            </a:pPr>
            <a:r>
              <a:rPr lang="en" sz="70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Expertise in migrating over</a:t>
            </a:r>
            <a:r>
              <a:rPr b="1" lang="en" sz="70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1M+ assets to cloud</a:t>
            </a:r>
            <a:endParaRPr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05" name="Google Shape;3105;p335"/>
          <p:cNvSpPr txBox="1"/>
          <p:nvPr/>
        </p:nvSpPr>
        <p:spPr>
          <a:xfrm>
            <a:off x="3634600" y="3718100"/>
            <a:ext cx="2021700" cy="12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-90170" lvl="0" marL="10058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lus Jakarta Sans"/>
              <a:buChar char="●"/>
            </a:pP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NIST-800-207 inspired security hardened</a:t>
            </a: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OS templates and deployment profiles</a:t>
            </a:r>
            <a:endParaRPr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90170" lvl="0" marL="100584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lus Jakarta Sans"/>
              <a:buChar char="●"/>
            </a:pP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50+ Persona based User Desktop Profiles</a:t>
            </a: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for each Industry with desired security config</a:t>
            </a:r>
            <a:endParaRPr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90170" lvl="0" marL="100584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700"/>
              <a:buFont typeface="Plus Jakarta Sans"/>
              <a:buChar char="●"/>
            </a:pP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Deep expertise in implementing</a:t>
            </a: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Zero Trust Architecture </a:t>
            </a: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using Google’s native tools</a:t>
            </a:r>
            <a:endParaRPr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106" name="Google Shape;3106;p335"/>
          <p:cNvCxnSpPr/>
          <p:nvPr/>
        </p:nvCxnSpPr>
        <p:spPr>
          <a:xfrm rot="10800000">
            <a:off x="1471325" y="957850"/>
            <a:ext cx="438000" cy="0"/>
          </a:xfrm>
          <a:prstGeom prst="straightConnector1">
            <a:avLst/>
          </a:prstGeom>
          <a:noFill/>
          <a:ln cap="flat" cmpd="sng" w="9525">
            <a:solidFill>
              <a:srgbClr val="F35959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107" name="Google Shape;3107;p335"/>
          <p:cNvCxnSpPr/>
          <p:nvPr/>
        </p:nvCxnSpPr>
        <p:spPr>
          <a:xfrm>
            <a:off x="6896975" y="957850"/>
            <a:ext cx="380400" cy="0"/>
          </a:xfrm>
          <a:prstGeom prst="straightConnector1">
            <a:avLst/>
          </a:prstGeom>
          <a:noFill/>
          <a:ln cap="flat" cmpd="sng" w="9525">
            <a:solidFill>
              <a:srgbClr val="F35959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108" name="Google Shape;3108;p335"/>
          <p:cNvCxnSpPr/>
          <p:nvPr/>
        </p:nvCxnSpPr>
        <p:spPr>
          <a:xfrm flipH="1">
            <a:off x="2032250" y="2415400"/>
            <a:ext cx="508200" cy="346500"/>
          </a:xfrm>
          <a:prstGeom prst="straightConnector1">
            <a:avLst/>
          </a:prstGeom>
          <a:noFill/>
          <a:ln cap="flat" cmpd="sng" w="9525">
            <a:solidFill>
              <a:srgbClr val="F35959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109" name="Google Shape;3109;p335"/>
          <p:cNvCxnSpPr/>
          <p:nvPr/>
        </p:nvCxnSpPr>
        <p:spPr>
          <a:xfrm>
            <a:off x="6184850" y="2371000"/>
            <a:ext cx="489600" cy="282900"/>
          </a:xfrm>
          <a:prstGeom prst="straightConnector1">
            <a:avLst/>
          </a:prstGeom>
          <a:noFill/>
          <a:ln cap="flat" cmpd="sng" w="9525">
            <a:solidFill>
              <a:srgbClr val="F35959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110" name="Google Shape;3110;p335"/>
          <p:cNvCxnSpPr/>
          <p:nvPr/>
        </p:nvCxnSpPr>
        <p:spPr>
          <a:xfrm>
            <a:off x="4389263" y="3003950"/>
            <a:ext cx="0" cy="443700"/>
          </a:xfrm>
          <a:prstGeom prst="straightConnector1">
            <a:avLst/>
          </a:prstGeom>
          <a:noFill/>
          <a:ln cap="flat" cmpd="sng" w="9525">
            <a:solidFill>
              <a:srgbClr val="F35959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111" name="Google Shape;3111;p335"/>
          <p:cNvSpPr txBox="1"/>
          <p:nvPr/>
        </p:nvSpPr>
        <p:spPr>
          <a:xfrm>
            <a:off x="7299200" y="1341287"/>
            <a:ext cx="17613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-90170" lvl="0" marL="10058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lus Jakarta Sans"/>
              <a:buChar char="●"/>
            </a:pP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Swift AIVision</a:t>
            </a: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for intelligent Ops across platforms.</a:t>
            </a:r>
            <a:endParaRPr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90170" lvl="0" marL="100584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lus Jakarta Sans"/>
              <a:buChar char="●"/>
            </a:pP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Guaranteed outcomes for KPIs</a:t>
            </a: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which matter</a:t>
            </a:r>
            <a:endParaRPr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90170" lvl="0" marL="100584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700"/>
              <a:buFont typeface="Plus Jakarta Sans"/>
              <a:buChar char="●"/>
            </a:pP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Accelerated workflows for proactive remediation</a:t>
            </a:r>
            <a:endParaRPr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12" name="Google Shape;3112;p335"/>
          <p:cNvSpPr txBox="1"/>
          <p:nvPr/>
        </p:nvSpPr>
        <p:spPr>
          <a:xfrm>
            <a:off x="6325400" y="2761850"/>
            <a:ext cx="21702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30496D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Cross-Cloud </a:t>
            </a:r>
            <a:endParaRPr sz="1300">
              <a:solidFill>
                <a:srgbClr val="30496D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0496D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Network &amp; Air Gap</a:t>
            </a:r>
            <a:endParaRPr>
              <a:solidFill>
                <a:srgbClr val="30496D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113" name="Google Shape;3113;p335"/>
          <p:cNvSpPr txBox="1"/>
          <p:nvPr/>
        </p:nvSpPr>
        <p:spPr>
          <a:xfrm>
            <a:off x="6315875" y="3265550"/>
            <a:ext cx="2170200" cy="10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-90170" lvl="0" marL="10058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Char char="●"/>
            </a:pP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Swift Integrator for </a:t>
            </a: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Hybrid and Multi-cloud interoperability</a:t>
            </a:r>
            <a:endParaRPr b="1"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90170" lvl="0" marL="100584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Plus Jakarta Sans"/>
              <a:buChar char="●"/>
            </a:pP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Specialization in Google Distributed Cloud and </a:t>
            </a: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Air-Gapped environments</a:t>
            </a:r>
            <a:endParaRPr b="1"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90170" lvl="0" marL="100584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Plus Jakarta Sans"/>
              <a:buChar char="●"/>
            </a:pP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Intelligent Network Automation </a:t>
            </a: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 proactive network insights and optimization</a:t>
            </a:r>
            <a:endParaRPr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90170" lvl="0" marL="100584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Font typeface="Plus Jakarta Sans"/>
              <a:buChar char="●"/>
            </a:pP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Based </a:t>
            </a: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Network Rule Engine</a:t>
            </a:r>
            <a:endParaRPr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114" name="Google Shape;3114;p335"/>
          <p:cNvCxnSpPr/>
          <p:nvPr/>
        </p:nvCxnSpPr>
        <p:spPr>
          <a:xfrm>
            <a:off x="498350" y="3566824"/>
            <a:ext cx="1177200" cy="2100"/>
          </a:xfrm>
          <a:prstGeom prst="straightConnector1">
            <a:avLst/>
          </a:prstGeom>
          <a:noFill/>
          <a:ln cap="flat" cmpd="sng" w="9525">
            <a:solidFill>
              <a:srgbClr val="30496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5" name="Google Shape;3115;p335"/>
          <p:cNvSpPr txBox="1"/>
          <p:nvPr/>
        </p:nvSpPr>
        <p:spPr>
          <a:xfrm>
            <a:off x="503150" y="3598925"/>
            <a:ext cx="116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lus Jakarta Sans"/>
                <a:ea typeface="Plus Jakarta Sans"/>
                <a:cs typeface="Plus Jakarta Sans"/>
                <a:sym typeface="Plus Jakarta Sans"/>
              </a:rPr>
              <a:t>Swift Integrator and Migrator for migration and modernize  of microsoft workloads to cloud</a:t>
            </a:r>
            <a:endParaRPr sz="6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116" name="Google Shape;3116;p33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5875" y="3331953"/>
            <a:ext cx="799101" cy="1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7" name="Google Shape;3117;p335"/>
          <p:cNvSpPr txBox="1"/>
          <p:nvPr/>
        </p:nvSpPr>
        <p:spPr>
          <a:xfrm>
            <a:off x="503150" y="4286525"/>
            <a:ext cx="116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lus Jakarta Sans"/>
                <a:ea typeface="Plus Jakarta Sans"/>
                <a:cs typeface="Plus Jakarta Sans"/>
                <a:sym typeface="Plus Jakarta Sans"/>
              </a:rPr>
              <a:t>Onix IPs &amp; tools for migration &amp; transformation of workloads</a:t>
            </a:r>
            <a:endParaRPr sz="6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18" name="Google Shape;3118;p335"/>
          <p:cNvSpPr txBox="1"/>
          <p:nvPr/>
        </p:nvSpPr>
        <p:spPr>
          <a:xfrm>
            <a:off x="1808450" y="3598925"/>
            <a:ext cx="116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lus Jakarta Sans"/>
                <a:ea typeface="Plus Jakarta Sans"/>
                <a:cs typeface="Plus Jakarta Sans"/>
                <a:sym typeface="Plus Jakarta Sans"/>
              </a:rPr>
              <a:t>Onix IPs and automated playbooks for migrating workloads to Cloud</a:t>
            </a:r>
            <a:endParaRPr sz="6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19" name="Google Shape;3119;p335"/>
          <p:cNvSpPr txBox="1"/>
          <p:nvPr/>
        </p:nvSpPr>
        <p:spPr>
          <a:xfrm>
            <a:off x="1813250" y="4286525"/>
            <a:ext cx="117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Plus Jakarta Sans"/>
                <a:ea typeface="Plus Jakarta Sans"/>
                <a:cs typeface="Plus Jakarta Sans"/>
                <a:sym typeface="Plus Jakarta Sans"/>
              </a:rPr>
              <a:t>Deep expertise in migrating IBM openshift &amp; websphere  to Google Cloud native</a:t>
            </a:r>
            <a:endParaRPr sz="6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120" name="Google Shape;3120;p335"/>
          <p:cNvPicPr preferRelativeResize="0"/>
          <p:nvPr/>
        </p:nvPicPr>
        <p:blipFill rotWithShape="1">
          <a:blip r:embed="rId10">
            <a:alphaModFix/>
          </a:blip>
          <a:srcRect b="16503" l="0" r="0" t="16383"/>
          <a:stretch/>
        </p:blipFill>
        <p:spPr>
          <a:xfrm>
            <a:off x="814425" y="3973269"/>
            <a:ext cx="601975" cy="21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1" name="Google Shape;3121;p33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946350" y="3313591"/>
            <a:ext cx="621793" cy="183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2" name="Google Shape;3122;p33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124400" y="3997796"/>
            <a:ext cx="386493" cy="1698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3" name="Google Shape;3123;p335"/>
          <p:cNvCxnSpPr/>
          <p:nvPr/>
        </p:nvCxnSpPr>
        <p:spPr>
          <a:xfrm>
            <a:off x="498350" y="4252624"/>
            <a:ext cx="1177200" cy="2100"/>
          </a:xfrm>
          <a:prstGeom prst="straightConnector1">
            <a:avLst/>
          </a:prstGeom>
          <a:noFill/>
          <a:ln cap="flat" cmpd="sng" w="9525">
            <a:solidFill>
              <a:srgbClr val="30496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4" name="Google Shape;3124;p335"/>
          <p:cNvCxnSpPr/>
          <p:nvPr/>
        </p:nvCxnSpPr>
        <p:spPr>
          <a:xfrm>
            <a:off x="1793750" y="3566824"/>
            <a:ext cx="1177200" cy="2100"/>
          </a:xfrm>
          <a:prstGeom prst="straightConnector1">
            <a:avLst/>
          </a:prstGeom>
          <a:noFill/>
          <a:ln cap="flat" cmpd="sng" w="9525">
            <a:solidFill>
              <a:srgbClr val="30496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5" name="Google Shape;3125;p335"/>
          <p:cNvCxnSpPr/>
          <p:nvPr/>
        </p:nvCxnSpPr>
        <p:spPr>
          <a:xfrm>
            <a:off x="1793750" y="4252624"/>
            <a:ext cx="1177200" cy="2100"/>
          </a:xfrm>
          <a:prstGeom prst="straightConnector1">
            <a:avLst/>
          </a:prstGeom>
          <a:noFill/>
          <a:ln cap="flat" cmpd="sng" w="9525">
            <a:solidFill>
              <a:srgbClr val="30496D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9" name="Shape 3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0" name="Google Shape;3130;p336"/>
          <p:cNvSpPr txBox="1"/>
          <p:nvPr/>
        </p:nvSpPr>
        <p:spPr>
          <a:xfrm>
            <a:off x="338851" y="240901"/>
            <a:ext cx="6718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Onix IP Driven Propositions</a:t>
            </a:r>
            <a:endParaRPr b="1"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131" name="Google Shape;3131;p336"/>
          <p:cNvPicPr preferRelativeResize="0"/>
          <p:nvPr/>
        </p:nvPicPr>
        <p:blipFill rotWithShape="1">
          <a:blip r:embed="rId3">
            <a:alphaModFix/>
          </a:blip>
          <a:srcRect b="4670" l="0" r="0" t="4660"/>
          <a:stretch/>
        </p:blipFill>
        <p:spPr>
          <a:xfrm>
            <a:off x="1417075" y="580250"/>
            <a:ext cx="5999576" cy="296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2" name="Google Shape;3132;p336"/>
          <p:cNvSpPr/>
          <p:nvPr/>
        </p:nvSpPr>
        <p:spPr>
          <a:xfrm>
            <a:off x="2908000" y="874812"/>
            <a:ext cx="471000" cy="476700"/>
          </a:xfrm>
          <a:prstGeom prst="ellipse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133" name="Google Shape;3133;p3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5850" y="985500"/>
            <a:ext cx="255300" cy="25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4" name="Google Shape;3134;p336"/>
          <p:cNvSpPr/>
          <p:nvPr/>
        </p:nvSpPr>
        <p:spPr>
          <a:xfrm>
            <a:off x="3350143" y="1540450"/>
            <a:ext cx="471000" cy="476700"/>
          </a:xfrm>
          <a:prstGeom prst="ellipse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35" name="Google Shape;3135;p336"/>
          <p:cNvSpPr/>
          <p:nvPr/>
        </p:nvSpPr>
        <p:spPr>
          <a:xfrm>
            <a:off x="4168325" y="1818337"/>
            <a:ext cx="471000" cy="476700"/>
          </a:xfrm>
          <a:prstGeom prst="ellipse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36" name="Google Shape;3136;p336"/>
          <p:cNvSpPr/>
          <p:nvPr/>
        </p:nvSpPr>
        <p:spPr>
          <a:xfrm>
            <a:off x="5019794" y="1540459"/>
            <a:ext cx="471000" cy="476700"/>
          </a:xfrm>
          <a:prstGeom prst="ellipse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37" name="Google Shape;3137;p336"/>
          <p:cNvSpPr/>
          <p:nvPr/>
        </p:nvSpPr>
        <p:spPr>
          <a:xfrm>
            <a:off x="5428625" y="886525"/>
            <a:ext cx="471000" cy="476700"/>
          </a:xfrm>
          <a:prstGeom prst="ellipse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138" name="Google Shape;3138;p336"/>
          <p:cNvPicPr preferRelativeResize="0"/>
          <p:nvPr/>
        </p:nvPicPr>
        <p:blipFill rotWithShape="1">
          <a:blip r:embed="rId5">
            <a:alphaModFix/>
          </a:blip>
          <a:srcRect b="10" l="0" r="0" t="0"/>
          <a:stretch/>
        </p:blipFill>
        <p:spPr>
          <a:xfrm>
            <a:off x="3467369" y="1654775"/>
            <a:ext cx="235223" cy="2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9" name="Google Shape;3139;p336"/>
          <p:cNvPicPr preferRelativeResize="0"/>
          <p:nvPr/>
        </p:nvPicPr>
        <p:blipFill rotWithShape="1">
          <a:blip r:embed="rId6">
            <a:alphaModFix/>
          </a:blip>
          <a:srcRect b="-8967" l="0" r="-10" t="542"/>
          <a:stretch/>
        </p:blipFill>
        <p:spPr>
          <a:xfrm>
            <a:off x="4286750" y="1936975"/>
            <a:ext cx="235475" cy="25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0" name="Google Shape;3140;p3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27656" y="1644735"/>
            <a:ext cx="255300" cy="25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1" name="Google Shape;3141;p336"/>
          <p:cNvPicPr preferRelativeResize="0"/>
          <p:nvPr/>
        </p:nvPicPr>
        <p:blipFill rotWithShape="1">
          <a:blip r:embed="rId8">
            <a:alphaModFix/>
          </a:blip>
          <a:srcRect b="-9617" l="-10077" r="-2638" t="-12587"/>
          <a:stretch/>
        </p:blipFill>
        <p:spPr>
          <a:xfrm>
            <a:off x="5478361" y="911736"/>
            <a:ext cx="371525" cy="402828"/>
          </a:xfrm>
          <a:prstGeom prst="rect">
            <a:avLst/>
          </a:prstGeom>
          <a:noFill/>
          <a:ln>
            <a:noFill/>
          </a:ln>
        </p:spPr>
      </p:pic>
      <p:sp>
        <p:nvSpPr>
          <p:cNvPr id="3142" name="Google Shape;3142;p336"/>
          <p:cNvSpPr txBox="1"/>
          <p:nvPr/>
        </p:nvSpPr>
        <p:spPr>
          <a:xfrm>
            <a:off x="150250" y="1031295"/>
            <a:ext cx="15921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0496D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Modernize Traditional Apps</a:t>
            </a:r>
            <a:endParaRPr b="1" sz="1300">
              <a:solidFill>
                <a:srgbClr val="30496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43" name="Google Shape;3143;p336"/>
          <p:cNvSpPr txBox="1"/>
          <p:nvPr/>
        </p:nvSpPr>
        <p:spPr>
          <a:xfrm>
            <a:off x="1084450" y="2838050"/>
            <a:ext cx="20217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0496D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Modern Software Delivery</a:t>
            </a:r>
            <a:endParaRPr sz="1300">
              <a:solidFill>
                <a:srgbClr val="30496D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144" name="Google Shape;3144;p336"/>
          <p:cNvSpPr txBox="1"/>
          <p:nvPr/>
        </p:nvSpPr>
        <p:spPr>
          <a:xfrm>
            <a:off x="7299200" y="936300"/>
            <a:ext cx="17613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0496D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Intelligent Apps</a:t>
            </a:r>
            <a:endParaRPr sz="1300">
              <a:solidFill>
                <a:srgbClr val="30496D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0496D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on Edge</a:t>
            </a:r>
            <a:endParaRPr sz="1300">
              <a:solidFill>
                <a:srgbClr val="30496D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145" name="Google Shape;3145;p336"/>
          <p:cNvSpPr txBox="1"/>
          <p:nvPr/>
        </p:nvSpPr>
        <p:spPr>
          <a:xfrm>
            <a:off x="3273700" y="3587100"/>
            <a:ext cx="23262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0496D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Low Code / No Code Apps</a:t>
            </a:r>
            <a:endParaRPr sz="1300">
              <a:solidFill>
                <a:srgbClr val="30496D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146" name="Google Shape;3146;p336"/>
          <p:cNvSpPr txBox="1"/>
          <p:nvPr/>
        </p:nvSpPr>
        <p:spPr>
          <a:xfrm>
            <a:off x="3282175" y="3880025"/>
            <a:ext cx="2170200" cy="12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-90170" lvl="0" marL="10058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lus Jakarta Sans"/>
              <a:buChar char="●"/>
            </a:pP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2000+ Projects Delivered </a:t>
            </a: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 Digital Workplace</a:t>
            </a:r>
            <a:endParaRPr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90170" lvl="0" marL="100584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lus Jakarta Sans"/>
              <a:buChar char="●"/>
            </a:pP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Accelerators with </a:t>
            </a: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ready-to-use workflows and pre built connectors</a:t>
            </a: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for rapid deployment.</a:t>
            </a:r>
            <a:endParaRPr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90170" lvl="0" marL="100584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700"/>
              <a:buFont typeface="Plus Jakarta Sans"/>
              <a:buChar char="●"/>
            </a:pP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Empower citizen developers with access to an extensive </a:t>
            </a: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Onix Workspace Libraries </a:t>
            </a: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 seamless automation.</a:t>
            </a:r>
            <a:endParaRPr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147" name="Google Shape;3147;p336"/>
          <p:cNvCxnSpPr/>
          <p:nvPr/>
        </p:nvCxnSpPr>
        <p:spPr>
          <a:xfrm rot="10800000">
            <a:off x="1471250" y="1034050"/>
            <a:ext cx="523800" cy="0"/>
          </a:xfrm>
          <a:prstGeom prst="straightConnector1">
            <a:avLst/>
          </a:prstGeom>
          <a:noFill/>
          <a:ln cap="flat" cmpd="sng" w="9525">
            <a:solidFill>
              <a:srgbClr val="F35959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148" name="Google Shape;3148;p336"/>
          <p:cNvCxnSpPr/>
          <p:nvPr/>
        </p:nvCxnSpPr>
        <p:spPr>
          <a:xfrm>
            <a:off x="6850200" y="1034050"/>
            <a:ext cx="427200" cy="0"/>
          </a:xfrm>
          <a:prstGeom prst="straightConnector1">
            <a:avLst/>
          </a:prstGeom>
          <a:noFill/>
          <a:ln cap="flat" cmpd="sng" w="9525">
            <a:solidFill>
              <a:srgbClr val="F35959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149" name="Google Shape;3149;p336"/>
          <p:cNvCxnSpPr/>
          <p:nvPr/>
        </p:nvCxnSpPr>
        <p:spPr>
          <a:xfrm flipH="1">
            <a:off x="2032250" y="2491600"/>
            <a:ext cx="508200" cy="346500"/>
          </a:xfrm>
          <a:prstGeom prst="straightConnector1">
            <a:avLst/>
          </a:prstGeom>
          <a:noFill/>
          <a:ln cap="flat" cmpd="sng" w="9525">
            <a:solidFill>
              <a:srgbClr val="F35959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150" name="Google Shape;3150;p336"/>
          <p:cNvCxnSpPr/>
          <p:nvPr/>
        </p:nvCxnSpPr>
        <p:spPr>
          <a:xfrm>
            <a:off x="6184850" y="2447200"/>
            <a:ext cx="489600" cy="282900"/>
          </a:xfrm>
          <a:prstGeom prst="straightConnector1">
            <a:avLst/>
          </a:prstGeom>
          <a:noFill/>
          <a:ln cap="flat" cmpd="sng" w="9525">
            <a:solidFill>
              <a:srgbClr val="F35959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151" name="Google Shape;3151;p336"/>
          <p:cNvCxnSpPr>
            <a:endCxn id="3145" idx="0"/>
          </p:cNvCxnSpPr>
          <p:nvPr/>
        </p:nvCxnSpPr>
        <p:spPr>
          <a:xfrm>
            <a:off x="4408300" y="3013500"/>
            <a:ext cx="28500" cy="573600"/>
          </a:xfrm>
          <a:prstGeom prst="straightConnector1">
            <a:avLst/>
          </a:prstGeom>
          <a:noFill/>
          <a:ln cap="flat" cmpd="sng" w="9525">
            <a:solidFill>
              <a:srgbClr val="F35959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152" name="Google Shape;3152;p336"/>
          <p:cNvSpPr txBox="1"/>
          <p:nvPr/>
        </p:nvSpPr>
        <p:spPr>
          <a:xfrm>
            <a:off x="7290800" y="1311000"/>
            <a:ext cx="17613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-90170" lvl="0" marL="10058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Plus Jakarta Sans"/>
              <a:buChar char="●"/>
            </a:pP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Swift AIVision </a:t>
            </a: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 optimized edge inferencing</a:t>
            </a:r>
            <a:endParaRPr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90170" lvl="0" marL="100584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Font typeface="Plus Jakarta Sans"/>
              <a:buChar char="●"/>
            </a:pP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Standardized architectures for </a:t>
            </a: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analytics and IoT-driven intelligence</a:t>
            </a:r>
            <a:endParaRPr b="1"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90170" lvl="0" marL="100584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Font typeface="Plus Jakarta Sans"/>
              <a:buChar char="●"/>
            </a:pP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Intelligent caching &amp; model compression</a:t>
            </a: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techniques to improve edge performance</a:t>
            </a:r>
            <a:endParaRPr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53" name="Google Shape;3153;p336"/>
          <p:cNvSpPr txBox="1"/>
          <p:nvPr/>
        </p:nvSpPr>
        <p:spPr>
          <a:xfrm>
            <a:off x="6325400" y="2838050"/>
            <a:ext cx="21702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0496D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New Cloud Native LOB App</a:t>
            </a:r>
            <a:r>
              <a:rPr lang="en" sz="1300">
                <a:solidFill>
                  <a:srgbClr val="30496D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Development</a:t>
            </a:r>
            <a:endParaRPr>
              <a:solidFill>
                <a:srgbClr val="30496D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154" name="Google Shape;3154;p336"/>
          <p:cNvSpPr txBox="1"/>
          <p:nvPr/>
        </p:nvSpPr>
        <p:spPr>
          <a:xfrm>
            <a:off x="6325400" y="3341750"/>
            <a:ext cx="2170200" cy="10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-90170" lvl="0" marL="10058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lus Jakarta Sans"/>
              <a:buChar char="●"/>
            </a:pP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Everything as a Service (XaaS) approach </a:t>
            </a: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 cloud native applications</a:t>
            </a:r>
            <a:endParaRPr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90170" lvl="0" marL="100584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lus Jakarta Sans"/>
              <a:buChar char="●"/>
            </a:pP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Expertise in UI/UX design to elevate your brand and enhance user satisfaction</a:t>
            </a:r>
            <a:endParaRPr b="1"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90170" lvl="0" marL="100584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lus Jakarta Sans"/>
              <a:buChar char="●"/>
            </a:pP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Industry-specific solution </a:t>
            </a: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Accelerators</a:t>
            </a:r>
            <a:endParaRPr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90170" lvl="0" marL="100584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700"/>
              <a:buFont typeface="Plus Jakarta Sans"/>
              <a:buChar char="●"/>
            </a:pP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First (Adaptive Apps), Geospatial Apps, </a:t>
            </a: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Multi-touch, Metaverse</a:t>
            </a:r>
            <a:endParaRPr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55" name="Google Shape;3155;p336"/>
          <p:cNvSpPr/>
          <p:nvPr/>
        </p:nvSpPr>
        <p:spPr>
          <a:xfrm>
            <a:off x="345950" y="3985924"/>
            <a:ext cx="1456500" cy="5802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6" name="Google Shape;3156;p336"/>
          <p:cNvSpPr/>
          <p:nvPr/>
        </p:nvSpPr>
        <p:spPr>
          <a:xfrm>
            <a:off x="1879850" y="3374886"/>
            <a:ext cx="1456500" cy="5802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7" name="Google Shape;3157;p336"/>
          <p:cNvSpPr txBox="1"/>
          <p:nvPr/>
        </p:nvSpPr>
        <p:spPr>
          <a:xfrm>
            <a:off x="1081900" y="3374875"/>
            <a:ext cx="1826100" cy="12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-90170" lvl="0" marL="10058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lus Jakarta Sans"/>
              <a:buChar char="●"/>
            </a:pP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Deep expertise in</a:t>
            </a: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SLSA </a:t>
            </a: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security framework</a:t>
            </a:r>
            <a:endParaRPr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90170" lvl="0" marL="100584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lus Jakarta Sans"/>
              <a:buChar char="●"/>
            </a:pP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Prebuilt DevOps Accelerators</a:t>
            </a: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for rapid deployment</a:t>
            </a:r>
            <a:endParaRPr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90170" lvl="0" marL="100584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700"/>
              <a:buFont typeface="Plus Jakarta Sans"/>
              <a:buChar char="●"/>
            </a:pP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Engineered bird IPs</a:t>
            </a: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to elevate customer delivery with Onix specialized expertise</a:t>
            </a:r>
            <a:endParaRPr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58" name="Google Shape;3158;p336"/>
          <p:cNvSpPr txBox="1"/>
          <p:nvPr/>
        </p:nvSpPr>
        <p:spPr>
          <a:xfrm>
            <a:off x="149975" y="1329795"/>
            <a:ext cx="1655100" cy="10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-90170" lvl="0" marL="10058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Plus Jakarta Sans"/>
              <a:buChar char="●"/>
            </a:pPr>
            <a:r>
              <a:rPr b="1" lang="en" sz="700">
                <a:latin typeface="Plus Jakarta Sans"/>
                <a:ea typeface="Plus Jakarta Sans"/>
                <a:cs typeface="Plus Jakarta Sans"/>
                <a:sym typeface="Plus Jakarta Sans"/>
              </a:rPr>
              <a:t>Reusable libraries and playbooks</a:t>
            </a:r>
            <a:r>
              <a:rPr lang="en" sz="700">
                <a:latin typeface="Plus Jakarta Sans"/>
                <a:ea typeface="Plus Jakarta Sans"/>
                <a:cs typeface="Plus Jakarta Sans"/>
                <a:sym typeface="Plus Jakarta Sans"/>
              </a:rPr>
              <a:t> to Accelerate time to value</a:t>
            </a:r>
            <a:endParaRPr b="1" sz="700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90170" lvl="0" marL="100584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Plus Jakarta Sans"/>
              <a:buChar char="●"/>
            </a:pPr>
            <a:r>
              <a:rPr b="1" lang="en" sz="7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Onix Swift Migrator</a:t>
            </a:r>
            <a:r>
              <a:rPr lang="en" sz="7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for </a:t>
            </a:r>
            <a:r>
              <a:rPr lang="en" sz="700">
                <a:latin typeface="Plus Jakarta Sans"/>
                <a:ea typeface="Plus Jakarta Sans"/>
                <a:cs typeface="Plus Jakarta Sans"/>
                <a:sym typeface="Plus Jakarta Sans"/>
              </a:rPr>
              <a:t>containerization</a:t>
            </a:r>
            <a:endParaRPr sz="700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90170" lvl="0" marL="100584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700"/>
              <a:buFont typeface="Plus Jakarta Sans"/>
              <a:buChar char="●"/>
            </a:pPr>
            <a:r>
              <a:rPr b="1"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Raven IP </a:t>
            </a:r>
            <a:r>
              <a:rPr lang="en" sz="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 Application Code conversion</a:t>
            </a:r>
            <a:endParaRPr sz="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59" name="Google Shape;3159;p336"/>
          <p:cNvSpPr/>
          <p:nvPr/>
        </p:nvSpPr>
        <p:spPr>
          <a:xfrm rot="-2554063">
            <a:off x="7245104" y="-320015"/>
            <a:ext cx="829760" cy="717657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3049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60" name="Google Shape;3160;p336"/>
          <p:cNvSpPr/>
          <p:nvPr/>
        </p:nvSpPr>
        <p:spPr>
          <a:xfrm rot="6655280">
            <a:off x="8531888" y="4789488"/>
            <a:ext cx="148704" cy="115556"/>
          </a:xfrm>
          <a:prstGeom prst="triangle">
            <a:avLst>
              <a:gd fmla="val 50000" name="adj"/>
            </a:avLst>
          </a:prstGeom>
          <a:solidFill>
            <a:srgbClr val="874D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161" name="Google Shape;3161;p33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3249311">
            <a:off x="135730" y="4013444"/>
            <a:ext cx="294630" cy="294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5" name="Shape 3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6" name="Google Shape;3166;p337"/>
          <p:cNvSpPr/>
          <p:nvPr/>
        </p:nvSpPr>
        <p:spPr>
          <a:xfrm>
            <a:off x="4672075" y="4528950"/>
            <a:ext cx="575400" cy="5754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67" name="Google Shape;3167;p337"/>
          <p:cNvSpPr txBox="1"/>
          <p:nvPr/>
        </p:nvSpPr>
        <p:spPr>
          <a:xfrm>
            <a:off x="320175" y="251300"/>
            <a:ext cx="3518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Onix </a:t>
            </a:r>
            <a:r>
              <a:rPr b="1" lang="en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Differentiators</a:t>
            </a:r>
            <a:endParaRPr b="1"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168" name="Google Shape;3168;p3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11271">
            <a:off x="6193543" y="-263153"/>
            <a:ext cx="1051810" cy="1051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9" name="Google Shape;3169;p3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249311">
            <a:off x="8616380" y="4750544"/>
            <a:ext cx="294630" cy="294614"/>
          </a:xfrm>
          <a:prstGeom prst="rect">
            <a:avLst/>
          </a:prstGeom>
          <a:noFill/>
          <a:ln>
            <a:noFill/>
          </a:ln>
        </p:spPr>
      </p:pic>
      <p:sp>
        <p:nvSpPr>
          <p:cNvPr id="3170" name="Google Shape;3170;p337"/>
          <p:cNvSpPr/>
          <p:nvPr/>
        </p:nvSpPr>
        <p:spPr>
          <a:xfrm>
            <a:off x="6763850" y="1012918"/>
            <a:ext cx="2037600" cy="2814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37150" spcFirstLastPara="1" rIns="137150" wrap="square" tIns="45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0496D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3171" name="Google Shape;3171;p337"/>
          <p:cNvSpPr/>
          <p:nvPr/>
        </p:nvSpPr>
        <p:spPr>
          <a:xfrm>
            <a:off x="7554054" y="744688"/>
            <a:ext cx="457200" cy="457200"/>
          </a:xfrm>
          <a:prstGeom prst="ellipse">
            <a:avLst/>
          </a:prstGeom>
          <a:solidFill>
            <a:srgbClr val="874D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2" name="Google Shape;3172;p337"/>
          <p:cNvSpPr/>
          <p:nvPr/>
        </p:nvSpPr>
        <p:spPr>
          <a:xfrm>
            <a:off x="4626979" y="1007808"/>
            <a:ext cx="2006100" cy="28152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37150" spcFirstLastPara="1" rIns="137150" wrap="square" tIns="4572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173" name="Google Shape;3173;p337"/>
          <p:cNvSpPr/>
          <p:nvPr/>
        </p:nvSpPr>
        <p:spPr>
          <a:xfrm>
            <a:off x="5405991" y="744552"/>
            <a:ext cx="457200" cy="457200"/>
          </a:xfrm>
          <a:prstGeom prst="ellipse">
            <a:avLst/>
          </a:prstGeom>
          <a:solidFill>
            <a:srgbClr val="FEED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4" name="Google Shape;3174;p337"/>
          <p:cNvSpPr/>
          <p:nvPr/>
        </p:nvSpPr>
        <p:spPr>
          <a:xfrm>
            <a:off x="2467714" y="999685"/>
            <a:ext cx="2037600" cy="2814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37150" spcFirstLastPara="1" rIns="137150" wrap="square" tIns="45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0496D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3175" name="Google Shape;3175;p337"/>
          <p:cNvSpPr/>
          <p:nvPr/>
        </p:nvSpPr>
        <p:spPr>
          <a:xfrm>
            <a:off x="3202966" y="719090"/>
            <a:ext cx="457200" cy="457200"/>
          </a:xfrm>
          <a:prstGeom prst="ellipse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6" name="Google Shape;3176;p337"/>
          <p:cNvSpPr/>
          <p:nvPr/>
        </p:nvSpPr>
        <p:spPr>
          <a:xfrm>
            <a:off x="316625" y="994575"/>
            <a:ext cx="2006100" cy="28152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37150" spcFirstLastPara="1" rIns="137150" wrap="square" tIns="4572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177" name="Google Shape;3177;p337"/>
          <p:cNvSpPr/>
          <p:nvPr/>
        </p:nvSpPr>
        <p:spPr>
          <a:xfrm>
            <a:off x="1093025" y="744548"/>
            <a:ext cx="453300" cy="453300"/>
          </a:xfrm>
          <a:prstGeom prst="ellipse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8" name="Google Shape;3178;p337"/>
          <p:cNvSpPr txBox="1"/>
          <p:nvPr/>
        </p:nvSpPr>
        <p:spPr>
          <a:xfrm>
            <a:off x="316637" y="1176300"/>
            <a:ext cx="200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Business Value</a:t>
            </a:r>
            <a:endParaRPr>
              <a:solidFill>
                <a:srgbClr val="434343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179" name="Google Shape;3179;p337"/>
          <p:cNvSpPr txBox="1"/>
          <p:nvPr/>
        </p:nvSpPr>
        <p:spPr>
          <a:xfrm>
            <a:off x="2467725" y="1176300"/>
            <a:ext cx="20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IP &amp; Accelerators</a:t>
            </a:r>
            <a:endParaRPr>
              <a:solidFill>
                <a:srgbClr val="434343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180" name="Google Shape;3180;p337"/>
          <p:cNvSpPr txBox="1"/>
          <p:nvPr/>
        </p:nvSpPr>
        <p:spPr>
          <a:xfrm>
            <a:off x="4653839" y="1176300"/>
            <a:ext cx="19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Our People</a:t>
            </a:r>
            <a:endParaRPr>
              <a:solidFill>
                <a:srgbClr val="434343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181" name="Google Shape;3181;p337"/>
          <p:cNvSpPr txBox="1"/>
          <p:nvPr/>
        </p:nvSpPr>
        <p:spPr>
          <a:xfrm>
            <a:off x="6806458" y="1176300"/>
            <a:ext cx="19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Our Expertise</a:t>
            </a:r>
            <a:endParaRPr>
              <a:solidFill>
                <a:srgbClr val="434343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pic>
        <p:nvPicPr>
          <p:cNvPr id="3182" name="Google Shape;3182;p3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2199" y="833728"/>
            <a:ext cx="274950" cy="27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3" name="Google Shape;3183;p3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94414" y="810538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4" name="Google Shape;3184;p3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14350" y="836138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5" name="Google Shape;3185;p3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58639" y="83613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86" name="Google Shape;3186;p337"/>
          <p:cNvSpPr txBox="1"/>
          <p:nvPr/>
        </p:nvSpPr>
        <p:spPr>
          <a:xfrm>
            <a:off x="359537" y="1485612"/>
            <a:ext cx="1920300" cy="23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8275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Fast paced Migration Factory with </a:t>
            </a: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~400 assets per week guaranteed </a:t>
            </a:r>
            <a:endParaRPr b="1" sz="1000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168275" lvl="0" marL="1714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Near </a:t>
            </a: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Downtime for migration</a:t>
            </a: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using Onix IPs  </a:t>
            </a:r>
            <a:endParaRPr sz="1000">
              <a:solidFill>
                <a:srgbClr val="43434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-168275" lvl="0" marL="1714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Guaranteed </a:t>
            </a: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outcomes for KPIs</a:t>
            </a: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which matter</a:t>
            </a:r>
            <a:endParaRPr sz="1000">
              <a:solidFill>
                <a:srgbClr val="43434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-168275" lvl="0" marL="17145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“</a:t>
            </a: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Automation First</a:t>
            </a: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” approach to Accelerate time to value </a:t>
            </a:r>
            <a:endParaRPr sz="1000">
              <a:solidFill>
                <a:srgbClr val="43434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187" name="Google Shape;3187;p337"/>
          <p:cNvSpPr txBox="1"/>
          <p:nvPr/>
        </p:nvSpPr>
        <p:spPr>
          <a:xfrm>
            <a:off x="4669889" y="1485612"/>
            <a:ext cx="1920300" cy="23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8275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Ex-Googlers, Ex-AWS, Ex-Microsoft </a:t>
            </a: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with rich experience in Migration &amp; Modernization</a:t>
            </a:r>
            <a:endParaRPr b="1" sz="1000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168275" lvl="0" marL="17145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Experienced </a:t>
            </a: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Industry &amp; large Enterprise hires</a:t>
            </a:r>
            <a:endParaRPr b="1" sz="1000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168275" lvl="0" marL="17145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Center of Excellence </a:t>
            </a: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and global delivery </a:t>
            </a:r>
            <a:endParaRPr sz="1000">
              <a:solidFill>
                <a:srgbClr val="43434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-168275" lvl="0" marL="17145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Flawlessly migrated over 1M+ assets</a:t>
            </a: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by our experts</a:t>
            </a:r>
            <a:endParaRPr sz="1000">
              <a:solidFill>
                <a:srgbClr val="43434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188" name="Google Shape;3188;p337"/>
          <p:cNvSpPr txBox="1"/>
          <p:nvPr/>
        </p:nvSpPr>
        <p:spPr>
          <a:xfrm>
            <a:off x="6822508" y="1485612"/>
            <a:ext cx="1920300" cy="23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8275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Leading Google AI Partner with over </a:t>
            </a: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200+ Infra projects in production</a:t>
            </a:r>
            <a:endParaRPr b="1" sz="1000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168275" lvl="0" marL="17145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Alpha</a:t>
            </a: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Early Adopter and Launch partner for Google</a:t>
            </a: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: </a:t>
            </a:r>
            <a:r>
              <a:rPr lang="en" sz="8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DC Takeout, IaC</a:t>
            </a:r>
            <a:endParaRPr sz="800">
              <a:solidFill>
                <a:srgbClr val="43434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-168275" lvl="0" marL="17145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Industry recognition for </a:t>
            </a: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driving thought leadership in Infra as Code</a:t>
            </a:r>
            <a:endParaRPr b="1" sz="1000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89" name="Google Shape;3189;p337"/>
          <p:cNvSpPr txBox="1"/>
          <p:nvPr/>
        </p:nvSpPr>
        <p:spPr>
          <a:xfrm>
            <a:off x="2526375" y="1485612"/>
            <a:ext cx="1920300" cy="23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8275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Onix Wingspan Platform </a:t>
            </a: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with Patented Accelerators</a:t>
            </a:r>
            <a:endParaRPr sz="1000">
              <a:solidFill>
                <a:srgbClr val="43434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-168275" lvl="0" marL="1714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Agentic AI </a:t>
            </a: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for Intelligent Ops across on-premise + edge + cloud</a:t>
            </a:r>
            <a:endParaRPr sz="1000">
              <a:solidFill>
                <a:srgbClr val="43434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-168275" lvl="0" marL="1714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Swift Cloud Migrator </a:t>
            </a: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for Zero Touch Migrations</a:t>
            </a:r>
            <a:endParaRPr sz="1000">
              <a:solidFill>
                <a:srgbClr val="43434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-168275" lvl="0" marL="17145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Swift Migrator </a:t>
            </a: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for ISV to Cloud Native Monitoring</a:t>
            </a:r>
            <a:endParaRPr sz="1000">
              <a:solidFill>
                <a:srgbClr val="43434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pic>
        <p:nvPicPr>
          <p:cNvPr id="3190" name="Google Shape;3190;p337"/>
          <p:cNvPicPr preferRelativeResize="0"/>
          <p:nvPr/>
        </p:nvPicPr>
        <p:blipFill rotWithShape="1">
          <a:blip r:embed="rId9">
            <a:alphaModFix/>
          </a:blip>
          <a:srcRect b="0" l="33874" r="33957" t="0"/>
          <a:stretch/>
        </p:blipFill>
        <p:spPr>
          <a:xfrm>
            <a:off x="3823393" y="4496596"/>
            <a:ext cx="679068" cy="640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1" name="Google Shape;3191;p33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081752" y="4539871"/>
            <a:ext cx="570442" cy="553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2" name="Google Shape;3192;p33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279251" y="3927005"/>
            <a:ext cx="570442" cy="553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3" name="Google Shape;3193;p33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52174" y="3904024"/>
            <a:ext cx="1137627" cy="110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4" name="Google Shape;3194;p33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674579" y="3900365"/>
            <a:ext cx="570445" cy="553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5" name="Google Shape;3195;p33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080845" y="3900376"/>
            <a:ext cx="570442" cy="553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6" name="Google Shape;3196;p33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279251" y="4533062"/>
            <a:ext cx="570451" cy="57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7" name="Google Shape;3197;p33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882432" y="3923667"/>
            <a:ext cx="561001" cy="560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8" name="Google Shape;3198;p33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229945" y="3923091"/>
            <a:ext cx="798431" cy="1194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9" name="Google Shape;3199;p33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503725" y="3923816"/>
            <a:ext cx="798456" cy="119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0" name="Google Shape;3200;p337"/>
          <p:cNvPicPr preferRelativeResize="0"/>
          <p:nvPr/>
        </p:nvPicPr>
        <p:blipFill rotWithShape="1">
          <a:blip r:embed="rId19">
            <a:alphaModFix/>
          </a:blip>
          <a:srcRect b="0" l="0" r="1390" t="3241"/>
          <a:stretch/>
        </p:blipFill>
        <p:spPr>
          <a:xfrm>
            <a:off x="6335450" y="3916140"/>
            <a:ext cx="850537" cy="1260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1" name="Google Shape;3201;p337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4673652" y="4531449"/>
            <a:ext cx="570450" cy="57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5" name="Shape 3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6" name="Google Shape;3206;p338"/>
          <p:cNvSpPr txBox="1"/>
          <p:nvPr/>
        </p:nvSpPr>
        <p:spPr>
          <a:xfrm>
            <a:off x="320175" y="251300"/>
            <a:ext cx="3518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Onix </a:t>
            </a:r>
            <a:r>
              <a:rPr b="1" lang="en" sz="24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Differentiators</a:t>
            </a:r>
            <a:endParaRPr b="1" sz="24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207" name="Google Shape;3207;p3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11271">
            <a:off x="6193543" y="-263153"/>
            <a:ext cx="1051810" cy="1051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8" name="Google Shape;3208;p338"/>
          <p:cNvPicPr preferRelativeResize="0"/>
          <p:nvPr/>
        </p:nvPicPr>
        <p:blipFill rotWithShape="1">
          <a:blip r:embed="rId4">
            <a:alphaModFix/>
          </a:blip>
          <a:srcRect b="9050" l="15607" r="5046" t="7156"/>
          <a:stretch/>
        </p:blipFill>
        <p:spPr>
          <a:xfrm rot="-409406">
            <a:off x="2340830" y="4582536"/>
            <a:ext cx="245843" cy="259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9" name="Google Shape;3209;p3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3249311">
            <a:off x="8616380" y="4750544"/>
            <a:ext cx="294630" cy="294614"/>
          </a:xfrm>
          <a:prstGeom prst="rect">
            <a:avLst/>
          </a:prstGeom>
          <a:noFill/>
          <a:ln>
            <a:noFill/>
          </a:ln>
        </p:spPr>
      </p:pic>
      <p:sp>
        <p:nvSpPr>
          <p:cNvPr id="3210" name="Google Shape;3210;p338"/>
          <p:cNvSpPr/>
          <p:nvPr/>
        </p:nvSpPr>
        <p:spPr>
          <a:xfrm>
            <a:off x="6763850" y="1012918"/>
            <a:ext cx="2037600" cy="2814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37150" spcFirstLastPara="1" rIns="137150" wrap="square" tIns="45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0496D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3211" name="Google Shape;3211;p338"/>
          <p:cNvSpPr/>
          <p:nvPr/>
        </p:nvSpPr>
        <p:spPr>
          <a:xfrm>
            <a:off x="7554054" y="744688"/>
            <a:ext cx="457200" cy="457200"/>
          </a:xfrm>
          <a:prstGeom prst="ellipse">
            <a:avLst/>
          </a:prstGeom>
          <a:solidFill>
            <a:srgbClr val="874D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2" name="Google Shape;3212;p338"/>
          <p:cNvSpPr/>
          <p:nvPr/>
        </p:nvSpPr>
        <p:spPr>
          <a:xfrm>
            <a:off x="4626979" y="1007808"/>
            <a:ext cx="2006100" cy="28152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37150" spcFirstLastPara="1" rIns="137150" wrap="square" tIns="4572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13" name="Google Shape;3213;p338"/>
          <p:cNvSpPr/>
          <p:nvPr/>
        </p:nvSpPr>
        <p:spPr>
          <a:xfrm>
            <a:off x="5405991" y="744552"/>
            <a:ext cx="457200" cy="457200"/>
          </a:xfrm>
          <a:prstGeom prst="ellipse">
            <a:avLst/>
          </a:prstGeom>
          <a:solidFill>
            <a:srgbClr val="FEED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4" name="Google Shape;3214;p338"/>
          <p:cNvSpPr/>
          <p:nvPr/>
        </p:nvSpPr>
        <p:spPr>
          <a:xfrm>
            <a:off x="2467714" y="999685"/>
            <a:ext cx="2037600" cy="2814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37150" spcFirstLastPara="1" rIns="137150" wrap="square" tIns="45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0496D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3215" name="Google Shape;3215;p338"/>
          <p:cNvSpPr/>
          <p:nvPr/>
        </p:nvSpPr>
        <p:spPr>
          <a:xfrm>
            <a:off x="3202966" y="719090"/>
            <a:ext cx="457200" cy="457200"/>
          </a:xfrm>
          <a:prstGeom prst="ellipse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6" name="Google Shape;3216;p338"/>
          <p:cNvSpPr/>
          <p:nvPr/>
        </p:nvSpPr>
        <p:spPr>
          <a:xfrm>
            <a:off x="316625" y="994575"/>
            <a:ext cx="2006100" cy="28152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37150" spcFirstLastPara="1" rIns="137150" wrap="square" tIns="4572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17" name="Google Shape;3217;p338"/>
          <p:cNvSpPr/>
          <p:nvPr/>
        </p:nvSpPr>
        <p:spPr>
          <a:xfrm>
            <a:off x="1093025" y="744548"/>
            <a:ext cx="453300" cy="453300"/>
          </a:xfrm>
          <a:prstGeom prst="ellipse">
            <a:avLst/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8" name="Google Shape;3218;p338"/>
          <p:cNvSpPr txBox="1"/>
          <p:nvPr/>
        </p:nvSpPr>
        <p:spPr>
          <a:xfrm>
            <a:off x="316637" y="1176300"/>
            <a:ext cx="200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Business Value</a:t>
            </a:r>
            <a:endParaRPr>
              <a:solidFill>
                <a:srgbClr val="434343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219" name="Google Shape;3219;p338"/>
          <p:cNvSpPr txBox="1"/>
          <p:nvPr/>
        </p:nvSpPr>
        <p:spPr>
          <a:xfrm>
            <a:off x="2467725" y="1176300"/>
            <a:ext cx="20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IP &amp; Accelerators</a:t>
            </a:r>
            <a:endParaRPr>
              <a:solidFill>
                <a:srgbClr val="434343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220" name="Google Shape;3220;p338"/>
          <p:cNvSpPr txBox="1"/>
          <p:nvPr/>
        </p:nvSpPr>
        <p:spPr>
          <a:xfrm>
            <a:off x="4653839" y="1176300"/>
            <a:ext cx="19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Our People</a:t>
            </a:r>
            <a:endParaRPr>
              <a:solidFill>
                <a:srgbClr val="434343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221" name="Google Shape;3221;p338"/>
          <p:cNvSpPr txBox="1"/>
          <p:nvPr/>
        </p:nvSpPr>
        <p:spPr>
          <a:xfrm>
            <a:off x="6806458" y="1176300"/>
            <a:ext cx="19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Our Expertise</a:t>
            </a:r>
            <a:endParaRPr>
              <a:solidFill>
                <a:srgbClr val="434343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pic>
        <p:nvPicPr>
          <p:cNvPr id="3222" name="Google Shape;3222;p3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82199" y="833728"/>
            <a:ext cx="274950" cy="27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3" name="Google Shape;3223;p3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94414" y="810538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4" name="Google Shape;3224;p3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14350" y="836138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5" name="Google Shape;3225;p33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58639" y="83613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26" name="Google Shape;3226;p338"/>
          <p:cNvSpPr txBox="1"/>
          <p:nvPr/>
        </p:nvSpPr>
        <p:spPr>
          <a:xfrm>
            <a:off x="359537" y="1485612"/>
            <a:ext cx="1920300" cy="23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8275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Rapid Innovation and time to market using </a:t>
            </a: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first approach</a:t>
            </a:r>
            <a:endParaRPr b="1" sz="1000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168275" lvl="0" marL="1714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Everything as a Service (XaaS)</a:t>
            </a: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approach for cloud native applications</a:t>
            </a:r>
            <a:endParaRPr sz="1000">
              <a:solidFill>
                <a:srgbClr val="43434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-168275" lvl="0" marL="1714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Guaranteed </a:t>
            </a: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outcomes for KPIs</a:t>
            </a: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which matter</a:t>
            </a:r>
            <a:endParaRPr sz="1000">
              <a:solidFill>
                <a:srgbClr val="43434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-168275" lvl="0" marL="17145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“</a:t>
            </a: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Reusable libraries</a:t>
            </a: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” to Accelerate time to value </a:t>
            </a:r>
            <a:endParaRPr sz="1000">
              <a:solidFill>
                <a:srgbClr val="43434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227" name="Google Shape;3227;p338"/>
          <p:cNvSpPr txBox="1"/>
          <p:nvPr/>
        </p:nvSpPr>
        <p:spPr>
          <a:xfrm>
            <a:off x="2526375" y="1485612"/>
            <a:ext cx="19203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8275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Onix Wingspan Platform </a:t>
            </a: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with Patented Accelerators</a:t>
            </a:r>
            <a:endParaRPr sz="1000">
              <a:solidFill>
                <a:srgbClr val="43434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-168275" lvl="0" marL="1714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Agentic AI </a:t>
            </a: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for Intelligent Ops across applications</a:t>
            </a:r>
            <a:endParaRPr sz="1000">
              <a:solidFill>
                <a:srgbClr val="43434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-168275" lvl="0" marL="1714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Swift Launchpad </a:t>
            </a: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for</a:t>
            </a: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modern software delivery</a:t>
            </a: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endParaRPr sz="1000">
              <a:solidFill>
                <a:srgbClr val="43434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-168275" lvl="0" marL="17145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Raven IP </a:t>
            </a: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for Application code conversion </a:t>
            </a:r>
            <a:endParaRPr sz="1000">
              <a:solidFill>
                <a:srgbClr val="43434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228" name="Google Shape;3228;p338"/>
          <p:cNvSpPr txBox="1"/>
          <p:nvPr/>
        </p:nvSpPr>
        <p:spPr>
          <a:xfrm>
            <a:off x="4669900" y="1485612"/>
            <a:ext cx="2006100" cy="21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8275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Ex-Googlers, Ex-AWS, Ex-Microsoft </a:t>
            </a: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with rich experience in Application Modernization</a:t>
            </a:r>
            <a:endParaRPr b="1" sz="1000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168275" lvl="0" marL="17145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Experienced </a:t>
            </a: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Industry &amp; large Enterprise hires</a:t>
            </a:r>
            <a:endParaRPr b="1" sz="1000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168275" lvl="0" marL="17145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Center of Excellence </a:t>
            </a: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and global delivery </a:t>
            </a:r>
            <a:endParaRPr sz="1000">
              <a:solidFill>
                <a:srgbClr val="43434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950">
              <a:solidFill>
                <a:srgbClr val="43434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229" name="Google Shape;3229;p338"/>
          <p:cNvSpPr txBox="1"/>
          <p:nvPr/>
        </p:nvSpPr>
        <p:spPr>
          <a:xfrm>
            <a:off x="6822508" y="1485612"/>
            <a:ext cx="1920300" cy="21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8275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Leading Google AI Partner with over </a:t>
            </a: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200+ Infra projects in production</a:t>
            </a:r>
            <a:endParaRPr b="1" sz="1000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168275" lvl="0" marL="17145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Specialized Partner</a:t>
            </a: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for Application Development</a:t>
            </a:r>
            <a:endParaRPr sz="800">
              <a:solidFill>
                <a:srgbClr val="43434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-168275" lvl="0" marL="17145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Plus Jakarta Sans Medium"/>
              <a:buChar char="●"/>
            </a:pPr>
            <a:r>
              <a:rPr lang="en" sz="1000">
                <a:solidFill>
                  <a:srgbClr val="43434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Industry recognition for </a:t>
            </a:r>
            <a:r>
              <a:rPr b="1" lang="en" sz="1000">
                <a:solidFill>
                  <a:srgbClr val="4343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driving thought leadership in Security as Code</a:t>
            </a:r>
            <a:endParaRPr b="1" sz="1000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230" name="Google Shape;3230;p33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96223" y="3904326"/>
            <a:ext cx="1196051" cy="1160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1" name="Google Shape;3231;p338"/>
          <p:cNvPicPr preferRelativeResize="0"/>
          <p:nvPr/>
        </p:nvPicPr>
        <p:blipFill rotWithShape="1">
          <a:blip r:embed="rId11">
            <a:alphaModFix/>
          </a:blip>
          <a:srcRect b="0" l="33874" r="33957" t="0"/>
          <a:stretch/>
        </p:blipFill>
        <p:spPr>
          <a:xfrm>
            <a:off x="3823393" y="4496596"/>
            <a:ext cx="679068" cy="640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2" name="Google Shape;3232;p33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081752" y="4539871"/>
            <a:ext cx="570442" cy="553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3" name="Google Shape;3233;p33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299975" y="3921134"/>
            <a:ext cx="570450" cy="553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4" name="Google Shape;3234;p338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674579" y="3900365"/>
            <a:ext cx="570445" cy="553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5" name="Google Shape;3235;p33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080845" y="3900376"/>
            <a:ext cx="570442" cy="553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6" name="Google Shape;3236;p338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279251" y="4533062"/>
            <a:ext cx="570451" cy="57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7" name="Google Shape;3237;p338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882432" y="3923667"/>
            <a:ext cx="561001" cy="560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8" name="Google Shape;3238;p338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229945" y="3923091"/>
            <a:ext cx="798431" cy="1194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9" name="Google Shape;3239;p33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503725" y="3923816"/>
            <a:ext cx="798456" cy="119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0" name="Google Shape;3240;p338"/>
          <p:cNvPicPr preferRelativeResize="0"/>
          <p:nvPr/>
        </p:nvPicPr>
        <p:blipFill rotWithShape="1">
          <a:blip r:embed="rId20">
            <a:alphaModFix/>
          </a:blip>
          <a:srcRect b="0" l="0" r="1390" t="3241"/>
          <a:stretch/>
        </p:blipFill>
        <p:spPr>
          <a:xfrm>
            <a:off x="6335450" y="3916140"/>
            <a:ext cx="850537" cy="12608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41" name="Google Shape;3241;p338"/>
          <p:cNvGrpSpPr/>
          <p:nvPr/>
        </p:nvGrpSpPr>
        <p:grpSpPr>
          <a:xfrm>
            <a:off x="4672075" y="4528950"/>
            <a:ext cx="575400" cy="575400"/>
            <a:chOff x="4672075" y="4528950"/>
            <a:chExt cx="575400" cy="575400"/>
          </a:xfrm>
        </p:grpSpPr>
        <p:sp>
          <p:nvSpPr>
            <p:cNvPr id="3242" name="Google Shape;3242;p338"/>
            <p:cNvSpPr/>
            <p:nvPr/>
          </p:nvSpPr>
          <p:spPr>
            <a:xfrm>
              <a:off x="4672075" y="4528950"/>
              <a:ext cx="575400" cy="5754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pic>
          <p:nvPicPr>
            <p:cNvPr id="3243" name="Google Shape;3243;p338"/>
            <p:cNvPicPr preferRelativeResize="0"/>
            <p:nvPr/>
          </p:nvPicPr>
          <p:blipFill>
            <a:blip r:embed="rId21">
              <a:alphaModFix/>
            </a:blip>
            <a:stretch>
              <a:fillRect/>
            </a:stretch>
          </p:blipFill>
          <p:spPr>
            <a:xfrm>
              <a:off x="4673652" y="4531449"/>
              <a:ext cx="570450" cy="5704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7" name="Shape 3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8" name="Google Shape;3248;p339"/>
          <p:cNvSpPr txBox="1"/>
          <p:nvPr>
            <p:ph type="title"/>
          </p:nvPr>
        </p:nvSpPr>
        <p:spPr>
          <a:xfrm>
            <a:off x="235500" y="16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Our Understanding</a:t>
            </a:r>
            <a:endParaRPr sz="2200"/>
          </a:p>
        </p:txBody>
      </p:sp>
      <p:sp>
        <p:nvSpPr>
          <p:cNvPr id="3249" name="Google Shape;3249;p339"/>
          <p:cNvSpPr txBox="1"/>
          <p:nvPr/>
        </p:nvSpPr>
        <p:spPr>
          <a:xfrm>
            <a:off x="4664000" y="1126600"/>
            <a:ext cx="4114800" cy="3593700"/>
          </a:xfrm>
          <a:prstGeom prst="rect">
            <a:avLst/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Plus Jakarta Sans"/>
              <a:buChar char="●"/>
            </a:pPr>
            <a:r>
              <a:rPr lang="en" sz="900">
                <a:latin typeface="Plus Jakarta Sans"/>
                <a:ea typeface="Plus Jakarta Sans"/>
                <a:cs typeface="Plus Jakarta Sans"/>
                <a:sym typeface="Plus Jakarta Sans"/>
              </a:rPr>
              <a:t>xxxx.</a:t>
            </a:r>
            <a:endParaRPr sz="9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Plus Jakarta Sans"/>
              <a:buChar char="●"/>
            </a:pPr>
            <a:r>
              <a:t/>
            </a:r>
            <a:endParaRPr sz="9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50" name="Google Shape;3250;p339"/>
          <p:cNvSpPr txBox="1"/>
          <p:nvPr/>
        </p:nvSpPr>
        <p:spPr>
          <a:xfrm>
            <a:off x="4664000" y="785800"/>
            <a:ext cx="4114800" cy="340800"/>
          </a:xfrm>
          <a:prstGeom prst="rect">
            <a:avLst/>
          </a:prstGeom>
          <a:solidFill>
            <a:srgbClr val="F46262"/>
          </a:solidFill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 Scope</a:t>
            </a:r>
            <a:endParaRPr b="1" sz="10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51" name="Google Shape;3251;p339"/>
          <p:cNvSpPr txBox="1"/>
          <p:nvPr/>
        </p:nvSpPr>
        <p:spPr>
          <a:xfrm>
            <a:off x="365200" y="1126600"/>
            <a:ext cx="4114800" cy="3596700"/>
          </a:xfrm>
          <a:prstGeom prst="rect">
            <a:avLst/>
          </a:prstGeom>
          <a:noFill/>
          <a:ln cap="flat" cmpd="sng" w="9525">
            <a:solidFill>
              <a:srgbClr val="3049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lus Jakarta Sans"/>
              <a:buChar char="●"/>
            </a:pPr>
            <a:r>
              <a:rPr lang="en" sz="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xxx: </a:t>
            </a:r>
            <a:r>
              <a:rPr b="1" lang="en" sz="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yyyy</a:t>
            </a:r>
            <a:r>
              <a:rPr lang="en" sz="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distributed across </a:t>
            </a:r>
            <a:r>
              <a:rPr b="1" lang="en" sz="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two on-premises data centers</a:t>
            </a:r>
            <a:r>
              <a:rPr lang="en" sz="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lus Jakarta Sans"/>
              <a:buChar char="●"/>
            </a:pPr>
            <a:r>
              <a:t/>
            </a:r>
            <a:endParaRPr b="1" sz="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52" name="Google Shape;3252;p339"/>
          <p:cNvSpPr txBox="1"/>
          <p:nvPr/>
        </p:nvSpPr>
        <p:spPr>
          <a:xfrm>
            <a:off x="365200" y="785800"/>
            <a:ext cx="4114800" cy="340800"/>
          </a:xfrm>
          <a:prstGeom prst="rect">
            <a:avLst/>
          </a:prstGeom>
          <a:solidFill>
            <a:srgbClr val="30496D"/>
          </a:solidFill>
          <a:ln cap="flat" cmpd="sng" w="9525">
            <a:solidFill>
              <a:srgbClr val="3049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Current Landscape</a:t>
            </a:r>
            <a:endParaRPr b="1" sz="10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6" name="Shape 3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7" name="Google Shape;3257;p340"/>
          <p:cNvSpPr txBox="1"/>
          <p:nvPr>
            <p:ph type="title"/>
          </p:nvPr>
        </p:nvSpPr>
        <p:spPr>
          <a:xfrm>
            <a:off x="235500" y="16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Out of Scope &amp; Assumptions</a:t>
            </a:r>
            <a:endParaRPr sz="2200"/>
          </a:p>
        </p:txBody>
      </p:sp>
      <p:sp>
        <p:nvSpPr>
          <p:cNvPr id="3258" name="Google Shape;3258;p340"/>
          <p:cNvSpPr txBox="1"/>
          <p:nvPr/>
        </p:nvSpPr>
        <p:spPr>
          <a:xfrm>
            <a:off x="4664000" y="1126600"/>
            <a:ext cx="4114800" cy="35937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lus Jakarta Sans Light"/>
              <a:buChar char="●"/>
            </a:pPr>
            <a:r>
              <a:rPr lang="en" sz="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xxxx</a:t>
            </a:r>
            <a:r>
              <a:rPr lang="en" sz="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Plus Jakarta Sans"/>
              <a:buChar char="●"/>
            </a:pPr>
            <a:r>
              <a:t/>
            </a:r>
            <a:endParaRPr sz="9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59" name="Google Shape;3259;p340"/>
          <p:cNvSpPr txBox="1"/>
          <p:nvPr/>
        </p:nvSpPr>
        <p:spPr>
          <a:xfrm>
            <a:off x="4664000" y="785800"/>
            <a:ext cx="4114800" cy="340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Assumptions</a:t>
            </a:r>
            <a:endParaRPr b="1" sz="10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60" name="Google Shape;3260;p340"/>
          <p:cNvSpPr txBox="1"/>
          <p:nvPr/>
        </p:nvSpPr>
        <p:spPr>
          <a:xfrm>
            <a:off x="365200" y="1126600"/>
            <a:ext cx="4114800" cy="3596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lus Jakarta Sans Light"/>
              <a:buChar char="●"/>
            </a:pPr>
            <a:r>
              <a:rPr lang="en" sz="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xxxx</a:t>
            </a:r>
            <a:r>
              <a:rPr lang="en" sz="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lus Jakarta Sans Light"/>
              <a:buChar char="●"/>
            </a:pPr>
            <a:r>
              <a:t/>
            </a:r>
            <a:endParaRPr sz="9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61" name="Google Shape;3261;p340"/>
          <p:cNvSpPr txBox="1"/>
          <p:nvPr/>
        </p:nvSpPr>
        <p:spPr>
          <a:xfrm>
            <a:off x="365200" y="785800"/>
            <a:ext cx="4114800" cy="340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Out of Scope</a:t>
            </a:r>
            <a:endParaRPr b="1" sz="10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5" name="Shape 3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" name="Google Shape;3266;p341"/>
          <p:cNvSpPr txBox="1"/>
          <p:nvPr>
            <p:ph type="title"/>
          </p:nvPr>
        </p:nvSpPr>
        <p:spPr>
          <a:xfrm>
            <a:off x="235500" y="16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Migration Volumetrics</a:t>
            </a:r>
            <a:endParaRPr sz="2200"/>
          </a:p>
        </p:txBody>
      </p:sp>
      <p:graphicFrame>
        <p:nvGraphicFramePr>
          <p:cNvPr id="3267" name="Google Shape;3267;p341"/>
          <p:cNvGraphicFramePr/>
          <p:nvPr/>
        </p:nvGraphicFramePr>
        <p:xfrm>
          <a:off x="1558223" y="10100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{43453C69-558F-42BC-B4CA-FD2DB228F3E4}</a:tableStyleId>
              </a:tblPr>
              <a:tblGrid>
                <a:gridCol w="2196050"/>
                <a:gridCol w="3759125"/>
              </a:tblGrid>
              <a:tr h="292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GCP Service Name</a:t>
                      </a:r>
                      <a:endParaRPr b="1" sz="90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Volumetrics</a:t>
                      </a:r>
                      <a:endParaRPr b="1" sz="90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18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1" name="Shape 3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2" name="Google Shape;3272;p342"/>
          <p:cNvSpPr txBox="1"/>
          <p:nvPr>
            <p:ph type="title"/>
          </p:nvPr>
        </p:nvSpPr>
        <p:spPr>
          <a:xfrm>
            <a:off x="311700" y="16459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Project Timeline &amp; Cost</a:t>
            </a:r>
            <a:endParaRPr sz="2200"/>
          </a:p>
        </p:txBody>
      </p:sp>
      <p:graphicFrame>
        <p:nvGraphicFramePr>
          <p:cNvPr id="3273" name="Google Shape;3273;p342"/>
          <p:cNvGraphicFramePr/>
          <p:nvPr/>
        </p:nvGraphicFramePr>
        <p:xfrm>
          <a:off x="1235650" y="11155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{43453C69-558F-42BC-B4CA-FD2DB228F3E4}</a:tableStyleId>
              </a:tblPr>
              <a:tblGrid>
                <a:gridCol w="2398900"/>
                <a:gridCol w="553250"/>
                <a:gridCol w="553250"/>
                <a:gridCol w="553250"/>
                <a:gridCol w="553250"/>
                <a:gridCol w="553250"/>
                <a:gridCol w="553250"/>
                <a:gridCol w="553250"/>
                <a:gridCol w="553250"/>
              </a:tblGrid>
              <a:tr h="10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Workstream</a:t>
                      </a:r>
                      <a:endParaRPr b="1" sz="90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0" marL="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90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W1</a:t>
                      </a:r>
                      <a:endParaRPr b="1" sz="90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90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W2</a:t>
                      </a:r>
                      <a:endParaRPr b="1" sz="90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90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W3</a:t>
                      </a:r>
                      <a:endParaRPr b="1" sz="90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90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W4</a:t>
                      </a:r>
                      <a:endParaRPr b="1" sz="90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90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W5</a:t>
                      </a:r>
                      <a:endParaRPr b="1" sz="90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90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W6</a:t>
                      </a:r>
                      <a:endParaRPr b="1" sz="90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90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W7</a:t>
                      </a:r>
                      <a:endParaRPr b="1" sz="90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90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W8</a:t>
                      </a:r>
                      <a:endParaRPr b="1" i="1" sz="90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9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Scope </a:t>
                      </a:r>
                      <a:endParaRPr b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6857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6857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6857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6857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45700" marB="45700" marR="6857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00" marB="4570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74" name="Google Shape;3274;p342"/>
          <p:cNvGraphicFramePr/>
          <p:nvPr/>
        </p:nvGraphicFramePr>
        <p:xfrm>
          <a:off x="1234440" y="28620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{613A0997-6323-4278-BD82-C2A74B1DFADB}</a:tableStyleId>
              </a:tblPr>
              <a:tblGrid>
                <a:gridCol w="2175025"/>
                <a:gridCol w="2824450"/>
                <a:gridCol w="1821950"/>
              </a:tblGrid>
              <a:tr h="1665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Project</a:t>
                      </a:r>
                      <a:endParaRPr b="1" sz="900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Pricing ( USD)</a:t>
                      </a:r>
                      <a:endParaRPr b="1" sz="900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6262"/>
                    </a:solidFill>
                  </a:tcPr>
                </a:tc>
              </a:tr>
              <a:tr h="22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Azure to GCP Migration (Infra/App) + Security </a:t>
                      </a:r>
                      <a:endParaRPr b="1"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** Volumetrics are listed in 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  <a:hlinkClick action="ppaction://hlinksldjump" r:id="rId3"/>
                        </a:rPr>
                        <a:t>slide #9</a:t>
                      </a:r>
                      <a:endParaRPr sz="900">
                        <a:solidFill>
                          <a:schemeClr val="dk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$xxx,xxx</a:t>
                      </a:r>
                      <a:endParaRPr b="1"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95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Managed Services </a:t>
                      </a:r>
                      <a:r>
                        <a:rPr b="1" lang="en" sz="900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Optional Component (Not in scope currently and not priced)</a:t>
                      </a:r>
                      <a:endParaRPr b="1" sz="900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 hMerge="1"/>
                <a:tc hMerge="1"/>
              </a:tr>
              <a:tr h="158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FinOps</a:t>
                      </a:r>
                      <a:endParaRPr b="1" sz="900">
                        <a:solidFill>
                          <a:schemeClr val="dk2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CloudOps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XOps</a:t>
                      </a:r>
                      <a:endParaRPr b="1" sz="900">
                        <a:solidFill>
                          <a:schemeClr val="dk2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496D"/>
        </a:solidFill>
      </p:bgPr>
    </p:bg>
    <p:spTree>
      <p:nvGrpSpPr>
        <p:cNvPr id="3278" name="Shape 3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9" name="Google Shape;3279;p343"/>
          <p:cNvPicPr preferRelativeResize="0"/>
          <p:nvPr/>
        </p:nvPicPr>
        <p:blipFill rotWithShape="1">
          <a:blip r:embed="rId3">
            <a:alphaModFix/>
          </a:blip>
          <a:srcRect b="10802" l="0" r="1845" t="0"/>
          <a:stretch/>
        </p:blipFill>
        <p:spPr>
          <a:xfrm>
            <a:off x="3326700" y="3238475"/>
            <a:ext cx="5817298" cy="19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0" name="Google Shape;3280;p3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791" y="4303514"/>
            <a:ext cx="1054199" cy="419983"/>
          </a:xfrm>
          <a:prstGeom prst="rect">
            <a:avLst/>
          </a:prstGeom>
          <a:noFill/>
          <a:ln>
            <a:noFill/>
          </a:ln>
        </p:spPr>
      </p:pic>
      <p:sp>
        <p:nvSpPr>
          <p:cNvPr id="3281" name="Google Shape;3281;p343"/>
          <p:cNvSpPr txBox="1"/>
          <p:nvPr/>
        </p:nvSpPr>
        <p:spPr>
          <a:xfrm>
            <a:off x="433800" y="1284425"/>
            <a:ext cx="73524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Program and Governance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3282" name="Google Shape;3282;p343"/>
          <p:cNvSpPr/>
          <p:nvPr/>
        </p:nvSpPr>
        <p:spPr>
          <a:xfrm rot="2928450">
            <a:off x="5842391" y="3007818"/>
            <a:ext cx="491959" cy="425413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874D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83" name="Google Shape;3283;p343"/>
          <p:cNvSpPr/>
          <p:nvPr/>
        </p:nvSpPr>
        <p:spPr>
          <a:xfrm rot="-190790">
            <a:off x="7990617" y="1668944"/>
            <a:ext cx="367766" cy="318193"/>
          </a:xfrm>
          <a:prstGeom prst="triangle">
            <a:avLst>
              <a:gd fmla="val 50000" name="adj"/>
            </a:avLst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84" name="Google Shape;3284;p343"/>
          <p:cNvSpPr/>
          <p:nvPr/>
        </p:nvSpPr>
        <p:spPr>
          <a:xfrm rot="5928126">
            <a:off x="1093514" y="-232636"/>
            <a:ext cx="1121407" cy="970482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85" name="Google Shape;3285;p343"/>
          <p:cNvSpPr/>
          <p:nvPr/>
        </p:nvSpPr>
        <p:spPr>
          <a:xfrm rot="-188796">
            <a:off x="5470580" y="839943"/>
            <a:ext cx="229546" cy="19861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9" name="Shape 3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0" name="Google Shape;3290;p344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 Governance</a:t>
            </a:r>
            <a:endParaRPr/>
          </a:p>
        </p:txBody>
      </p:sp>
      <p:grpSp>
        <p:nvGrpSpPr>
          <p:cNvPr id="3291" name="Google Shape;3291;p344"/>
          <p:cNvGrpSpPr/>
          <p:nvPr/>
        </p:nvGrpSpPr>
        <p:grpSpPr>
          <a:xfrm>
            <a:off x="467555" y="4447979"/>
            <a:ext cx="1713719" cy="110415"/>
            <a:chOff x="3363295" y="2057938"/>
            <a:chExt cx="1905614" cy="117600"/>
          </a:xfrm>
        </p:grpSpPr>
        <p:sp>
          <p:nvSpPr>
            <p:cNvPr id="3292" name="Google Shape;3292;p344"/>
            <p:cNvSpPr/>
            <p:nvPr/>
          </p:nvSpPr>
          <p:spPr>
            <a:xfrm>
              <a:off x="3363295" y="2057938"/>
              <a:ext cx="117600" cy="117600"/>
            </a:xfrm>
            <a:prstGeom prst="ellipse">
              <a:avLst/>
            </a:prstGeom>
            <a:noFill/>
            <a:ln cap="flat" cmpd="sng" w="25400">
              <a:solidFill>
                <a:srgbClr val="5054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293" name="Google Shape;3293;p344"/>
            <p:cNvCxnSpPr>
              <a:stCxn id="3292" idx="6"/>
              <a:endCxn id="3294" idx="2"/>
            </p:cNvCxnSpPr>
            <p:nvPr/>
          </p:nvCxnSpPr>
          <p:spPr>
            <a:xfrm>
              <a:off x="3480895" y="2116738"/>
              <a:ext cx="1670400" cy="0"/>
            </a:xfrm>
            <a:prstGeom prst="straightConnector1">
              <a:avLst/>
            </a:prstGeom>
            <a:noFill/>
            <a:ln cap="flat" cmpd="sng" w="12700">
              <a:solidFill>
                <a:srgbClr val="50545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94" name="Google Shape;3294;p344"/>
            <p:cNvSpPr/>
            <p:nvPr/>
          </p:nvSpPr>
          <p:spPr>
            <a:xfrm>
              <a:off x="5151309" y="2057938"/>
              <a:ext cx="117600" cy="117600"/>
            </a:xfrm>
            <a:prstGeom prst="ellipse">
              <a:avLst/>
            </a:prstGeom>
            <a:solidFill>
              <a:srgbClr val="000000"/>
            </a:solidFill>
            <a:ln cap="flat" cmpd="sng" w="25400">
              <a:solidFill>
                <a:srgbClr val="5054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95" name="Google Shape;3295;p344"/>
          <p:cNvSpPr/>
          <p:nvPr/>
        </p:nvSpPr>
        <p:spPr>
          <a:xfrm>
            <a:off x="263774" y="3962134"/>
            <a:ext cx="1181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DAY TO DAY  TEAM</a:t>
            </a:r>
            <a:r>
              <a:rPr b="1" lang="en" sz="900">
                <a:latin typeface="Plus Jakarta Sans"/>
                <a:ea typeface="Plus Jakarta Sans"/>
                <a:cs typeface="Plus Jakarta Sans"/>
                <a:sym typeface="Plus Jakarta Sans"/>
              </a:rPr>
              <a:t>S (</a:t>
            </a:r>
            <a:r>
              <a:rPr b="1" lang="en" sz="900">
                <a:solidFill>
                  <a:srgbClr val="4285F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EXECUTION)</a:t>
            </a:r>
            <a:endParaRPr sz="9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3296" name="Google Shape;3296;p344"/>
          <p:cNvGrpSpPr/>
          <p:nvPr/>
        </p:nvGrpSpPr>
        <p:grpSpPr>
          <a:xfrm>
            <a:off x="467800" y="2301295"/>
            <a:ext cx="1713949" cy="110415"/>
            <a:chOff x="3363295" y="2057938"/>
            <a:chExt cx="2649071" cy="117600"/>
          </a:xfrm>
        </p:grpSpPr>
        <p:sp>
          <p:nvSpPr>
            <p:cNvPr id="3297" name="Google Shape;3297;p344"/>
            <p:cNvSpPr/>
            <p:nvPr/>
          </p:nvSpPr>
          <p:spPr>
            <a:xfrm>
              <a:off x="3363295" y="2057938"/>
              <a:ext cx="117600" cy="117600"/>
            </a:xfrm>
            <a:prstGeom prst="ellipse">
              <a:avLst/>
            </a:prstGeom>
            <a:noFill/>
            <a:ln cap="flat" cmpd="sng" w="25400">
              <a:solidFill>
                <a:srgbClr val="5054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298" name="Google Shape;3298;p344"/>
            <p:cNvCxnSpPr>
              <a:stCxn id="3297" idx="6"/>
              <a:endCxn id="3299" idx="2"/>
            </p:cNvCxnSpPr>
            <p:nvPr/>
          </p:nvCxnSpPr>
          <p:spPr>
            <a:xfrm>
              <a:off x="3480895" y="2116738"/>
              <a:ext cx="2413800" cy="0"/>
            </a:xfrm>
            <a:prstGeom prst="straightConnector1">
              <a:avLst/>
            </a:prstGeom>
            <a:noFill/>
            <a:ln cap="flat" cmpd="sng" w="12700">
              <a:solidFill>
                <a:srgbClr val="50545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99" name="Google Shape;3299;p344"/>
            <p:cNvSpPr/>
            <p:nvPr/>
          </p:nvSpPr>
          <p:spPr>
            <a:xfrm>
              <a:off x="5894766" y="2057938"/>
              <a:ext cx="117600" cy="117600"/>
            </a:xfrm>
            <a:prstGeom prst="ellipse">
              <a:avLst/>
            </a:prstGeom>
            <a:solidFill>
              <a:srgbClr val="000000"/>
            </a:solidFill>
            <a:ln cap="flat" cmpd="sng" w="25400">
              <a:solidFill>
                <a:srgbClr val="5054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0" name="Google Shape;3300;p344"/>
          <p:cNvGrpSpPr/>
          <p:nvPr/>
        </p:nvGrpSpPr>
        <p:grpSpPr>
          <a:xfrm>
            <a:off x="467800" y="1584890"/>
            <a:ext cx="1713949" cy="110415"/>
            <a:chOff x="3363295" y="2057938"/>
            <a:chExt cx="2649071" cy="117600"/>
          </a:xfrm>
        </p:grpSpPr>
        <p:sp>
          <p:nvSpPr>
            <p:cNvPr id="3301" name="Google Shape;3301;p344"/>
            <p:cNvSpPr/>
            <p:nvPr/>
          </p:nvSpPr>
          <p:spPr>
            <a:xfrm>
              <a:off x="3363295" y="2057938"/>
              <a:ext cx="117600" cy="117600"/>
            </a:xfrm>
            <a:prstGeom prst="ellipse">
              <a:avLst/>
            </a:prstGeom>
            <a:noFill/>
            <a:ln cap="flat" cmpd="sng" w="25400">
              <a:solidFill>
                <a:srgbClr val="5054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02" name="Google Shape;3302;p344"/>
            <p:cNvCxnSpPr>
              <a:stCxn id="3301" idx="6"/>
              <a:endCxn id="3303" idx="2"/>
            </p:cNvCxnSpPr>
            <p:nvPr/>
          </p:nvCxnSpPr>
          <p:spPr>
            <a:xfrm>
              <a:off x="3480895" y="2116738"/>
              <a:ext cx="2413800" cy="0"/>
            </a:xfrm>
            <a:prstGeom prst="straightConnector1">
              <a:avLst/>
            </a:prstGeom>
            <a:noFill/>
            <a:ln cap="flat" cmpd="sng" w="12700">
              <a:solidFill>
                <a:srgbClr val="50545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03" name="Google Shape;3303;p344"/>
            <p:cNvSpPr/>
            <p:nvPr/>
          </p:nvSpPr>
          <p:spPr>
            <a:xfrm>
              <a:off x="5894766" y="2057938"/>
              <a:ext cx="117600" cy="117600"/>
            </a:xfrm>
            <a:prstGeom prst="ellipse">
              <a:avLst/>
            </a:prstGeom>
            <a:solidFill>
              <a:srgbClr val="000000"/>
            </a:solidFill>
            <a:ln cap="flat" cmpd="sng" w="25400">
              <a:solidFill>
                <a:srgbClr val="5054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4" name="Google Shape;3304;p344"/>
          <p:cNvGrpSpPr/>
          <p:nvPr/>
        </p:nvGrpSpPr>
        <p:grpSpPr>
          <a:xfrm>
            <a:off x="467558" y="3228713"/>
            <a:ext cx="1713723" cy="110415"/>
            <a:chOff x="3363308" y="2057938"/>
            <a:chExt cx="2229958" cy="117600"/>
          </a:xfrm>
        </p:grpSpPr>
        <p:sp>
          <p:nvSpPr>
            <p:cNvPr id="3305" name="Google Shape;3305;p344"/>
            <p:cNvSpPr/>
            <p:nvPr/>
          </p:nvSpPr>
          <p:spPr>
            <a:xfrm>
              <a:off x="3363308" y="2057938"/>
              <a:ext cx="117600" cy="117600"/>
            </a:xfrm>
            <a:prstGeom prst="ellipse">
              <a:avLst/>
            </a:prstGeom>
            <a:noFill/>
            <a:ln cap="flat" cmpd="sng" w="25400">
              <a:solidFill>
                <a:srgbClr val="5054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06" name="Google Shape;3306;p344"/>
            <p:cNvCxnSpPr>
              <a:stCxn id="3305" idx="6"/>
              <a:endCxn id="3307" idx="2"/>
            </p:cNvCxnSpPr>
            <p:nvPr/>
          </p:nvCxnSpPr>
          <p:spPr>
            <a:xfrm>
              <a:off x="3480908" y="2116738"/>
              <a:ext cx="1994700" cy="0"/>
            </a:xfrm>
            <a:prstGeom prst="straightConnector1">
              <a:avLst/>
            </a:prstGeom>
            <a:noFill/>
            <a:ln cap="flat" cmpd="sng" w="12700">
              <a:solidFill>
                <a:srgbClr val="50545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07" name="Google Shape;3307;p344"/>
            <p:cNvSpPr/>
            <p:nvPr/>
          </p:nvSpPr>
          <p:spPr>
            <a:xfrm>
              <a:off x="5475666" y="2057938"/>
              <a:ext cx="117600" cy="117600"/>
            </a:xfrm>
            <a:prstGeom prst="ellipse">
              <a:avLst/>
            </a:prstGeom>
            <a:solidFill>
              <a:srgbClr val="000000"/>
            </a:solidFill>
            <a:ln cap="flat" cmpd="sng" w="25400">
              <a:solidFill>
                <a:srgbClr val="5054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08" name="Google Shape;3308;p344"/>
          <p:cNvSpPr/>
          <p:nvPr/>
        </p:nvSpPr>
        <p:spPr>
          <a:xfrm>
            <a:off x="4384155" y="671325"/>
            <a:ext cx="2460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PARTICIPANTS</a:t>
            </a:r>
            <a:endParaRPr sz="11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09" name="Google Shape;3309;p344"/>
          <p:cNvSpPr/>
          <p:nvPr/>
        </p:nvSpPr>
        <p:spPr>
          <a:xfrm>
            <a:off x="1824156" y="671325"/>
            <a:ext cx="870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LEVEL</a:t>
            </a:r>
            <a:endParaRPr sz="11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10" name="Google Shape;3310;p344"/>
          <p:cNvSpPr/>
          <p:nvPr/>
        </p:nvSpPr>
        <p:spPr>
          <a:xfrm>
            <a:off x="3114026" y="671325"/>
            <a:ext cx="1439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CADENCE</a:t>
            </a:r>
            <a:endParaRPr sz="11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11" name="Google Shape;3311;p344"/>
          <p:cNvSpPr/>
          <p:nvPr/>
        </p:nvSpPr>
        <p:spPr>
          <a:xfrm>
            <a:off x="4553725" y="1110550"/>
            <a:ext cx="22068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latin typeface="Plus Jakarta Sans"/>
                <a:ea typeface="Plus Jakarta Sans"/>
                <a:cs typeface="Plus Jakarta Sans"/>
                <a:sym typeface="Plus Jakarta Sans"/>
              </a:rPr>
              <a:t>&lt;Customer&gt; </a:t>
            </a:r>
            <a:r>
              <a:rPr b="1"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Leadership</a:t>
            </a: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</a:t>
            </a:r>
            <a:r>
              <a:rPr lang="en" sz="800"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" sz="8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Leadership</a:t>
            </a:r>
            <a:endParaRPr i="0" sz="800" u="none" cap="none" strike="noStrike">
              <a:solidFill>
                <a:srgbClr val="000000"/>
              </a:solidFill>
              <a:highlight>
                <a:srgbClr val="FFFF00"/>
              </a:highlight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latin typeface="Plus Jakarta Sans"/>
                <a:ea typeface="Plus Jakarta Sans"/>
                <a:cs typeface="Plus Jakarta Sans"/>
                <a:sym typeface="Plus Jakarta Sans"/>
              </a:rPr>
              <a:t>Onix </a:t>
            </a:r>
            <a:r>
              <a:rPr b="1"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Representatives</a:t>
            </a: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</a:t>
            </a:r>
            <a:r>
              <a:rPr lang="en" sz="800">
                <a:latin typeface="Plus Jakarta Sans"/>
                <a:ea typeface="Plus Jakarta Sans"/>
                <a:cs typeface="Plus Jakarta Sans"/>
                <a:sym typeface="Plus Jakarta Sans"/>
              </a:rPr>
              <a:t>Account Executives</a:t>
            </a:r>
            <a:endParaRPr i="0" sz="8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12" name="Google Shape;3312;p344"/>
          <p:cNvSpPr/>
          <p:nvPr/>
        </p:nvSpPr>
        <p:spPr>
          <a:xfrm>
            <a:off x="6971350" y="1045876"/>
            <a:ext cx="20697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Set the </a:t>
            </a:r>
            <a:r>
              <a:rPr b="1"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priorities</a:t>
            </a: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for the </a:t>
            </a:r>
            <a:r>
              <a:rPr b="1"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overall pro</a:t>
            </a:r>
            <a:r>
              <a:rPr b="1" lang="en" sz="800">
                <a:latin typeface="Plus Jakarta Sans"/>
                <a:ea typeface="Plus Jakarta Sans"/>
                <a:cs typeface="Plus Jakarta Sans"/>
                <a:sym typeface="Plus Jakarta Sans"/>
              </a:rPr>
              <a:t>ject</a:t>
            </a:r>
            <a:endParaRPr sz="11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 as a </a:t>
            </a:r>
            <a:r>
              <a:rPr b="1"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final</a:t>
            </a: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escalation</a:t>
            </a: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point</a:t>
            </a: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for risks, issues &amp; scope change</a:t>
            </a:r>
            <a:endParaRPr sz="11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13" name="Google Shape;3313;p344"/>
          <p:cNvSpPr/>
          <p:nvPr/>
        </p:nvSpPr>
        <p:spPr>
          <a:xfrm>
            <a:off x="4553729" y="3087552"/>
            <a:ext cx="21546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&lt;Customer&gt;</a:t>
            </a:r>
            <a:r>
              <a:rPr b="1"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Project Manager, Support Team Leads</a:t>
            </a:r>
            <a:endParaRPr sz="11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latin typeface="Plus Jakarta Sans"/>
                <a:ea typeface="Plus Jakarta Sans"/>
                <a:cs typeface="Plus Jakarta Sans"/>
                <a:sym typeface="Plus Jakarta Sans"/>
              </a:rPr>
              <a:t>Onix</a:t>
            </a:r>
            <a:r>
              <a:rPr b="1"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Delivery Lead, Project </a:t>
            </a:r>
            <a:r>
              <a:rPr lang="en" sz="800">
                <a:latin typeface="Plus Jakarta Sans"/>
                <a:ea typeface="Plus Jakarta Sans"/>
                <a:cs typeface="Plus Jakarta Sans"/>
                <a:sym typeface="Plus Jakarta Sans"/>
              </a:rPr>
              <a:t>Manager, </a:t>
            </a: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Appropriate Team Leads</a:t>
            </a:r>
            <a:endParaRPr i="0" sz="8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14" name="Google Shape;3314;p344"/>
          <p:cNvSpPr/>
          <p:nvPr/>
        </p:nvSpPr>
        <p:spPr>
          <a:xfrm>
            <a:off x="6945262" y="3006907"/>
            <a:ext cx="20574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Own overall delivery, </a:t>
            </a: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accountability, and governance of the project</a:t>
            </a:r>
            <a:endParaRPr sz="11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Review progress, debottleneck challenges</a:t>
            </a: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provide support </a:t>
            </a:r>
            <a:endParaRPr sz="11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Publish</a:t>
            </a: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status</a:t>
            </a:r>
            <a:r>
              <a:rPr lang="en" sz="800">
                <a:latin typeface="Plus Jakarta Sans"/>
                <a:ea typeface="Plus Jakarta Sans"/>
                <a:cs typeface="Plus Jakarta Sans"/>
                <a:sym typeface="Plus Jakarta Sans"/>
              </a:rPr>
              <a:t>es</a:t>
            </a:r>
            <a:endParaRPr i="0" sz="8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15" name="Google Shape;3315;p344"/>
          <p:cNvSpPr/>
          <p:nvPr/>
        </p:nvSpPr>
        <p:spPr>
          <a:xfrm>
            <a:off x="7069099" y="671325"/>
            <a:ext cx="1933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ROLE/RESPONSIBILITY</a:t>
            </a:r>
            <a:endParaRPr sz="11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16" name="Google Shape;3316;p344"/>
          <p:cNvSpPr/>
          <p:nvPr/>
        </p:nvSpPr>
        <p:spPr>
          <a:xfrm>
            <a:off x="4553729" y="4035575"/>
            <a:ext cx="220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&lt;Customer&gt;</a:t>
            </a:r>
            <a:r>
              <a:rPr b="1"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r>
              <a:rPr b="1" i="0" lang="en" sz="800" u="none" cap="none" strike="noStrike">
                <a:solidFill>
                  <a:srgbClr val="6666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i="0" lang="en" sz="800" u="none" cap="none" strike="noStrike">
                <a:solidFill>
                  <a:srgbClr val="6666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Functional &amp; Technical Support Teams</a:t>
            </a:r>
            <a:endParaRPr sz="1100">
              <a:solidFill>
                <a:srgbClr val="66666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latin typeface="Plus Jakarta Sans"/>
                <a:ea typeface="Plus Jakarta Sans"/>
                <a:cs typeface="Plus Jakarta Sans"/>
                <a:sym typeface="Plus Jakarta Sans"/>
              </a:rPr>
              <a:t>Onix</a:t>
            </a:r>
            <a:r>
              <a:rPr b="1"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</a:t>
            </a:r>
            <a:r>
              <a:rPr lang="en" sz="800">
                <a:latin typeface="Plus Jakarta Sans"/>
                <a:ea typeface="Plus Jakarta Sans"/>
                <a:cs typeface="Plus Jakarta Sans"/>
                <a:sym typeface="Plus Jakarta Sans"/>
              </a:rPr>
              <a:t>Technical</a:t>
            </a: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Design Teams, Technical Development Teams, and Support Teams</a:t>
            </a:r>
            <a:endParaRPr i="0" sz="8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17" name="Google Shape;3317;p344"/>
          <p:cNvSpPr/>
          <p:nvPr/>
        </p:nvSpPr>
        <p:spPr>
          <a:xfrm>
            <a:off x="6945262" y="3959368"/>
            <a:ext cx="2057400" cy="67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Design</a:t>
            </a: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lang="en" sz="800">
                <a:latin typeface="Plus Jakarta Sans"/>
                <a:ea typeface="Plus Jakarta Sans"/>
                <a:cs typeface="Plus Jakarta Sans"/>
                <a:sym typeface="Plus Jakarta Sans"/>
              </a:rPr>
              <a:t>infrastructure</a:t>
            </a:r>
            <a:r>
              <a:rPr b="1"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and technical requirements </a:t>
            </a:r>
            <a:endParaRPr sz="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Execute</a:t>
            </a: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" sz="800">
                <a:latin typeface="Plus Jakarta Sans"/>
                <a:ea typeface="Plus Jakarta Sans"/>
                <a:cs typeface="Plus Jakarta Sans"/>
                <a:sym typeface="Plus Jakarta Sans"/>
              </a:rPr>
              <a:t>sprint </a:t>
            </a: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plans </a:t>
            </a:r>
            <a:endParaRPr sz="11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lang="en" sz="800">
                <a:latin typeface="Plus Jakarta Sans"/>
                <a:ea typeface="Plus Jakarta Sans"/>
                <a:cs typeface="Plus Jakarta Sans"/>
                <a:sym typeface="Plus Jakarta Sans"/>
              </a:rPr>
              <a:t>Design/Architect </a:t>
            </a: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the overall </a:t>
            </a:r>
            <a:r>
              <a:rPr b="1"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solution</a:t>
            </a:r>
            <a:endParaRPr b="1" i="0" sz="8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Flag</a:t>
            </a: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risks and issues</a:t>
            </a:r>
            <a:endParaRPr b="1" i="0" sz="8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3318" name="Google Shape;3318;p344"/>
          <p:cNvGrpSpPr/>
          <p:nvPr/>
        </p:nvGrpSpPr>
        <p:grpSpPr>
          <a:xfrm>
            <a:off x="3633922" y="1125861"/>
            <a:ext cx="446625" cy="485873"/>
            <a:chOff x="4075567" y="2381995"/>
            <a:chExt cx="595500" cy="647831"/>
          </a:xfrm>
        </p:grpSpPr>
        <p:sp>
          <p:nvSpPr>
            <p:cNvPr id="3319" name="Google Shape;3319;p344"/>
            <p:cNvSpPr txBox="1"/>
            <p:nvPr/>
          </p:nvSpPr>
          <p:spPr>
            <a:xfrm>
              <a:off x="4075567" y="2865726"/>
              <a:ext cx="595500" cy="164100"/>
            </a:xfrm>
            <a:prstGeom prst="rect">
              <a:avLst/>
            </a:prstGeom>
            <a:noFill/>
            <a:ln cap="flat" cmpd="sng" w="9525">
              <a:solidFill>
                <a:srgbClr val="4FC3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i="1" lang="en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Monthly</a:t>
              </a:r>
              <a:endParaRPr sz="11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3320" name="Google Shape;3320;p344"/>
            <p:cNvGrpSpPr/>
            <p:nvPr/>
          </p:nvGrpSpPr>
          <p:grpSpPr>
            <a:xfrm>
              <a:off x="4147888" y="2381995"/>
              <a:ext cx="451105" cy="449846"/>
              <a:chOff x="1370" y="1720"/>
              <a:chExt cx="426" cy="425"/>
            </a:xfrm>
          </p:grpSpPr>
          <p:sp>
            <p:nvSpPr>
              <p:cNvPr id="3321" name="Google Shape;3321;p344"/>
              <p:cNvSpPr/>
              <p:nvPr/>
            </p:nvSpPr>
            <p:spPr>
              <a:xfrm>
                <a:off x="1370" y="1755"/>
                <a:ext cx="426" cy="390"/>
              </a:xfrm>
              <a:custGeom>
                <a:rect b="b" l="l" r="r" t="t"/>
                <a:pathLst>
                  <a:path extrusionOk="0" h="264" w="288">
                    <a:moveTo>
                      <a:pt x="282" y="264"/>
                    </a:moveTo>
                    <a:cubicBezTo>
                      <a:pt x="6" y="264"/>
                      <a:pt x="6" y="264"/>
                      <a:pt x="6" y="264"/>
                    </a:cubicBezTo>
                    <a:cubicBezTo>
                      <a:pt x="3" y="264"/>
                      <a:pt x="0" y="261"/>
                      <a:pt x="0" y="258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8" y="0"/>
                      <a:pt x="60" y="2"/>
                      <a:pt x="60" y="6"/>
                    </a:cubicBezTo>
                    <a:cubicBezTo>
                      <a:pt x="60" y="9"/>
                      <a:pt x="58" y="12"/>
                      <a:pt x="54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252"/>
                      <a:pt x="12" y="252"/>
                      <a:pt x="12" y="252"/>
                    </a:cubicBezTo>
                    <a:cubicBezTo>
                      <a:pt x="276" y="252"/>
                      <a:pt x="276" y="252"/>
                      <a:pt x="276" y="252"/>
                    </a:cubicBezTo>
                    <a:cubicBezTo>
                      <a:pt x="276" y="12"/>
                      <a:pt x="276" y="12"/>
                      <a:pt x="276" y="12"/>
                    </a:cubicBezTo>
                    <a:cubicBezTo>
                      <a:pt x="234" y="12"/>
                      <a:pt x="234" y="12"/>
                      <a:pt x="234" y="12"/>
                    </a:cubicBezTo>
                    <a:cubicBezTo>
                      <a:pt x="231" y="12"/>
                      <a:pt x="228" y="9"/>
                      <a:pt x="228" y="6"/>
                    </a:cubicBezTo>
                    <a:cubicBezTo>
                      <a:pt x="228" y="2"/>
                      <a:pt x="231" y="0"/>
                      <a:pt x="234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6" y="0"/>
                      <a:pt x="288" y="2"/>
                      <a:pt x="288" y="6"/>
                    </a:cubicBezTo>
                    <a:cubicBezTo>
                      <a:pt x="288" y="258"/>
                      <a:pt x="288" y="258"/>
                      <a:pt x="288" y="258"/>
                    </a:cubicBezTo>
                    <a:cubicBezTo>
                      <a:pt x="288" y="261"/>
                      <a:pt x="286" y="264"/>
                      <a:pt x="282" y="264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22" name="Google Shape;3322;p344"/>
              <p:cNvSpPr/>
              <p:nvPr/>
            </p:nvSpPr>
            <p:spPr>
              <a:xfrm>
                <a:off x="1441" y="1720"/>
                <a:ext cx="71" cy="89"/>
              </a:xfrm>
              <a:custGeom>
                <a:rect b="b" l="l" r="r" t="t"/>
                <a:pathLst>
                  <a:path extrusionOk="0" h="60" w="48">
                    <a:moveTo>
                      <a:pt x="42" y="60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3" y="60"/>
                      <a:pt x="0" y="57"/>
                      <a:pt x="0" y="5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2"/>
                      <a:pt x="48" y="6"/>
                    </a:cubicBezTo>
                    <a:cubicBezTo>
                      <a:pt x="48" y="54"/>
                      <a:pt x="48" y="54"/>
                      <a:pt x="48" y="54"/>
                    </a:cubicBezTo>
                    <a:cubicBezTo>
                      <a:pt x="48" y="57"/>
                      <a:pt x="46" y="60"/>
                      <a:pt x="42" y="60"/>
                    </a:cubicBezTo>
                    <a:close/>
                    <a:moveTo>
                      <a:pt x="12" y="48"/>
                    </a:move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48"/>
                    </a:ln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23" name="Google Shape;3323;p344"/>
              <p:cNvSpPr/>
              <p:nvPr/>
            </p:nvSpPr>
            <p:spPr>
              <a:xfrm>
                <a:off x="1654" y="1720"/>
                <a:ext cx="71" cy="89"/>
              </a:xfrm>
              <a:custGeom>
                <a:rect b="b" l="l" r="r" t="t"/>
                <a:pathLst>
                  <a:path extrusionOk="0" h="60" w="48">
                    <a:moveTo>
                      <a:pt x="42" y="60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3" y="60"/>
                      <a:pt x="0" y="57"/>
                      <a:pt x="0" y="5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2"/>
                      <a:pt x="48" y="6"/>
                    </a:cubicBezTo>
                    <a:cubicBezTo>
                      <a:pt x="48" y="54"/>
                      <a:pt x="48" y="54"/>
                      <a:pt x="48" y="54"/>
                    </a:cubicBezTo>
                    <a:cubicBezTo>
                      <a:pt x="48" y="57"/>
                      <a:pt x="46" y="60"/>
                      <a:pt x="42" y="60"/>
                    </a:cubicBezTo>
                    <a:close/>
                    <a:moveTo>
                      <a:pt x="12" y="48"/>
                    </a:move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48"/>
                    </a:ln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24" name="Google Shape;3324;p344"/>
              <p:cNvSpPr/>
              <p:nvPr/>
            </p:nvSpPr>
            <p:spPr>
              <a:xfrm>
                <a:off x="1495" y="1755"/>
                <a:ext cx="177" cy="18"/>
              </a:xfrm>
              <a:custGeom>
                <a:rect b="b" l="l" r="r" t="t"/>
                <a:pathLst>
                  <a:path extrusionOk="0" h="12" w="120">
                    <a:moveTo>
                      <a:pt x="11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14" y="0"/>
                      <a:pt x="114" y="0"/>
                      <a:pt x="114" y="0"/>
                    </a:cubicBezTo>
                    <a:cubicBezTo>
                      <a:pt x="118" y="0"/>
                      <a:pt x="120" y="2"/>
                      <a:pt x="120" y="6"/>
                    </a:cubicBezTo>
                    <a:cubicBezTo>
                      <a:pt x="120" y="9"/>
                      <a:pt x="118" y="12"/>
                      <a:pt x="114" y="12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25" name="Google Shape;3325;p344"/>
              <p:cNvSpPr/>
              <p:nvPr/>
            </p:nvSpPr>
            <p:spPr>
              <a:xfrm>
                <a:off x="1370" y="1844"/>
                <a:ext cx="426" cy="18"/>
              </a:xfrm>
              <a:custGeom>
                <a:rect b="b" l="l" r="r" t="t"/>
                <a:pathLst>
                  <a:path extrusionOk="0" h="12" w="288">
                    <a:moveTo>
                      <a:pt x="28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6" y="0"/>
                      <a:pt x="288" y="2"/>
                      <a:pt x="288" y="6"/>
                    </a:cubicBezTo>
                    <a:cubicBezTo>
                      <a:pt x="288" y="9"/>
                      <a:pt x="286" y="12"/>
                      <a:pt x="282" y="12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26" name="Google Shape;3326;p344"/>
              <p:cNvSpPr/>
              <p:nvPr/>
            </p:nvSpPr>
            <p:spPr>
              <a:xfrm>
                <a:off x="1477" y="1879"/>
                <a:ext cx="18" cy="231"/>
              </a:xfrm>
              <a:custGeom>
                <a:rect b="b" l="l" r="r" t="t"/>
                <a:pathLst>
                  <a:path extrusionOk="0" h="156" w="12">
                    <a:moveTo>
                      <a:pt x="6" y="156"/>
                    </a:moveTo>
                    <a:cubicBezTo>
                      <a:pt x="3" y="156"/>
                      <a:pt x="0" y="153"/>
                      <a:pt x="0" y="15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0" y="0"/>
                      <a:pt x="12" y="2"/>
                      <a:pt x="12" y="6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2" y="153"/>
                      <a:pt x="10" y="156"/>
                      <a:pt x="6" y="156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27" name="Google Shape;3327;p344"/>
              <p:cNvSpPr/>
              <p:nvPr/>
            </p:nvSpPr>
            <p:spPr>
              <a:xfrm>
                <a:off x="1565" y="1879"/>
                <a:ext cx="18" cy="231"/>
              </a:xfrm>
              <a:custGeom>
                <a:rect b="b" l="l" r="r" t="t"/>
                <a:pathLst>
                  <a:path extrusionOk="0" h="156" w="12">
                    <a:moveTo>
                      <a:pt x="6" y="156"/>
                    </a:moveTo>
                    <a:cubicBezTo>
                      <a:pt x="3" y="156"/>
                      <a:pt x="0" y="153"/>
                      <a:pt x="0" y="15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0" y="0"/>
                      <a:pt x="12" y="2"/>
                      <a:pt x="12" y="6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2" y="153"/>
                      <a:pt x="10" y="156"/>
                      <a:pt x="6" y="156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28" name="Google Shape;3328;p344"/>
              <p:cNvSpPr/>
              <p:nvPr/>
            </p:nvSpPr>
            <p:spPr>
              <a:xfrm>
                <a:off x="1654" y="1879"/>
                <a:ext cx="18" cy="231"/>
              </a:xfrm>
              <a:custGeom>
                <a:rect b="b" l="l" r="r" t="t"/>
                <a:pathLst>
                  <a:path extrusionOk="0" h="156" w="12">
                    <a:moveTo>
                      <a:pt x="6" y="156"/>
                    </a:moveTo>
                    <a:cubicBezTo>
                      <a:pt x="3" y="156"/>
                      <a:pt x="0" y="153"/>
                      <a:pt x="0" y="15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0" y="0"/>
                      <a:pt x="12" y="2"/>
                      <a:pt x="12" y="6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2" y="153"/>
                      <a:pt x="10" y="156"/>
                      <a:pt x="6" y="156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29" name="Google Shape;3329;p344"/>
              <p:cNvSpPr/>
              <p:nvPr/>
            </p:nvSpPr>
            <p:spPr>
              <a:xfrm>
                <a:off x="1406" y="1915"/>
                <a:ext cx="355" cy="18"/>
              </a:xfrm>
              <a:custGeom>
                <a:rect b="b" l="l" r="r" t="t"/>
                <a:pathLst>
                  <a:path extrusionOk="0" h="12" w="240">
                    <a:moveTo>
                      <a:pt x="23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38" y="0"/>
                      <a:pt x="240" y="2"/>
                      <a:pt x="240" y="6"/>
                    </a:cubicBezTo>
                    <a:cubicBezTo>
                      <a:pt x="240" y="9"/>
                      <a:pt x="238" y="12"/>
                      <a:pt x="234" y="12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30" name="Google Shape;3330;p344"/>
              <p:cNvSpPr/>
              <p:nvPr/>
            </p:nvSpPr>
            <p:spPr>
              <a:xfrm>
                <a:off x="1406" y="1986"/>
                <a:ext cx="355" cy="17"/>
              </a:xfrm>
              <a:custGeom>
                <a:rect b="b" l="l" r="r" t="t"/>
                <a:pathLst>
                  <a:path extrusionOk="0" h="12" w="240">
                    <a:moveTo>
                      <a:pt x="23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38" y="0"/>
                      <a:pt x="240" y="2"/>
                      <a:pt x="240" y="6"/>
                    </a:cubicBezTo>
                    <a:cubicBezTo>
                      <a:pt x="240" y="9"/>
                      <a:pt x="238" y="12"/>
                      <a:pt x="234" y="12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31" name="Google Shape;3331;p344"/>
              <p:cNvSpPr/>
              <p:nvPr/>
            </p:nvSpPr>
            <p:spPr>
              <a:xfrm>
                <a:off x="1406" y="2057"/>
                <a:ext cx="355" cy="17"/>
              </a:xfrm>
              <a:custGeom>
                <a:rect b="b" l="l" r="r" t="t"/>
                <a:pathLst>
                  <a:path extrusionOk="0" h="12" w="240">
                    <a:moveTo>
                      <a:pt x="23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38" y="0"/>
                      <a:pt x="240" y="2"/>
                      <a:pt x="240" y="6"/>
                    </a:cubicBezTo>
                    <a:cubicBezTo>
                      <a:pt x="240" y="9"/>
                      <a:pt x="238" y="12"/>
                      <a:pt x="234" y="12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grpSp>
        <p:nvGrpSpPr>
          <p:cNvPr id="3332" name="Google Shape;3332;p344"/>
          <p:cNvGrpSpPr/>
          <p:nvPr/>
        </p:nvGrpSpPr>
        <p:grpSpPr>
          <a:xfrm>
            <a:off x="3639097" y="3097621"/>
            <a:ext cx="436275" cy="489874"/>
            <a:chOff x="4772112" y="3570715"/>
            <a:chExt cx="581700" cy="653165"/>
          </a:xfrm>
        </p:grpSpPr>
        <p:sp>
          <p:nvSpPr>
            <p:cNvPr id="3333" name="Google Shape;3333;p344"/>
            <p:cNvSpPr txBox="1"/>
            <p:nvPr/>
          </p:nvSpPr>
          <p:spPr>
            <a:xfrm>
              <a:off x="4772112" y="4059780"/>
              <a:ext cx="581700" cy="164100"/>
            </a:xfrm>
            <a:prstGeom prst="rect">
              <a:avLst/>
            </a:prstGeom>
            <a:noFill/>
            <a:ln cap="flat" cmpd="sng" w="9525">
              <a:solidFill>
                <a:srgbClr val="4FC3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i="1" lang="en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Weekly </a:t>
              </a:r>
              <a:endParaRPr sz="11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3334" name="Google Shape;3334;p344"/>
            <p:cNvGrpSpPr/>
            <p:nvPr/>
          </p:nvGrpSpPr>
          <p:grpSpPr>
            <a:xfrm>
              <a:off x="4837486" y="3570715"/>
              <a:ext cx="451105" cy="449846"/>
              <a:chOff x="1370" y="1720"/>
              <a:chExt cx="426" cy="425"/>
            </a:xfrm>
          </p:grpSpPr>
          <p:sp>
            <p:nvSpPr>
              <p:cNvPr id="3335" name="Google Shape;3335;p344"/>
              <p:cNvSpPr/>
              <p:nvPr/>
            </p:nvSpPr>
            <p:spPr>
              <a:xfrm>
                <a:off x="1370" y="1755"/>
                <a:ext cx="426" cy="390"/>
              </a:xfrm>
              <a:custGeom>
                <a:rect b="b" l="l" r="r" t="t"/>
                <a:pathLst>
                  <a:path extrusionOk="0" h="264" w="288">
                    <a:moveTo>
                      <a:pt x="282" y="264"/>
                    </a:moveTo>
                    <a:cubicBezTo>
                      <a:pt x="6" y="264"/>
                      <a:pt x="6" y="264"/>
                      <a:pt x="6" y="264"/>
                    </a:cubicBezTo>
                    <a:cubicBezTo>
                      <a:pt x="3" y="264"/>
                      <a:pt x="0" y="261"/>
                      <a:pt x="0" y="258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8" y="0"/>
                      <a:pt x="60" y="2"/>
                      <a:pt x="60" y="6"/>
                    </a:cubicBezTo>
                    <a:cubicBezTo>
                      <a:pt x="60" y="9"/>
                      <a:pt x="58" y="12"/>
                      <a:pt x="54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252"/>
                      <a:pt x="12" y="252"/>
                      <a:pt x="12" y="252"/>
                    </a:cubicBezTo>
                    <a:cubicBezTo>
                      <a:pt x="276" y="252"/>
                      <a:pt x="276" y="252"/>
                      <a:pt x="276" y="252"/>
                    </a:cubicBezTo>
                    <a:cubicBezTo>
                      <a:pt x="276" y="12"/>
                      <a:pt x="276" y="12"/>
                      <a:pt x="276" y="12"/>
                    </a:cubicBezTo>
                    <a:cubicBezTo>
                      <a:pt x="234" y="12"/>
                      <a:pt x="234" y="12"/>
                      <a:pt x="234" y="12"/>
                    </a:cubicBezTo>
                    <a:cubicBezTo>
                      <a:pt x="231" y="12"/>
                      <a:pt x="228" y="9"/>
                      <a:pt x="228" y="6"/>
                    </a:cubicBezTo>
                    <a:cubicBezTo>
                      <a:pt x="228" y="2"/>
                      <a:pt x="231" y="0"/>
                      <a:pt x="234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6" y="0"/>
                      <a:pt x="288" y="2"/>
                      <a:pt x="288" y="6"/>
                    </a:cubicBezTo>
                    <a:cubicBezTo>
                      <a:pt x="288" y="258"/>
                      <a:pt x="288" y="258"/>
                      <a:pt x="288" y="258"/>
                    </a:cubicBezTo>
                    <a:cubicBezTo>
                      <a:pt x="288" y="261"/>
                      <a:pt x="286" y="264"/>
                      <a:pt x="282" y="264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36" name="Google Shape;3336;p344"/>
              <p:cNvSpPr/>
              <p:nvPr/>
            </p:nvSpPr>
            <p:spPr>
              <a:xfrm>
                <a:off x="1441" y="1720"/>
                <a:ext cx="71" cy="89"/>
              </a:xfrm>
              <a:custGeom>
                <a:rect b="b" l="l" r="r" t="t"/>
                <a:pathLst>
                  <a:path extrusionOk="0" h="60" w="48">
                    <a:moveTo>
                      <a:pt x="42" y="60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3" y="60"/>
                      <a:pt x="0" y="57"/>
                      <a:pt x="0" y="5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2"/>
                      <a:pt x="48" y="6"/>
                    </a:cubicBezTo>
                    <a:cubicBezTo>
                      <a:pt x="48" y="54"/>
                      <a:pt x="48" y="54"/>
                      <a:pt x="48" y="54"/>
                    </a:cubicBezTo>
                    <a:cubicBezTo>
                      <a:pt x="48" y="57"/>
                      <a:pt x="46" y="60"/>
                      <a:pt x="42" y="60"/>
                    </a:cubicBezTo>
                    <a:close/>
                    <a:moveTo>
                      <a:pt x="12" y="48"/>
                    </a:move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48"/>
                    </a:ln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37" name="Google Shape;3337;p344"/>
              <p:cNvSpPr/>
              <p:nvPr/>
            </p:nvSpPr>
            <p:spPr>
              <a:xfrm>
                <a:off x="1654" y="1720"/>
                <a:ext cx="71" cy="89"/>
              </a:xfrm>
              <a:custGeom>
                <a:rect b="b" l="l" r="r" t="t"/>
                <a:pathLst>
                  <a:path extrusionOk="0" h="60" w="48">
                    <a:moveTo>
                      <a:pt x="42" y="60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3" y="60"/>
                      <a:pt x="0" y="57"/>
                      <a:pt x="0" y="5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2"/>
                      <a:pt x="48" y="6"/>
                    </a:cubicBezTo>
                    <a:cubicBezTo>
                      <a:pt x="48" y="54"/>
                      <a:pt x="48" y="54"/>
                      <a:pt x="48" y="54"/>
                    </a:cubicBezTo>
                    <a:cubicBezTo>
                      <a:pt x="48" y="57"/>
                      <a:pt x="46" y="60"/>
                      <a:pt x="42" y="60"/>
                    </a:cubicBezTo>
                    <a:close/>
                    <a:moveTo>
                      <a:pt x="12" y="48"/>
                    </a:move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48"/>
                    </a:ln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38" name="Google Shape;3338;p344"/>
              <p:cNvSpPr/>
              <p:nvPr/>
            </p:nvSpPr>
            <p:spPr>
              <a:xfrm>
                <a:off x="1495" y="1755"/>
                <a:ext cx="177" cy="18"/>
              </a:xfrm>
              <a:custGeom>
                <a:rect b="b" l="l" r="r" t="t"/>
                <a:pathLst>
                  <a:path extrusionOk="0" h="12" w="120">
                    <a:moveTo>
                      <a:pt x="11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14" y="0"/>
                      <a:pt x="114" y="0"/>
                      <a:pt x="114" y="0"/>
                    </a:cubicBezTo>
                    <a:cubicBezTo>
                      <a:pt x="118" y="0"/>
                      <a:pt x="120" y="2"/>
                      <a:pt x="120" y="6"/>
                    </a:cubicBezTo>
                    <a:cubicBezTo>
                      <a:pt x="120" y="9"/>
                      <a:pt x="118" y="12"/>
                      <a:pt x="114" y="12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39" name="Google Shape;3339;p344"/>
              <p:cNvSpPr/>
              <p:nvPr/>
            </p:nvSpPr>
            <p:spPr>
              <a:xfrm>
                <a:off x="1370" y="1844"/>
                <a:ext cx="426" cy="18"/>
              </a:xfrm>
              <a:custGeom>
                <a:rect b="b" l="l" r="r" t="t"/>
                <a:pathLst>
                  <a:path extrusionOk="0" h="12" w="288">
                    <a:moveTo>
                      <a:pt x="28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6" y="0"/>
                      <a:pt x="288" y="2"/>
                      <a:pt x="288" y="6"/>
                    </a:cubicBezTo>
                    <a:cubicBezTo>
                      <a:pt x="288" y="9"/>
                      <a:pt x="286" y="12"/>
                      <a:pt x="282" y="12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40" name="Google Shape;3340;p344"/>
              <p:cNvSpPr/>
              <p:nvPr/>
            </p:nvSpPr>
            <p:spPr>
              <a:xfrm>
                <a:off x="1477" y="1879"/>
                <a:ext cx="18" cy="231"/>
              </a:xfrm>
              <a:custGeom>
                <a:rect b="b" l="l" r="r" t="t"/>
                <a:pathLst>
                  <a:path extrusionOk="0" h="156" w="12">
                    <a:moveTo>
                      <a:pt x="6" y="156"/>
                    </a:moveTo>
                    <a:cubicBezTo>
                      <a:pt x="3" y="156"/>
                      <a:pt x="0" y="153"/>
                      <a:pt x="0" y="15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0" y="0"/>
                      <a:pt x="12" y="2"/>
                      <a:pt x="12" y="6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2" y="153"/>
                      <a:pt x="10" y="156"/>
                      <a:pt x="6" y="156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41" name="Google Shape;3341;p344"/>
              <p:cNvSpPr/>
              <p:nvPr/>
            </p:nvSpPr>
            <p:spPr>
              <a:xfrm>
                <a:off x="1565" y="1879"/>
                <a:ext cx="18" cy="231"/>
              </a:xfrm>
              <a:custGeom>
                <a:rect b="b" l="l" r="r" t="t"/>
                <a:pathLst>
                  <a:path extrusionOk="0" h="156" w="12">
                    <a:moveTo>
                      <a:pt x="6" y="156"/>
                    </a:moveTo>
                    <a:cubicBezTo>
                      <a:pt x="3" y="156"/>
                      <a:pt x="0" y="153"/>
                      <a:pt x="0" y="15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0" y="0"/>
                      <a:pt x="12" y="2"/>
                      <a:pt x="12" y="6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2" y="153"/>
                      <a:pt x="10" y="156"/>
                      <a:pt x="6" y="156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42" name="Google Shape;3342;p344"/>
              <p:cNvSpPr/>
              <p:nvPr/>
            </p:nvSpPr>
            <p:spPr>
              <a:xfrm>
                <a:off x="1654" y="1879"/>
                <a:ext cx="18" cy="231"/>
              </a:xfrm>
              <a:custGeom>
                <a:rect b="b" l="l" r="r" t="t"/>
                <a:pathLst>
                  <a:path extrusionOk="0" h="156" w="12">
                    <a:moveTo>
                      <a:pt x="6" y="156"/>
                    </a:moveTo>
                    <a:cubicBezTo>
                      <a:pt x="3" y="156"/>
                      <a:pt x="0" y="153"/>
                      <a:pt x="0" y="15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0" y="0"/>
                      <a:pt x="12" y="2"/>
                      <a:pt x="12" y="6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2" y="153"/>
                      <a:pt x="10" y="156"/>
                      <a:pt x="6" y="156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43" name="Google Shape;3343;p344"/>
              <p:cNvSpPr/>
              <p:nvPr/>
            </p:nvSpPr>
            <p:spPr>
              <a:xfrm>
                <a:off x="1406" y="1915"/>
                <a:ext cx="355" cy="18"/>
              </a:xfrm>
              <a:custGeom>
                <a:rect b="b" l="l" r="r" t="t"/>
                <a:pathLst>
                  <a:path extrusionOk="0" h="12" w="240">
                    <a:moveTo>
                      <a:pt x="23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38" y="0"/>
                      <a:pt x="240" y="2"/>
                      <a:pt x="240" y="6"/>
                    </a:cubicBezTo>
                    <a:cubicBezTo>
                      <a:pt x="240" y="9"/>
                      <a:pt x="238" y="12"/>
                      <a:pt x="234" y="12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44" name="Google Shape;3344;p344"/>
              <p:cNvSpPr/>
              <p:nvPr/>
            </p:nvSpPr>
            <p:spPr>
              <a:xfrm>
                <a:off x="1406" y="1986"/>
                <a:ext cx="355" cy="17"/>
              </a:xfrm>
              <a:custGeom>
                <a:rect b="b" l="l" r="r" t="t"/>
                <a:pathLst>
                  <a:path extrusionOk="0" h="12" w="240">
                    <a:moveTo>
                      <a:pt x="23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38" y="0"/>
                      <a:pt x="240" y="2"/>
                      <a:pt x="240" y="6"/>
                    </a:cubicBezTo>
                    <a:cubicBezTo>
                      <a:pt x="240" y="9"/>
                      <a:pt x="238" y="12"/>
                      <a:pt x="234" y="12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45" name="Google Shape;3345;p344"/>
              <p:cNvSpPr/>
              <p:nvPr/>
            </p:nvSpPr>
            <p:spPr>
              <a:xfrm>
                <a:off x="1406" y="2057"/>
                <a:ext cx="355" cy="17"/>
              </a:xfrm>
              <a:custGeom>
                <a:rect b="b" l="l" r="r" t="t"/>
                <a:pathLst>
                  <a:path extrusionOk="0" h="12" w="240">
                    <a:moveTo>
                      <a:pt x="23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38" y="0"/>
                      <a:pt x="240" y="2"/>
                      <a:pt x="240" y="6"/>
                    </a:cubicBezTo>
                    <a:cubicBezTo>
                      <a:pt x="240" y="9"/>
                      <a:pt x="238" y="12"/>
                      <a:pt x="234" y="12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grpSp>
        <p:nvGrpSpPr>
          <p:cNvPr id="3346" name="Google Shape;3346;p344"/>
          <p:cNvGrpSpPr/>
          <p:nvPr/>
        </p:nvGrpSpPr>
        <p:grpSpPr>
          <a:xfrm>
            <a:off x="3549097" y="4047887"/>
            <a:ext cx="616275" cy="485278"/>
            <a:chOff x="5436153" y="4977875"/>
            <a:chExt cx="821700" cy="647037"/>
          </a:xfrm>
        </p:grpSpPr>
        <p:sp>
          <p:nvSpPr>
            <p:cNvPr id="3347" name="Google Shape;3347;p344"/>
            <p:cNvSpPr txBox="1"/>
            <p:nvPr/>
          </p:nvSpPr>
          <p:spPr>
            <a:xfrm>
              <a:off x="5436153" y="5460812"/>
              <a:ext cx="821700" cy="164100"/>
            </a:xfrm>
            <a:prstGeom prst="rect">
              <a:avLst/>
            </a:prstGeom>
            <a:noFill/>
            <a:ln cap="flat" cmpd="sng" w="9525">
              <a:solidFill>
                <a:srgbClr val="4FC3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i="1" lang="en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~Daily</a:t>
              </a:r>
              <a:endParaRPr sz="11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3348" name="Google Shape;3348;p344"/>
            <p:cNvGrpSpPr/>
            <p:nvPr/>
          </p:nvGrpSpPr>
          <p:grpSpPr>
            <a:xfrm>
              <a:off x="5621584" y="4977875"/>
              <a:ext cx="451105" cy="449846"/>
              <a:chOff x="1370" y="1720"/>
              <a:chExt cx="426" cy="425"/>
            </a:xfrm>
          </p:grpSpPr>
          <p:sp>
            <p:nvSpPr>
              <p:cNvPr id="3349" name="Google Shape;3349;p344"/>
              <p:cNvSpPr/>
              <p:nvPr/>
            </p:nvSpPr>
            <p:spPr>
              <a:xfrm>
                <a:off x="1370" y="1755"/>
                <a:ext cx="426" cy="390"/>
              </a:xfrm>
              <a:custGeom>
                <a:rect b="b" l="l" r="r" t="t"/>
                <a:pathLst>
                  <a:path extrusionOk="0" h="264" w="288">
                    <a:moveTo>
                      <a:pt x="282" y="264"/>
                    </a:moveTo>
                    <a:cubicBezTo>
                      <a:pt x="6" y="264"/>
                      <a:pt x="6" y="264"/>
                      <a:pt x="6" y="264"/>
                    </a:cubicBezTo>
                    <a:cubicBezTo>
                      <a:pt x="3" y="264"/>
                      <a:pt x="0" y="261"/>
                      <a:pt x="0" y="258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8" y="0"/>
                      <a:pt x="60" y="2"/>
                      <a:pt x="60" y="6"/>
                    </a:cubicBezTo>
                    <a:cubicBezTo>
                      <a:pt x="60" y="9"/>
                      <a:pt x="58" y="12"/>
                      <a:pt x="54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252"/>
                      <a:pt x="12" y="252"/>
                      <a:pt x="12" y="252"/>
                    </a:cubicBezTo>
                    <a:cubicBezTo>
                      <a:pt x="276" y="252"/>
                      <a:pt x="276" y="252"/>
                      <a:pt x="276" y="252"/>
                    </a:cubicBezTo>
                    <a:cubicBezTo>
                      <a:pt x="276" y="12"/>
                      <a:pt x="276" y="12"/>
                      <a:pt x="276" y="12"/>
                    </a:cubicBezTo>
                    <a:cubicBezTo>
                      <a:pt x="234" y="12"/>
                      <a:pt x="234" y="12"/>
                      <a:pt x="234" y="12"/>
                    </a:cubicBezTo>
                    <a:cubicBezTo>
                      <a:pt x="231" y="12"/>
                      <a:pt x="228" y="9"/>
                      <a:pt x="228" y="6"/>
                    </a:cubicBezTo>
                    <a:cubicBezTo>
                      <a:pt x="228" y="2"/>
                      <a:pt x="231" y="0"/>
                      <a:pt x="234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6" y="0"/>
                      <a:pt x="288" y="2"/>
                      <a:pt x="288" y="6"/>
                    </a:cubicBezTo>
                    <a:cubicBezTo>
                      <a:pt x="288" y="258"/>
                      <a:pt x="288" y="258"/>
                      <a:pt x="288" y="258"/>
                    </a:cubicBezTo>
                    <a:cubicBezTo>
                      <a:pt x="288" y="261"/>
                      <a:pt x="286" y="264"/>
                      <a:pt x="282" y="264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50" name="Google Shape;3350;p344"/>
              <p:cNvSpPr/>
              <p:nvPr/>
            </p:nvSpPr>
            <p:spPr>
              <a:xfrm>
                <a:off x="1441" y="1720"/>
                <a:ext cx="71" cy="89"/>
              </a:xfrm>
              <a:custGeom>
                <a:rect b="b" l="l" r="r" t="t"/>
                <a:pathLst>
                  <a:path extrusionOk="0" h="60" w="48">
                    <a:moveTo>
                      <a:pt x="42" y="60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3" y="60"/>
                      <a:pt x="0" y="57"/>
                      <a:pt x="0" y="5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2"/>
                      <a:pt x="48" y="6"/>
                    </a:cubicBezTo>
                    <a:cubicBezTo>
                      <a:pt x="48" y="54"/>
                      <a:pt x="48" y="54"/>
                      <a:pt x="48" y="54"/>
                    </a:cubicBezTo>
                    <a:cubicBezTo>
                      <a:pt x="48" y="57"/>
                      <a:pt x="46" y="60"/>
                      <a:pt x="42" y="60"/>
                    </a:cubicBezTo>
                    <a:close/>
                    <a:moveTo>
                      <a:pt x="12" y="48"/>
                    </a:move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48"/>
                    </a:ln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51" name="Google Shape;3351;p344"/>
              <p:cNvSpPr/>
              <p:nvPr/>
            </p:nvSpPr>
            <p:spPr>
              <a:xfrm>
                <a:off x="1654" y="1720"/>
                <a:ext cx="71" cy="89"/>
              </a:xfrm>
              <a:custGeom>
                <a:rect b="b" l="l" r="r" t="t"/>
                <a:pathLst>
                  <a:path extrusionOk="0" h="60" w="48">
                    <a:moveTo>
                      <a:pt x="42" y="60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3" y="60"/>
                      <a:pt x="0" y="57"/>
                      <a:pt x="0" y="5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2"/>
                      <a:pt x="48" y="6"/>
                    </a:cubicBezTo>
                    <a:cubicBezTo>
                      <a:pt x="48" y="54"/>
                      <a:pt x="48" y="54"/>
                      <a:pt x="48" y="54"/>
                    </a:cubicBezTo>
                    <a:cubicBezTo>
                      <a:pt x="48" y="57"/>
                      <a:pt x="46" y="60"/>
                      <a:pt x="42" y="60"/>
                    </a:cubicBezTo>
                    <a:close/>
                    <a:moveTo>
                      <a:pt x="12" y="48"/>
                    </a:move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48"/>
                    </a:ln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52" name="Google Shape;3352;p344"/>
              <p:cNvSpPr/>
              <p:nvPr/>
            </p:nvSpPr>
            <p:spPr>
              <a:xfrm>
                <a:off x="1495" y="1755"/>
                <a:ext cx="177" cy="18"/>
              </a:xfrm>
              <a:custGeom>
                <a:rect b="b" l="l" r="r" t="t"/>
                <a:pathLst>
                  <a:path extrusionOk="0" h="12" w="120">
                    <a:moveTo>
                      <a:pt x="11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14" y="0"/>
                      <a:pt x="114" y="0"/>
                      <a:pt x="114" y="0"/>
                    </a:cubicBezTo>
                    <a:cubicBezTo>
                      <a:pt x="118" y="0"/>
                      <a:pt x="120" y="2"/>
                      <a:pt x="120" y="6"/>
                    </a:cubicBezTo>
                    <a:cubicBezTo>
                      <a:pt x="120" y="9"/>
                      <a:pt x="118" y="12"/>
                      <a:pt x="114" y="12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53" name="Google Shape;3353;p344"/>
              <p:cNvSpPr/>
              <p:nvPr/>
            </p:nvSpPr>
            <p:spPr>
              <a:xfrm>
                <a:off x="1370" y="1844"/>
                <a:ext cx="426" cy="18"/>
              </a:xfrm>
              <a:custGeom>
                <a:rect b="b" l="l" r="r" t="t"/>
                <a:pathLst>
                  <a:path extrusionOk="0" h="12" w="288">
                    <a:moveTo>
                      <a:pt x="28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6" y="0"/>
                      <a:pt x="288" y="2"/>
                      <a:pt x="288" y="6"/>
                    </a:cubicBezTo>
                    <a:cubicBezTo>
                      <a:pt x="288" y="9"/>
                      <a:pt x="286" y="12"/>
                      <a:pt x="282" y="12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54" name="Google Shape;3354;p344"/>
              <p:cNvSpPr/>
              <p:nvPr/>
            </p:nvSpPr>
            <p:spPr>
              <a:xfrm>
                <a:off x="1477" y="1879"/>
                <a:ext cx="18" cy="231"/>
              </a:xfrm>
              <a:custGeom>
                <a:rect b="b" l="l" r="r" t="t"/>
                <a:pathLst>
                  <a:path extrusionOk="0" h="156" w="12">
                    <a:moveTo>
                      <a:pt x="6" y="156"/>
                    </a:moveTo>
                    <a:cubicBezTo>
                      <a:pt x="3" y="156"/>
                      <a:pt x="0" y="153"/>
                      <a:pt x="0" y="15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0" y="0"/>
                      <a:pt x="12" y="2"/>
                      <a:pt x="12" y="6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2" y="153"/>
                      <a:pt x="10" y="156"/>
                      <a:pt x="6" y="156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55" name="Google Shape;3355;p344"/>
              <p:cNvSpPr/>
              <p:nvPr/>
            </p:nvSpPr>
            <p:spPr>
              <a:xfrm>
                <a:off x="1565" y="1879"/>
                <a:ext cx="18" cy="231"/>
              </a:xfrm>
              <a:custGeom>
                <a:rect b="b" l="l" r="r" t="t"/>
                <a:pathLst>
                  <a:path extrusionOk="0" h="156" w="12">
                    <a:moveTo>
                      <a:pt x="6" y="156"/>
                    </a:moveTo>
                    <a:cubicBezTo>
                      <a:pt x="3" y="156"/>
                      <a:pt x="0" y="153"/>
                      <a:pt x="0" y="15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0" y="0"/>
                      <a:pt x="12" y="2"/>
                      <a:pt x="12" y="6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2" y="153"/>
                      <a:pt x="10" y="156"/>
                      <a:pt x="6" y="156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56" name="Google Shape;3356;p344"/>
              <p:cNvSpPr/>
              <p:nvPr/>
            </p:nvSpPr>
            <p:spPr>
              <a:xfrm>
                <a:off x="1654" y="1879"/>
                <a:ext cx="18" cy="231"/>
              </a:xfrm>
              <a:custGeom>
                <a:rect b="b" l="l" r="r" t="t"/>
                <a:pathLst>
                  <a:path extrusionOk="0" h="156" w="12">
                    <a:moveTo>
                      <a:pt x="6" y="156"/>
                    </a:moveTo>
                    <a:cubicBezTo>
                      <a:pt x="3" y="156"/>
                      <a:pt x="0" y="153"/>
                      <a:pt x="0" y="15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0" y="0"/>
                      <a:pt x="12" y="2"/>
                      <a:pt x="12" y="6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2" y="153"/>
                      <a:pt x="10" y="156"/>
                      <a:pt x="6" y="156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57" name="Google Shape;3357;p344"/>
              <p:cNvSpPr/>
              <p:nvPr/>
            </p:nvSpPr>
            <p:spPr>
              <a:xfrm>
                <a:off x="1406" y="1915"/>
                <a:ext cx="355" cy="18"/>
              </a:xfrm>
              <a:custGeom>
                <a:rect b="b" l="l" r="r" t="t"/>
                <a:pathLst>
                  <a:path extrusionOk="0" h="12" w="240">
                    <a:moveTo>
                      <a:pt x="23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38" y="0"/>
                      <a:pt x="240" y="2"/>
                      <a:pt x="240" y="6"/>
                    </a:cubicBezTo>
                    <a:cubicBezTo>
                      <a:pt x="240" y="9"/>
                      <a:pt x="238" y="12"/>
                      <a:pt x="234" y="12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58" name="Google Shape;3358;p344"/>
              <p:cNvSpPr/>
              <p:nvPr/>
            </p:nvSpPr>
            <p:spPr>
              <a:xfrm>
                <a:off x="1406" y="1986"/>
                <a:ext cx="355" cy="17"/>
              </a:xfrm>
              <a:custGeom>
                <a:rect b="b" l="l" r="r" t="t"/>
                <a:pathLst>
                  <a:path extrusionOk="0" h="12" w="240">
                    <a:moveTo>
                      <a:pt x="23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38" y="0"/>
                      <a:pt x="240" y="2"/>
                      <a:pt x="240" y="6"/>
                    </a:cubicBezTo>
                    <a:cubicBezTo>
                      <a:pt x="240" y="9"/>
                      <a:pt x="238" y="12"/>
                      <a:pt x="234" y="12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59" name="Google Shape;3359;p344"/>
              <p:cNvSpPr/>
              <p:nvPr/>
            </p:nvSpPr>
            <p:spPr>
              <a:xfrm>
                <a:off x="1406" y="2057"/>
                <a:ext cx="355" cy="17"/>
              </a:xfrm>
              <a:custGeom>
                <a:rect b="b" l="l" r="r" t="t"/>
                <a:pathLst>
                  <a:path extrusionOk="0" h="12" w="240">
                    <a:moveTo>
                      <a:pt x="23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38" y="0"/>
                      <a:pt x="240" y="2"/>
                      <a:pt x="240" y="6"/>
                    </a:cubicBezTo>
                    <a:cubicBezTo>
                      <a:pt x="240" y="9"/>
                      <a:pt x="238" y="12"/>
                      <a:pt x="234" y="12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sp>
        <p:nvSpPr>
          <p:cNvPr id="3360" name="Google Shape;3360;p344"/>
          <p:cNvSpPr/>
          <p:nvPr/>
        </p:nvSpPr>
        <p:spPr>
          <a:xfrm rot="10800000">
            <a:off x="965508" y="1227311"/>
            <a:ext cx="2588330" cy="3497577"/>
          </a:xfrm>
          <a:custGeom>
            <a:rect b="b" l="l" r="r" t="t"/>
            <a:pathLst>
              <a:path extrusionOk="0" h="3760836" w="2783150">
                <a:moveTo>
                  <a:pt x="1391575" y="1274914"/>
                </a:moveTo>
                <a:cubicBezTo>
                  <a:pt x="961138" y="1274914"/>
                  <a:pt x="586732" y="1209675"/>
                  <a:pt x="394763" y="1113573"/>
                </a:cubicBezTo>
                <a:lnTo>
                  <a:pt x="347148" y="1086693"/>
                </a:lnTo>
                <a:lnTo>
                  <a:pt x="279489" y="907134"/>
                </a:lnTo>
                <a:lnTo>
                  <a:pt x="279488" y="907134"/>
                </a:lnTo>
                <a:lnTo>
                  <a:pt x="1" y="165415"/>
                </a:lnTo>
                <a:lnTo>
                  <a:pt x="986" y="165415"/>
                </a:lnTo>
                <a:lnTo>
                  <a:pt x="0" y="163127"/>
                </a:lnTo>
                <a:cubicBezTo>
                  <a:pt x="0" y="73034"/>
                  <a:pt x="623030" y="0"/>
                  <a:pt x="1391575" y="0"/>
                </a:cubicBezTo>
                <a:cubicBezTo>
                  <a:pt x="2160120" y="0"/>
                  <a:pt x="2783149" y="73035"/>
                  <a:pt x="2783149" y="163128"/>
                </a:cubicBezTo>
                <a:lnTo>
                  <a:pt x="2782164" y="165416"/>
                </a:lnTo>
                <a:lnTo>
                  <a:pt x="2783150" y="165416"/>
                </a:lnTo>
                <a:lnTo>
                  <a:pt x="2503663" y="907137"/>
                </a:lnTo>
                <a:lnTo>
                  <a:pt x="2436004" y="1086693"/>
                </a:lnTo>
                <a:lnTo>
                  <a:pt x="2388387" y="1113573"/>
                </a:lnTo>
                <a:cubicBezTo>
                  <a:pt x="2196418" y="1209675"/>
                  <a:pt x="1822012" y="1274914"/>
                  <a:pt x="1391575" y="1274914"/>
                </a:cubicBezTo>
                <a:close/>
                <a:moveTo>
                  <a:pt x="1391574" y="3760836"/>
                </a:moveTo>
                <a:cubicBezTo>
                  <a:pt x="1376733" y="3760836"/>
                  <a:pt x="1363297" y="3754821"/>
                  <a:pt x="1353572" y="3745095"/>
                </a:cubicBezTo>
                <a:lnTo>
                  <a:pt x="1342890" y="3729251"/>
                </a:lnTo>
                <a:lnTo>
                  <a:pt x="1341629" y="3725906"/>
                </a:lnTo>
                <a:cubicBezTo>
                  <a:pt x="1341629" y="3725904"/>
                  <a:pt x="1341628" y="3725903"/>
                  <a:pt x="1341628" y="3725902"/>
                </a:cubicBezTo>
                <a:lnTo>
                  <a:pt x="984246" y="2777461"/>
                </a:lnTo>
                <a:lnTo>
                  <a:pt x="984246" y="2777460"/>
                </a:lnTo>
                <a:lnTo>
                  <a:pt x="970473" y="2740911"/>
                </a:lnTo>
                <a:lnTo>
                  <a:pt x="978232" y="2715897"/>
                </a:lnTo>
                <a:cubicBezTo>
                  <a:pt x="1017574" y="2653415"/>
                  <a:pt x="1187685" y="2606413"/>
                  <a:pt x="1391576" y="2606413"/>
                </a:cubicBezTo>
                <a:cubicBezTo>
                  <a:pt x="1569980" y="2606413"/>
                  <a:pt x="1722522" y="2642399"/>
                  <a:pt x="1784226" y="2693254"/>
                </a:cubicBezTo>
                <a:lnTo>
                  <a:pt x="1803682" y="2714543"/>
                </a:lnTo>
                <a:lnTo>
                  <a:pt x="1784226" y="2693253"/>
                </a:lnTo>
                <a:cubicBezTo>
                  <a:pt x="1722522" y="2642399"/>
                  <a:pt x="1569980" y="2606413"/>
                  <a:pt x="1391576" y="2606413"/>
                </a:cubicBezTo>
                <a:cubicBezTo>
                  <a:pt x="1187685" y="2606413"/>
                  <a:pt x="1017574" y="2653415"/>
                  <a:pt x="978232" y="2715897"/>
                </a:cubicBezTo>
                <a:lnTo>
                  <a:pt x="970473" y="2740911"/>
                </a:lnTo>
                <a:lnTo>
                  <a:pt x="846274" y="2411305"/>
                </a:lnTo>
                <a:lnTo>
                  <a:pt x="846273" y="2411304"/>
                </a:lnTo>
                <a:lnTo>
                  <a:pt x="808804" y="2311864"/>
                </a:lnTo>
                <a:lnTo>
                  <a:pt x="511827" y="1523729"/>
                </a:lnTo>
                <a:lnTo>
                  <a:pt x="514271" y="1526681"/>
                </a:lnTo>
                <a:lnTo>
                  <a:pt x="511828" y="1523730"/>
                </a:lnTo>
                <a:lnTo>
                  <a:pt x="510320" y="1519727"/>
                </a:lnTo>
                <a:lnTo>
                  <a:pt x="506643" y="1506309"/>
                </a:lnTo>
                <a:lnTo>
                  <a:pt x="506643" y="1506309"/>
                </a:lnTo>
                <a:lnTo>
                  <a:pt x="510320" y="1519728"/>
                </a:lnTo>
                <a:lnTo>
                  <a:pt x="347148" y="1086693"/>
                </a:lnTo>
                <a:lnTo>
                  <a:pt x="394763" y="1113573"/>
                </a:lnTo>
                <a:cubicBezTo>
                  <a:pt x="586732" y="1209675"/>
                  <a:pt x="961138" y="1274914"/>
                  <a:pt x="1391575" y="1274914"/>
                </a:cubicBezTo>
                <a:cubicBezTo>
                  <a:pt x="1822012" y="1274914"/>
                  <a:pt x="2196419" y="1209676"/>
                  <a:pt x="2388387" y="1113574"/>
                </a:cubicBezTo>
                <a:lnTo>
                  <a:pt x="2436004" y="1086693"/>
                </a:lnTo>
                <a:lnTo>
                  <a:pt x="2272827" y="1519742"/>
                </a:lnTo>
                <a:lnTo>
                  <a:pt x="2276507" y="1506309"/>
                </a:lnTo>
                <a:cubicBezTo>
                  <a:pt x="2276507" y="1489417"/>
                  <a:pt x="2262578" y="1473124"/>
                  <a:pt x="2236722" y="1457800"/>
                </a:cubicBezTo>
                <a:lnTo>
                  <a:pt x="2236722" y="1457800"/>
                </a:lnTo>
                <a:lnTo>
                  <a:pt x="2258527" y="1473433"/>
                </a:lnTo>
                <a:cubicBezTo>
                  <a:pt x="2270315" y="1484052"/>
                  <a:pt x="2276506" y="1495047"/>
                  <a:pt x="2276506" y="1506309"/>
                </a:cubicBezTo>
                <a:lnTo>
                  <a:pt x="2272827" y="1519742"/>
                </a:lnTo>
                <a:lnTo>
                  <a:pt x="2271324" y="1523727"/>
                </a:lnTo>
                <a:lnTo>
                  <a:pt x="2271324" y="1523728"/>
                </a:lnTo>
                <a:lnTo>
                  <a:pt x="1974346" y="2311865"/>
                </a:lnTo>
                <a:lnTo>
                  <a:pt x="1936878" y="2411301"/>
                </a:lnTo>
                <a:lnTo>
                  <a:pt x="1933374" y="2415143"/>
                </a:lnTo>
                <a:cubicBezTo>
                  <a:pt x="1844110" y="2486979"/>
                  <a:pt x="1635136" y="2537384"/>
                  <a:pt x="1391575" y="2537384"/>
                </a:cubicBezTo>
                <a:cubicBezTo>
                  <a:pt x="1148014" y="2537384"/>
                  <a:pt x="939041" y="2486979"/>
                  <a:pt x="849776" y="2415143"/>
                </a:cubicBezTo>
                <a:lnTo>
                  <a:pt x="847120" y="2412232"/>
                </a:lnTo>
                <a:lnTo>
                  <a:pt x="849776" y="2415144"/>
                </a:lnTo>
                <a:cubicBezTo>
                  <a:pt x="939040" y="2486980"/>
                  <a:pt x="1148014" y="2537385"/>
                  <a:pt x="1391575" y="2537385"/>
                </a:cubicBezTo>
                <a:cubicBezTo>
                  <a:pt x="1635136" y="2537385"/>
                  <a:pt x="1844110" y="2486980"/>
                  <a:pt x="1933374" y="2415144"/>
                </a:cubicBezTo>
                <a:lnTo>
                  <a:pt x="1936878" y="2411301"/>
                </a:lnTo>
                <a:lnTo>
                  <a:pt x="1812679" y="2740911"/>
                </a:lnTo>
                <a:lnTo>
                  <a:pt x="1812679" y="2740911"/>
                </a:lnTo>
                <a:lnTo>
                  <a:pt x="1798907" y="2777460"/>
                </a:lnTo>
                <a:lnTo>
                  <a:pt x="1798906" y="2777461"/>
                </a:lnTo>
                <a:lnTo>
                  <a:pt x="1441516" y="3725924"/>
                </a:lnTo>
                <a:lnTo>
                  <a:pt x="1441515" y="3725924"/>
                </a:lnTo>
                <a:lnTo>
                  <a:pt x="1440265" y="3729242"/>
                </a:lnTo>
                <a:lnTo>
                  <a:pt x="1429575" y="3745095"/>
                </a:lnTo>
                <a:cubicBezTo>
                  <a:pt x="1419850" y="3754821"/>
                  <a:pt x="1406415" y="3760836"/>
                  <a:pt x="1391574" y="3760836"/>
                </a:cubicBezTo>
                <a:close/>
              </a:path>
            </a:pathLst>
          </a:custGeom>
          <a:solidFill>
            <a:srgbClr val="EEEEEE">
              <a:alpha val="200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1" name="Google Shape;3361;p344"/>
          <p:cNvSpPr/>
          <p:nvPr/>
        </p:nvSpPr>
        <p:spPr>
          <a:xfrm rot="10800000">
            <a:off x="965508" y="3866117"/>
            <a:ext cx="2588330" cy="1185670"/>
          </a:xfrm>
          <a:custGeom>
            <a:rect b="b" l="l" r="r" t="t"/>
            <a:pathLst>
              <a:path extrusionOk="0" h="1699885" w="3710867">
                <a:moveTo>
                  <a:pt x="1855433" y="0"/>
                </a:moveTo>
                <a:cubicBezTo>
                  <a:pt x="2880160" y="0"/>
                  <a:pt x="3710866" y="97379"/>
                  <a:pt x="3710866" y="217503"/>
                </a:cubicBezTo>
                <a:lnTo>
                  <a:pt x="3709552" y="220554"/>
                </a:lnTo>
                <a:lnTo>
                  <a:pt x="3710867" y="220554"/>
                </a:lnTo>
                <a:lnTo>
                  <a:pt x="3338217" y="1209515"/>
                </a:lnTo>
                <a:lnTo>
                  <a:pt x="3248005" y="1448923"/>
                </a:lnTo>
                <a:lnTo>
                  <a:pt x="3184516" y="1484764"/>
                </a:lnTo>
                <a:cubicBezTo>
                  <a:pt x="2928558" y="1612900"/>
                  <a:pt x="2429349" y="1699885"/>
                  <a:pt x="1855433" y="1699885"/>
                </a:cubicBezTo>
                <a:cubicBezTo>
                  <a:pt x="1281517" y="1699885"/>
                  <a:pt x="782309" y="1612900"/>
                  <a:pt x="526350" y="1484764"/>
                </a:cubicBezTo>
                <a:lnTo>
                  <a:pt x="462864" y="1448924"/>
                </a:lnTo>
                <a:lnTo>
                  <a:pt x="372652" y="1209512"/>
                </a:lnTo>
                <a:lnTo>
                  <a:pt x="372651" y="1209512"/>
                </a:lnTo>
                <a:lnTo>
                  <a:pt x="1" y="220554"/>
                </a:lnTo>
                <a:lnTo>
                  <a:pt x="1314" y="220554"/>
                </a:lnTo>
                <a:lnTo>
                  <a:pt x="0" y="217503"/>
                </a:lnTo>
                <a:cubicBezTo>
                  <a:pt x="0" y="97379"/>
                  <a:pt x="830706" y="0"/>
                  <a:pt x="1855433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2" name="Google Shape;3362;p344"/>
          <p:cNvSpPr/>
          <p:nvPr/>
        </p:nvSpPr>
        <p:spPr>
          <a:xfrm rot="10800000">
            <a:off x="1363276" y="3394132"/>
            <a:ext cx="1793462" cy="303417"/>
          </a:xfrm>
          <a:custGeom>
            <a:rect b="b" l="l" r="r" t="t"/>
            <a:pathLst>
              <a:path extrusionOk="0" h="435006" w="2359818">
                <a:moveTo>
                  <a:pt x="1179909" y="0"/>
                </a:moveTo>
                <a:cubicBezTo>
                  <a:pt x="1831555" y="0"/>
                  <a:pt x="2359818" y="97379"/>
                  <a:pt x="2359818" y="217503"/>
                </a:cubicBezTo>
                <a:lnTo>
                  <a:pt x="2354912" y="235414"/>
                </a:lnTo>
                <a:lnTo>
                  <a:pt x="2352909" y="240728"/>
                </a:lnTo>
                <a:lnTo>
                  <a:pt x="2335846" y="261338"/>
                </a:lnTo>
                <a:cubicBezTo>
                  <a:pt x="2225825" y="360450"/>
                  <a:pt x="1750099" y="435006"/>
                  <a:pt x="1179909" y="435006"/>
                </a:cubicBezTo>
                <a:cubicBezTo>
                  <a:pt x="609719" y="435006"/>
                  <a:pt x="133994" y="360450"/>
                  <a:pt x="23972" y="261338"/>
                </a:cubicBezTo>
                <a:lnTo>
                  <a:pt x="6913" y="240732"/>
                </a:lnTo>
                <a:lnTo>
                  <a:pt x="4902" y="235395"/>
                </a:lnTo>
                <a:lnTo>
                  <a:pt x="0" y="217503"/>
                </a:lnTo>
                <a:cubicBezTo>
                  <a:pt x="0" y="97379"/>
                  <a:pt x="528263" y="0"/>
                  <a:pt x="1179909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3" name="Google Shape;3363;p344"/>
          <p:cNvSpPr/>
          <p:nvPr/>
        </p:nvSpPr>
        <p:spPr>
          <a:xfrm rot="10800000">
            <a:off x="1368527" y="2586904"/>
            <a:ext cx="1782958" cy="942701"/>
          </a:xfrm>
          <a:custGeom>
            <a:rect b="b" l="l" r="r" t="t"/>
            <a:pathLst>
              <a:path extrusionOk="0" h="1351543" w="2345997">
                <a:moveTo>
                  <a:pt x="2345997" y="0"/>
                </a:moveTo>
                <a:lnTo>
                  <a:pt x="1950026" y="1050852"/>
                </a:lnTo>
                <a:lnTo>
                  <a:pt x="1900068" y="1183432"/>
                </a:lnTo>
                <a:lnTo>
                  <a:pt x="1895396" y="1188555"/>
                </a:lnTo>
                <a:cubicBezTo>
                  <a:pt x="1776377" y="1284336"/>
                  <a:pt x="1497745" y="1351543"/>
                  <a:pt x="1172997" y="1351543"/>
                </a:cubicBezTo>
                <a:cubicBezTo>
                  <a:pt x="848249" y="1351543"/>
                  <a:pt x="569618" y="1284336"/>
                  <a:pt x="450598" y="1188555"/>
                </a:cubicBezTo>
                <a:lnTo>
                  <a:pt x="445929" y="1183436"/>
                </a:lnTo>
                <a:lnTo>
                  <a:pt x="395970" y="1050850"/>
                </a:lnTo>
                <a:lnTo>
                  <a:pt x="0" y="4"/>
                </a:lnTo>
                <a:lnTo>
                  <a:pt x="17060" y="20610"/>
                </a:lnTo>
                <a:cubicBezTo>
                  <a:pt x="127081" y="119722"/>
                  <a:pt x="602807" y="194278"/>
                  <a:pt x="1172997" y="194278"/>
                </a:cubicBezTo>
                <a:cubicBezTo>
                  <a:pt x="1743187" y="194278"/>
                  <a:pt x="2218913" y="119722"/>
                  <a:pt x="2328934" y="20610"/>
                </a:cubicBez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64" name="Google Shape;3364;p344"/>
          <p:cNvGrpSpPr/>
          <p:nvPr/>
        </p:nvGrpSpPr>
        <p:grpSpPr>
          <a:xfrm>
            <a:off x="1957440" y="2763314"/>
            <a:ext cx="604434" cy="473075"/>
            <a:chOff x="4653" y="690"/>
            <a:chExt cx="441" cy="376"/>
          </a:xfrm>
        </p:grpSpPr>
        <p:sp>
          <p:nvSpPr>
            <p:cNvPr id="3365" name="Google Shape;3365;p344"/>
            <p:cNvSpPr/>
            <p:nvPr/>
          </p:nvSpPr>
          <p:spPr>
            <a:xfrm>
              <a:off x="4653" y="815"/>
              <a:ext cx="110" cy="180"/>
            </a:xfrm>
            <a:custGeom>
              <a:rect b="b" l="l" r="r" t="t"/>
              <a:pathLst>
                <a:path extrusionOk="0" h="120" w="72">
                  <a:moveTo>
                    <a:pt x="54" y="120"/>
                  </a:moveTo>
                  <a:cubicBezTo>
                    <a:pt x="18" y="120"/>
                    <a:pt x="18" y="120"/>
                    <a:pt x="18" y="120"/>
                  </a:cubicBezTo>
                  <a:cubicBezTo>
                    <a:pt x="15" y="120"/>
                    <a:pt x="12" y="117"/>
                    <a:pt x="12" y="114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4" y="62"/>
                    <a:pt x="0" y="5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0"/>
                    <a:pt x="72" y="2"/>
                    <a:pt x="72" y="6"/>
                  </a:cubicBezTo>
                  <a:cubicBezTo>
                    <a:pt x="72" y="42"/>
                    <a:pt x="72" y="42"/>
                    <a:pt x="72" y="42"/>
                  </a:cubicBezTo>
                  <a:cubicBezTo>
                    <a:pt x="72" y="55"/>
                    <a:pt x="68" y="62"/>
                    <a:pt x="60" y="65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7"/>
                    <a:pt x="57" y="120"/>
                    <a:pt x="54" y="120"/>
                  </a:cubicBezTo>
                  <a:close/>
                  <a:moveTo>
                    <a:pt x="24" y="108"/>
                  </a:moveTo>
                  <a:cubicBezTo>
                    <a:pt x="48" y="108"/>
                    <a:pt x="48" y="108"/>
                    <a:pt x="48" y="108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8" y="56"/>
                    <a:pt x="51" y="54"/>
                    <a:pt x="54" y="54"/>
                  </a:cubicBezTo>
                  <a:cubicBezTo>
                    <a:pt x="57" y="54"/>
                    <a:pt x="60" y="54"/>
                    <a:pt x="60" y="4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54"/>
                    <a:pt x="15" y="54"/>
                    <a:pt x="18" y="54"/>
                  </a:cubicBezTo>
                  <a:cubicBezTo>
                    <a:pt x="21" y="54"/>
                    <a:pt x="24" y="56"/>
                    <a:pt x="24" y="60"/>
                  </a:cubicBezTo>
                  <a:lnTo>
                    <a:pt x="24" y="1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6" name="Google Shape;3366;p344"/>
            <p:cNvSpPr/>
            <p:nvPr/>
          </p:nvSpPr>
          <p:spPr>
            <a:xfrm>
              <a:off x="4984" y="815"/>
              <a:ext cx="110" cy="180"/>
            </a:xfrm>
            <a:custGeom>
              <a:rect b="b" l="l" r="r" t="t"/>
              <a:pathLst>
                <a:path extrusionOk="0" h="120" w="72">
                  <a:moveTo>
                    <a:pt x="54" y="120"/>
                  </a:moveTo>
                  <a:cubicBezTo>
                    <a:pt x="18" y="120"/>
                    <a:pt x="18" y="120"/>
                    <a:pt x="18" y="120"/>
                  </a:cubicBezTo>
                  <a:cubicBezTo>
                    <a:pt x="15" y="120"/>
                    <a:pt x="12" y="117"/>
                    <a:pt x="12" y="114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4" y="62"/>
                    <a:pt x="0" y="5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0"/>
                    <a:pt x="72" y="2"/>
                    <a:pt x="72" y="6"/>
                  </a:cubicBezTo>
                  <a:cubicBezTo>
                    <a:pt x="72" y="42"/>
                    <a:pt x="72" y="42"/>
                    <a:pt x="72" y="42"/>
                  </a:cubicBezTo>
                  <a:cubicBezTo>
                    <a:pt x="72" y="55"/>
                    <a:pt x="68" y="62"/>
                    <a:pt x="60" y="65"/>
                  </a:cubicBezTo>
                  <a:cubicBezTo>
                    <a:pt x="60" y="114"/>
                    <a:pt x="60" y="114"/>
                    <a:pt x="60" y="114"/>
                  </a:cubicBezTo>
                  <a:cubicBezTo>
                    <a:pt x="60" y="117"/>
                    <a:pt x="57" y="120"/>
                    <a:pt x="54" y="120"/>
                  </a:cubicBezTo>
                  <a:close/>
                  <a:moveTo>
                    <a:pt x="24" y="108"/>
                  </a:moveTo>
                  <a:cubicBezTo>
                    <a:pt x="48" y="108"/>
                    <a:pt x="48" y="108"/>
                    <a:pt x="48" y="108"/>
                  </a:cubicBezTo>
                  <a:cubicBezTo>
                    <a:pt x="48" y="60"/>
                    <a:pt x="48" y="60"/>
                    <a:pt x="48" y="60"/>
                  </a:cubicBezTo>
                  <a:cubicBezTo>
                    <a:pt x="48" y="56"/>
                    <a:pt x="51" y="54"/>
                    <a:pt x="54" y="54"/>
                  </a:cubicBezTo>
                  <a:cubicBezTo>
                    <a:pt x="57" y="54"/>
                    <a:pt x="60" y="54"/>
                    <a:pt x="60" y="4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54"/>
                    <a:pt x="15" y="54"/>
                    <a:pt x="18" y="54"/>
                  </a:cubicBezTo>
                  <a:cubicBezTo>
                    <a:pt x="21" y="54"/>
                    <a:pt x="24" y="56"/>
                    <a:pt x="24" y="60"/>
                  </a:cubicBezTo>
                  <a:lnTo>
                    <a:pt x="24" y="1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7" name="Google Shape;3367;p344"/>
            <p:cNvSpPr/>
            <p:nvPr/>
          </p:nvSpPr>
          <p:spPr>
            <a:xfrm>
              <a:off x="4800" y="815"/>
              <a:ext cx="147" cy="251"/>
            </a:xfrm>
            <a:custGeom>
              <a:rect b="b" l="l" r="r" t="t"/>
              <a:pathLst>
                <a:path extrusionOk="0" h="168" w="96">
                  <a:moveTo>
                    <a:pt x="66" y="168"/>
                  </a:moveTo>
                  <a:cubicBezTo>
                    <a:pt x="30" y="168"/>
                    <a:pt x="30" y="168"/>
                    <a:pt x="30" y="168"/>
                  </a:cubicBezTo>
                  <a:cubicBezTo>
                    <a:pt x="27" y="168"/>
                    <a:pt x="24" y="165"/>
                    <a:pt x="24" y="162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10" y="92"/>
                    <a:pt x="0" y="80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2"/>
                    <a:pt x="96" y="6"/>
                  </a:cubicBezTo>
                  <a:cubicBezTo>
                    <a:pt x="96" y="66"/>
                    <a:pt x="96" y="66"/>
                    <a:pt x="96" y="66"/>
                  </a:cubicBezTo>
                  <a:cubicBezTo>
                    <a:pt x="96" y="80"/>
                    <a:pt x="86" y="92"/>
                    <a:pt x="72" y="95"/>
                  </a:cubicBezTo>
                  <a:cubicBezTo>
                    <a:pt x="72" y="162"/>
                    <a:pt x="72" y="162"/>
                    <a:pt x="72" y="162"/>
                  </a:cubicBezTo>
                  <a:cubicBezTo>
                    <a:pt x="72" y="165"/>
                    <a:pt x="69" y="168"/>
                    <a:pt x="66" y="168"/>
                  </a:cubicBezTo>
                  <a:close/>
                  <a:moveTo>
                    <a:pt x="36" y="156"/>
                  </a:moveTo>
                  <a:cubicBezTo>
                    <a:pt x="60" y="156"/>
                    <a:pt x="60" y="156"/>
                    <a:pt x="60" y="156"/>
                  </a:cubicBezTo>
                  <a:cubicBezTo>
                    <a:pt x="60" y="90"/>
                    <a:pt x="60" y="90"/>
                    <a:pt x="60" y="90"/>
                  </a:cubicBezTo>
                  <a:cubicBezTo>
                    <a:pt x="60" y="86"/>
                    <a:pt x="63" y="84"/>
                    <a:pt x="66" y="84"/>
                  </a:cubicBezTo>
                  <a:cubicBezTo>
                    <a:pt x="76" y="84"/>
                    <a:pt x="84" y="76"/>
                    <a:pt x="84" y="66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76"/>
                    <a:pt x="20" y="84"/>
                    <a:pt x="30" y="84"/>
                  </a:cubicBezTo>
                  <a:cubicBezTo>
                    <a:pt x="33" y="84"/>
                    <a:pt x="36" y="86"/>
                    <a:pt x="36" y="90"/>
                  </a:cubicBezTo>
                  <a:lnTo>
                    <a:pt x="36" y="1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8" name="Google Shape;3368;p344"/>
            <p:cNvSpPr/>
            <p:nvPr/>
          </p:nvSpPr>
          <p:spPr>
            <a:xfrm>
              <a:off x="4671" y="726"/>
              <a:ext cx="74" cy="71"/>
            </a:xfrm>
            <a:custGeom>
              <a:rect b="b" l="l" r="r" t="t"/>
              <a:pathLst>
                <a:path extrusionOk="0" h="48" w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7"/>
                    <a:pt x="12" y="24"/>
                  </a:cubicBezTo>
                  <a:cubicBezTo>
                    <a:pt x="12" y="30"/>
                    <a:pt x="17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9" name="Google Shape;3369;p344"/>
            <p:cNvSpPr/>
            <p:nvPr/>
          </p:nvSpPr>
          <p:spPr>
            <a:xfrm>
              <a:off x="5002" y="726"/>
              <a:ext cx="74" cy="71"/>
            </a:xfrm>
            <a:custGeom>
              <a:rect b="b" l="l" r="r" t="t"/>
              <a:pathLst>
                <a:path extrusionOk="0" h="48" w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7" y="0"/>
                    <a:pt x="48" y="10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7"/>
                    <a:pt x="12" y="24"/>
                  </a:cubicBezTo>
                  <a:cubicBezTo>
                    <a:pt x="12" y="30"/>
                    <a:pt x="17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0" name="Google Shape;3370;p344"/>
            <p:cNvSpPr/>
            <p:nvPr/>
          </p:nvSpPr>
          <p:spPr>
            <a:xfrm>
              <a:off x="4818" y="690"/>
              <a:ext cx="111" cy="107"/>
            </a:xfrm>
            <a:custGeom>
              <a:rect b="b" l="l" r="r" t="t"/>
              <a:pathLst>
                <a:path extrusionOk="0" h="72" w="72">
                  <a:moveTo>
                    <a:pt x="36" y="72"/>
                  </a:moveTo>
                  <a:cubicBezTo>
                    <a:pt x="16" y="72"/>
                    <a:pt x="0" y="55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5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2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49" y="60"/>
                    <a:pt x="60" y="49"/>
                    <a:pt x="60" y="36"/>
                  </a:cubicBezTo>
                  <a:cubicBezTo>
                    <a:pt x="60" y="22"/>
                    <a:pt x="49" y="12"/>
                    <a:pt x="36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71" name="Google Shape;3371;p344"/>
          <p:cNvSpPr/>
          <p:nvPr/>
        </p:nvSpPr>
        <p:spPr>
          <a:xfrm>
            <a:off x="263775" y="1186875"/>
            <a:ext cx="1342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STEERING COMMITTEE</a:t>
            </a:r>
            <a:endParaRPr sz="9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72" name="Google Shape;3372;p344"/>
          <p:cNvSpPr/>
          <p:nvPr/>
        </p:nvSpPr>
        <p:spPr>
          <a:xfrm>
            <a:off x="263775" y="2806426"/>
            <a:ext cx="14397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MANAGEMENT</a:t>
            </a:r>
            <a:endParaRPr sz="9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373" name="Google Shape;3373;p344"/>
          <p:cNvCxnSpPr/>
          <p:nvPr/>
        </p:nvCxnSpPr>
        <p:spPr>
          <a:xfrm>
            <a:off x="3168096" y="2812290"/>
            <a:ext cx="5805600" cy="3900"/>
          </a:xfrm>
          <a:prstGeom prst="straightConnector1">
            <a:avLst/>
          </a:prstGeom>
          <a:noFill/>
          <a:ln cap="flat" cmpd="sng" w="12700">
            <a:solidFill>
              <a:srgbClr val="3D4043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74" name="Google Shape;3374;p344"/>
          <p:cNvCxnSpPr/>
          <p:nvPr/>
        </p:nvCxnSpPr>
        <p:spPr>
          <a:xfrm>
            <a:off x="3168096" y="3800509"/>
            <a:ext cx="5805600" cy="10800"/>
          </a:xfrm>
          <a:prstGeom prst="straightConnector1">
            <a:avLst/>
          </a:prstGeom>
          <a:noFill/>
          <a:ln cap="flat" cmpd="sng" w="12700">
            <a:solidFill>
              <a:srgbClr val="3D4043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75" name="Google Shape;3375;p344"/>
          <p:cNvCxnSpPr/>
          <p:nvPr/>
        </p:nvCxnSpPr>
        <p:spPr>
          <a:xfrm flipH="1" rot="10800000">
            <a:off x="3168096" y="1795213"/>
            <a:ext cx="5805600" cy="3000"/>
          </a:xfrm>
          <a:prstGeom prst="straightConnector1">
            <a:avLst/>
          </a:prstGeom>
          <a:noFill/>
          <a:ln cap="flat" cmpd="sng" w="12700">
            <a:solidFill>
              <a:srgbClr val="3D4043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3376" name="Google Shape;3376;p344"/>
          <p:cNvGrpSpPr/>
          <p:nvPr/>
        </p:nvGrpSpPr>
        <p:grpSpPr>
          <a:xfrm>
            <a:off x="3327810" y="1968233"/>
            <a:ext cx="1058850" cy="732242"/>
            <a:chOff x="3662663" y="2642777"/>
            <a:chExt cx="1411800" cy="976323"/>
          </a:xfrm>
        </p:grpSpPr>
        <p:sp>
          <p:nvSpPr>
            <p:cNvPr id="3377" name="Google Shape;3377;p344"/>
            <p:cNvSpPr txBox="1"/>
            <p:nvPr/>
          </p:nvSpPr>
          <p:spPr>
            <a:xfrm>
              <a:off x="3662663" y="3126500"/>
              <a:ext cx="1411800" cy="492600"/>
            </a:xfrm>
            <a:prstGeom prst="rect">
              <a:avLst/>
            </a:prstGeom>
            <a:noFill/>
            <a:ln cap="flat" cmpd="sng" w="9525">
              <a:solidFill>
                <a:srgbClr val="4FC3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i="1" lang="en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Weekly (Discovery</a:t>
              </a:r>
              <a:r>
                <a:rPr i="1" lang="en" sz="800">
                  <a:latin typeface="Plus Jakarta Sans"/>
                  <a:ea typeface="Plus Jakarta Sans"/>
                  <a:cs typeface="Plus Jakarta Sans"/>
                  <a:sym typeface="Plus Jakarta Sans"/>
                </a:rPr>
                <a:t>/</a:t>
              </a:r>
              <a:r>
                <a:rPr i="1" lang="en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Design)</a:t>
              </a:r>
              <a:endParaRPr sz="11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i="1" lang="en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Bi-Weekly (Build</a:t>
              </a:r>
              <a:r>
                <a:rPr i="1" lang="en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)</a:t>
              </a:r>
              <a:endParaRPr i="1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3378" name="Google Shape;3378;p344"/>
            <p:cNvGrpSpPr/>
            <p:nvPr/>
          </p:nvGrpSpPr>
          <p:grpSpPr>
            <a:xfrm>
              <a:off x="4180088" y="2642777"/>
              <a:ext cx="451105" cy="449846"/>
              <a:chOff x="1370" y="1720"/>
              <a:chExt cx="426" cy="425"/>
            </a:xfrm>
          </p:grpSpPr>
          <p:sp>
            <p:nvSpPr>
              <p:cNvPr id="3379" name="Google Shape;3379;p344"/>
              <p:cNvSpPr/>
              <p:nvPr/>
            </p:nvSpPr>
            <p:spPr>
              <a:xfrm>
                <a:off x="1370" y="1755"/>
                <a:ext cx="426" cy="390"/>
              </a:xfrm>
              <a:custGeom>
                <a:rect b="b" l="l" r="r" t="t"/>
                <a:pathLst>
                  <a:path extrusionOk="0" h="264" w="288">
                    <a:moveTo>
                      <a:pt x="282" y="264"/>
                    </a:moveTo>
                    <a:cubicBezTo>
                      <a:pt x="6" y="264"/>
                      <a:pt x="6" y="264"/>
                      <a:pt x="6" y="264"/>
                    </a:cubicBezTo>
                    <a:cubicBezTo>
                      <a:pt x="3" y="264"/>
                      <a:pt x="0" y="261"/>
                      <a:pt x="0" y="258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8" y="0"/>
                      <a:pt x="60" y="2"/>
                      <a:pt x="60" y="6"/>
                    </a:cubicBezTo>
                    <a:cubicBezTo>
                      <a:pt x="60" y="9"/>
                      <a:pt x="58" y="12"/>
                      <a:pt x="54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252"/>
                      <a:pt x="12" y="252"/>
                      <a:pt x="12" y="252"/>
                    </a:cubicBezTo>
                    <a:cubicBezTo>
                      <a:pt x="276" y="252"/>
                      <a:pt x="276" y="252"/>
                      <a:pt x="276" y="252"/>
                    </a:cubicBezTo>
                    <a:cubicBezTo>
                      <a:pt x="276" y="12"/>
                      <a:pt x="276" y="12"/>
                      <a:pt x="276" y="12"/>
                    </a:cubicBezTo>
                    <a:cubicBezTo>
                      <a:pt x="234" y="12"/>
                      <a:pt x="234" y="12"/>
                      <a:pt x="234" y="12"/>
                    </a:cubicBezTo>
                    <a:cubicBezTo>
                      <a:pt x="231" y="12"/>
                      <a:pt x="228" y="9"/>
                      <a:pt x="228" y="6"/>
                    </a:cubicBezTo>
                    <a:cubicBezTo>
                      <a:pt x="228" y="2"/>
                      <a:pt x="231" y="0"/>
                      <a:pt x="234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6" y="0"/>
                      <a:pt x="288" y="2"/>
                      <a:pt x="288" y="6"/>
                    </a:cubicBezTo>
                    <a:cubicBezTo>
                      <a:pt x="288" y="258"/>
                      <a:pt x="288" y="258"/>
                      <a:pt x="288" y="258"/>
                    </a:cubicBezTo>
                    <a:cubicBezTo>
                      <a:pt x="288" y="261"/>
                      <a:pt x="286" y="264"/>
                      <a:pt x="282" y="264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80" name="Google Shape;3380;p344"/>
              <p:cNvSpPr/>
              <p:nvPr/>
            </p:nvSpPr>
            <p:spPr>
              <a:xfrm>
                <a:off x="1441" y="1720"/>
                <a:ext cx="71" cy="89"/>
              </a:xfrm>
              <a:custGeom>
                <a:rect b="b" l="l" r="r" t="t"/>
                <a:pathLst>
                  <a:path extrusionOk="0" h="60" w="48">
                    <a:moveTo>
                      <a:pt x="42" y="60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3" y="60"/>
                      <a:pt x="0" y="57"/>
                      <a:pt x="0" y="5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2"/>
                      <a:pt x="48" y="6"/>
                    </a:cubicBezTo>
                    <a:cubicBezTo>
                      <a:pt x="48" y="54"/>
                      <a:pt x="48" y="54"/>
                      <a:pt x="48" y="54"/>
                    </a:cubicBezTo>
                    <a:cubicBezTo>
                      <a:pt x="48" y="57"/>
                      <a:pt x="46" y="60"/>
                      <a:pt x="42" y="60"/>
                    </a:cubicBezTo>
                    <a:close/>
                    <a:moveTo>
                      <a:pt x="12" y="48"/>
                    </a:move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48"/>
                    </a:ln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81" name="Google Shape;3381;p344"/>
              <p:cNvSpPr/>
              <p:nvPr/>
            </p:nvSpPr>
            <p:spPr>
              <a:xfrm>
                <a:off x="1654" y="1720"/>
                <a:ext cx="71" cy="89"/>
              </a:xfrm>
              <a:custGeom>
                <a:rect b="b" l="l" r="r" t="t"/>
                <a:pathLst>
                  <a:path extrusionOk="0" h="60" w="48">
                    <a:moveTo>
                      <a:pt x="42" y="60"/>
                    </a:moveTo>
                    <a:cubicBezTo>
                      <a:pt x="6" y="60"/>
                      <a:pt x="6" y="60"/>
                      <a:pt x="6" y="60"/>
                    </a:cubicBezTo>
                    <a:cubicBezTo>
                      <a:pt x="3" y="60"/>
                      <a:pt x="0" y="57"/>
                      <a:pt x="0" y="5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6" y="0"/>
                      <a:pt x="48" y="2"/>
                      <a:pt x="48" y="6"/>
                    </a:cubicBezTo>
                    <a:cubicBezTo>
                      <a:pt x="48" y="54"/>
                      <a:pt x="48" y="54"/>
                      <a:pt x="48" y="54"/>
                    </a:cubicBezTo>
                    <a:cubicBezTo>
                      <a:pt x="48" y="57"/>
                      <a:pt x="46" y="60"/>
                      <a:pt x="42" y="60"/>
                    </a:cubicBezTo>
                    <a:close/>
                    <a:moveTo>
                      <a:pt x="12" y="48"/>
                    </a:moveTo>
                    <a:cubicBezTo>
                      <a:pt x="36" y="48"/>
                      <a:pt x="36" y="48"/>
                      <a:pt x="36" y="48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48"/>
                    </a:ln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82" name="Google Shape;3382;p344"/>
              <p:cNvSpPr/>
              <p:nvPr/>
            </p:nvSpPr>
            <p:spPr>
              <a:xfrm>
                <a:off x="1495" y="1755"/>
                <a:ext cx="177" cy="18"/>
              </a:xfrm>
              <a:custGeom>
                <a:rect b="b" l="l" r="r" t="t"/>
                <a:pathLst>
                  <a:path extrusionOk="0" h="12" w="120">
                    <a:moveTo>
                      <a:pt x="11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14" y="0"/>
                      <a:pt x="114" y="0"/>
                      <a:pt x="114" y="0"/>
                    </a:cubicBezTo>
                    <a:cubicBezTo>
                      <a:pt x="118" y="0"/>
                      <a:pt x="120" y="2"/>
                      <a:pt x="120" y="6"/>
                    </a:cubicBezTo>
                    <a:cubicBezTo>
                      <a:pt x="120" y="9"/>
                      <a:pt x="118" y="12"/>
                      <a:pt x="114" y="12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83" name="Google Shape;3383;p344"/>
              <p:cNvSpPr/>
              <p:nvPr/>
            </p:nvSpPr>
            <p:spPr>
              <a:xfrm>
                <a:off x="1370" y="1844"/>
                <a:ext cx="426" cy="18"/>
              </a:xfrm>
              <a:custGeom>
                <a:rect b="b" l="l" r="r" t="t"/>
                <a:pathLst>
                  <a:path extrusionOk="0" h="12" w="288">
                    <a:moveTo>
                      <a:pt x="282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6" y="0"/>
                      <a:pt x="288" y="2"/>
                      <a:pt x="288" y="6"/>
                    </a:cubicBezTo>
                    <a:cubicBezTo>
                      <a:pt x="288" y="9"/>
                      <a:pt x="286" y="12"/>
                      <a:pt x="282" y="12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84" name="Google Shape;3384;p344"/>
              <p:cNvSpPr/>
              <p:nvPr/>
            </p:nvSpPr>
            <p:spPr>
              <a:xfrm>
                <a:off x="1477" y="1879"/>
                <a:ext cx="18" cy="231"/>
              </a:xfrm>
              <a:custGeom>
                <a:rect b="b" l="l" r="r" t="t"/>
                <a:pathLst>
                  <a:path extrusionOk="0" h="156" w="12">
                    <a:moveTo>
                      <a:pt x="6" y="156"/>
                    </a:moveTo>
                    <a:cubicBezTo>
                      <a:pt x="3" y="156"/>
                      <a:pt x="0" y="153"/>
                      <a:pt x="0" y="15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0" y="0"/>
                      <a:pt x="12" y="2"/>
                      <a:pt x="12" y="6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2" y="153"/>
                      <a:pt x="10" y="156"/>
                      <a:pt x="6" y="156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85" name="Google Shape;3385;p344"/>
              <p:cNvSpPr/>
              <p:nvPr/>
            </p:nvSpPr>
            <p:spPr>
              <a:xfrm>
                <a:off x="1565" y="1879"/>
                <a:ext cx="18" cy="231"/>
              </a:xfrm>
              <a:custGeom>
                <a:rect b="b" l="l" r="r" t="t"/>
                <a:pathLst>
                  <a:path extrusionOk="0" h="156" w="12">
                    <a:moveTo>
                      <a:pt x="6" y="156"/>
                    </a:moveTo>
                    <a:cubicBezTo>
                      <a:pt x="3" y="156"/>
                      <a:pt x="0" y="153"/>
                      <a:pt x="0" y="15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0" y="0"/>
                      <a:pt x="12" y="2"/>
                      <a:pt x="12" y="6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2" y="153"/>
                      <a:pt x="10" y="156"/>
                      <a:pt x="6" y="156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86" name="Google Shape;3386;p344"/>
              <p:cNvSpPr/>
              <p:nvPr/>
            </p:nvSpPr>
            <p:spPr>
              <a:xfrm>
                <a:off x="1654" y="1879"/>
                <a:ext cx="18" cy="231"/>
              </a:xfrm>
              <a:custGeom>
                <a:rect b="b" l="l" r="r" t="t"/>
                <a:pathLst>
                  <a:path extrusionOk="0" h="156" w="12">
                    <a:moveTo>
                      <a:pt x="6" y="156"/>
                    </a:moveTo>
                    <a:cubicBezTo>
                      <a:pt x="3" y="156"/>
                      <a:pt x="0" y="153"/>
                      <a:pt x="0" y="15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10" y="0"/>
                      <a:pt x="12" y="2"/>
                      <a:pt x="12" y="6"/>
                    </a:cubicBezTo>
                    <a:cubicBezTo>
                      <a:pt x="12" y="150"/>
                      <a:pt x="12" y="150"/>
                      <a:pt x="12" y="150"/>
                    </a:cubicBezTo>
                    <a:cubicBezTo>
                      <a:pt x="12" y="153"/>
                      <a:pt x="10" y="156"/>
                      <a:pt x="6" y="156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87" name="Google Shape;3387;p344"/>
              <p:cNvSpPr/>
              <p:nvPr/>
            </p:nvSpPr>
            <p:spPr>
              <a:xfrm>
                <a:off x="1406" y="1915"/>
                <a:ext cx="355" cy="18"/>
              </a:xfrm>
              <a:custGeom>
                <a:rect b="b" l="l" r="r" t="t"/>
                <a:pathLst>
                  <a:path extrusionOk="0" h="12" w="240">
                    <a:moveTo>
                      <a:pt x="23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38" y="0"/>
                      <a:pt x="240" y="2"/>
                      <a:pt x="240" y="6"/>
                    </a:cubicBezTo>
                    <a:cubicBezTo>
                      <a:pt x="240" y="9"/>
                      <a:pt x="238" y="12"/>
                      <a:pt x="234" y="12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88" name="Google Shape;3388;p344"/>
              <p:cNvSpPr/>
              <p:nvPr/>
            </p:nvSpPr>
            <p:spPr>
              <a:xfrm>
                <a:off x="1406" y="1986"/>
                <a:ext cx="355" cy="17"/>
              </a:xfrm>
              <a:custGeom>
                <a:rect b="b" l="l" r="r" t="t"/>
                <a:pathLst>
                  <a:path extrusionOk="0" h="12" w="240">
                    <a:moveTo>
                      <a:pt x="23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38" y="0"/>
                      <a:pt x="240" y="2"/>
                      <a:pt x="240" y="6"/>
                    </a:cubicBezTo>
                    <a:cubicBezTo>
                      <a:pt x="240" y="9"/>
                      <a:pt x="238" y="12"/>
                      <a:pt x="234" y="12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389" name="Google Shape;3389;p344"/>
              <p:cNvSpPr/>
              <p:nvPr/>
            </p:nvSpPr>
            <p:spPr>
              <a:xfrm>
                <a:off x="1406" y="2057"/>
                <a:ext cx="355" cy="17"/>
              </a:xfrm>
              <a:custGeom>
                <a:rect b="b" l="l" r="r" t="t"/>
                <a:pathLst>
                  <a:path extrusionOk="0" h="12" w="240">
                    <a:moveTo>
                      <a:pt x="234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38" y="0"/>
                      <a:pt x="240" y="2"/>
                      <a:pt x="240" y="6"/>
                    </a:cubicBezTo>
                    <a:cubicBezTo>
                      <a:pt x="240" y="9"/>
                      <a:pt x="238" y="12"/>
                      <a:pt x="234" y="12"/>
                    </a:cubicBezTo>
                    <a:close/>
                  </a:path>
                </a:pathLst>
              </a:custGeom>
              <a:solidFill>
                <a:srgbClr val="212121"/>
              </a:solidFill>
              <a:ln cap="flat" cmpd="sng" w="9525">
                <a:solidFill>
                  <a:srgbClr val="4FC3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i="1" sz="800" u="none" cap="none" strike="noStrike">
                  <a:solidFill>
                    <a:srgbClr val="00000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sp>
        <p:nvSpPr>
          <p:cNvPr id="3390" name="Google Shape;3390;p344"/>
          <p:cNvSpPr/>
          <p:nvPr/>
        </p:nvSpPr>
        <p:spPr>
          <a:xfrm>
            <a:off x="4553725" y="2039661"/>
            <a:ext cx="2067000" cy="7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&lt;Customer&gt;</a:t>
            </a: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r>
              <a:rPr lang="en" sz="800">
                <a:latin typeface="Plus Jakarta Sans"/>
                <a:ea typeface="Plus Jakarta Sans"/>
                <a:cs typeface="Plus Jakarta Sans"/>
                <a:sym typeface="Plus Jakarta Sans"/>
              </a:rPr>
              <a:t> Business and Technology Leadership Teams</a:t>
            </a:r>
            <a:endParaRPr sz="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latin typeface="Plus Jakarta Sans"/>
                <a:ea typeface="Plus Jakarta Sans"/>
                <a:cs typeface="Plus Jakarta Sans"/>
                <a:sym typeface="Plus Jakarta Sans"/>
              </a:rPr>
              <a:t>Onix</a:t>
            </a: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</a:t>
            </a:r>
            <a:r>
              <a:rPr lang="en" sz="8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Delivery Lead, Appropriate Team Leads</a:t>
            </a:r>
            <a:endParaRPr sz="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91" name="Google Shape;3391;p344"/>
          <p:cNvSpPr/>
          <p:nvPr/>
        </p:nvSpPr>
        <p:spPr>
          <a:xfrm>
            <a:off x="6971339" y="1931510"/>
            <a:ext cx="20574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Review and take </a:t>
            </a:r>
            <a:r>
              <a:rPr b="1"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design decisions</a:t>
            </a:r>
            <a:endParaRPr i="0" sz="8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Provide guidance on </a:t>
            </a:r>
            <a:r>
              <a:rPr b="1"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roadblocks</a:t>
            </a:r>
            <a:endParaRPr sz="11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Coordinate connections </a:t>
            </a:r>
            <a:r>
              <a:rPr i="0" lang="en" sz="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with appropriate groups </a:t>
            </a:r>
            <a:endParaRPr sz="11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92" name="Google Shape;3392;p344"/>
          <p:cNvSpPr/>
          <p:nvPr/>
        </p:nvSpPr>
        <p:spPr>
          <a:xfrm>
            <a:off x="263775" y="1949129"/>
            <a:ext cx="1342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OPERATING GROUP</a:t>
            </a:r>
            <a:endParaRPr b="1" i="0" sz="9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93" name="Google Shape;3393;p344"/>
          <p:cNvSpPr/>
          <p:nvPr/>
        </p:nvSpPr>
        <p:spPr>
          <a:xfrm rot="10800000">
            <a:off x="1785743" y="2335805"/>
            <a:ext cx="920329" cy="179440"/>
          </a:xfrm>
          <a:custGeom>
            <a:rect b="b" l="l" r="r" t="t"/>
            <a:pathLst>
              <a:path extrusionOk="0" h="435006" w="2359818">
                <a:moveTo>
                  <a:pt x="1179909" y="0"/>
                </a:moveTo>
                <a:cubicBezTo>
                  <a:pt x="1831555" y="0"/>
                  <a:pt x="2359818" y="97379"/>
                  <a:pt x="2359818" y="217503"/>
                </a:cubicBezTo>
                <a:lnTo>
                  <a:pt x="2354912" y="235414"/>
                </a:lnTo>
                <a:lnTo>
                  <a:pt x="2352909" y="240728"/>
                </a:lnTo>
                <a:lnTo>
                  <a:pt x="2335846" y="261338"/>
                </a:lnTo>
                <a:cubicBezTo>
                  <a:pt x="2225825" y="360450"/>
                  <a:pt x="1750099" y="435006"/>
                  <a:pt x="1179909" y="435006"/>
                </a:cubicBezTo>
                <a:cubicBezTo>
                  <a:pt x="609719" y="435006"/>
                  <a:pt x="133994" y="360450"/>
                  <a:pt x="23972" y="261338"/>
                </a:cubicBezTo>
                <a:lnTo>
                  <a:pt x="6913" y="240732"/>
                </a:lnTo>
                <a:lnTo>
                  <a:pt x="4902" y="235395"/>
                </a:lnTo>
                <a:lnTo>
                  <a:pt x="0" y="217503"/>
                </a:lnTo>
                <a:cubicBezTo>
                  <a:pt x="0" y="97379"/>
                  <a:pt x="528263" y="0"/>
                  <a:pt x="1179909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4" name="Google Shape;3394;p344"/>
          <p:cNvSpPr/>
          <p:nvPr/>
        </p:nvSpPr>
        <p:spPr>
          <a:xfrm rot="10800000">
            <a:off x="1786012" y="1863190"/>
            <a:ext cx="920804" cy="557511"/>
          </a:xfrm>
          <a:custGeom>
            <a:rect b="b" l="l" r="r" t="t"/>
            <a:pathLst>
              <a:path extrusionOk="0" h="1351543" w="2345997">
                <a:moveTo>
                  <a:pt x="2345997" y="0"/>
                </a:moveTo>
                <a:lnTo>
                  <a:pt x="1950026" y="1050852"/>
                </a:lnTo>
                <a:lnTo>
                  <a:pt x="1900068" y="1183432"/>
                </a:lnTo>
                <a:lnTo>
                  <a:pt x="1895396" y="1188555"/>
                </a:lnTo>
                <a:cubicBezTo>
                  <a:pt x="1776377" y="1284336"/>
                  <a:pt x="1497745" y="1351543"/>
                  <a:pt x="1172997" y="1351543"/>
                </a:cubicBezTo>
                <a:cubicBezTo>
                  <a:pt x="848249" y="1351543"/>
                  <a:pt x="569618" y="1284336"/>
                  <a:pt x="450598" y="1188555"/>
                </a:cubicBezTo>
                <a:lnTo>
                  <a:pt x="445929" y="1183436"/>
                </a:lnTo>
                <a:lnTo>
                  <a:pt x="395970" y="1050850"/>
                </a:lnTo>
                <a:lnTo>
                  <a:pt x="0" y="4"/>
                </a:lnTo>
                <a:lnTo>
                  <a:pt x="17060" y="20610"/>
                </a:lnTo>
                <a:cubicBezTo>
                  <a:pt x="127081" y="119722"/>
                  <a:pt x="602807" y="194278"/>
                  <a:pt x="1172997" y="194278"/>
                </a:cubicBezTo>
                <a:cubicBezTo>
                  <a:pt x="1743187" y="194278"/>
                  <a:pt x="2218913" y="119722"/>
                  <a:pt x="2328934" y="20610"/>
                </a:cubicBez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95" name="Google Shape;3395;p344"/>
          <p:cNvGrpSpPr/>
          <p:nvPr/>
        </p:nvGrpSpPr>
        <p:grpSpPr>
          <a:xfrm>
            <a:off x="2070462" y="1918060"/>
            <a:ext cx="378206" cy="376449"/>
            <a:chOff x="2849478" y="1606910"/>
            <a:chExt cx="402947" cy="359997"/>
          </a:xfrm>
        </p:grpSpPr>
        <p:sp>
          <p:nvSpPr>
            <p:cNvPr id="3396" name="Google Shape;3396;p344"/>
            <p:cNvSpPr/>
            <p:nvPr/>
          </p:nvSpPr>
          <p:spPr>
            <a:xfrm>
              <a:off x="3000240" y="1606910"/>
              <a:ext cx="100508" cy="97766"/>
            </a:xfrm>
            <a:custGeom>
              <a:rect b="b" l="l" r="r" t="t"/>
              <a:pathLst>
                <a:path extrusionOk="0" h="72" w="72">
                  <a:moveTo>
                    <a:pt x="36" y="72"/>
                  </a:moveTo>
                  <a:cubicBezTo>
                    <a:pt x="17" y="72"/>
                    <a:pt x="0" y="55"/>
                    <a:pt x="0" y="36"/>
                  </a:cubicBezTo>
                  <a:cubicBezTo>
                    <a:pt x="0" y="16"/>
                    <a:pt x="17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5"/>
                    <a:pt x="56" y="72"/>
                    <a:pt x="36" y="72"/>
                  </a:cubicBezTo>
                  <a:close/>
                  <a:moveTo>
                    <a:pt x="36" y="12"/>
                  </a:moveTo>
                  <a:cubicBezTo>
                    <a:pt x="23" y="12"/>
                    <a:pt x="12" y="22"/>
                    <a:pt x="12" y="36"/>
                  </a:cubicBezTo>
                  <a:cubicBezTo>
                    <a:pt x="12" y="49"/>
                    <a:pt x="23" y="60"/>
                    <a:pt x="36" y="60"/>
                  </a:cubicBezTo>
                  <a:cubicBezTo>
                    <a:pt x="50" y="60"/>
                    <a:pt x="60" y="49"/>
                    <a:pt x="60" y="36"/>
                  </a:cubicBezTo>
                  <a:cubicBezTo>
                    <a:pt x="60" y="22"/>
                    <a:pt x="50" y="12"/>
                    <a:pt x="36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7" name="Google Shape;3397;p344"/>
            <p:cNvSpPr/>
            <p:nvPr/>
          </p:nvSpPr>
          <p:spPr>
            <a:xfrm>
              <a:off x="3134556" y="1639803"/>
              <a:ext cx="67615" cy="64873"/>
            </a:xfrm>
            <a:custGeom>
              <a:rect b="b" l="l" r="r" t="t"/>
              <a:pathLst>
                <a:path extrusionOk="0" h="48" w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8" y="10"/>
                    <a:pt x="48" y="24"/>
                  </a:cubicBezTo>
                  <a:cubicBezTo>
                    <a:pt x="48" y="37"/>
                    <a:pt x="38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8" name="Google Shape;3398;p344"/>
            <p:cNvSpPr/>
            <p:nvPr/>
          </p:nvSpPr>
          <p:spPr>
            <a:xfrm>
              <a:off x="2899732" y="1639803"/>
              <a:ext cx="66701" cy="64873"/>
            </a:xfrm>
            <a:custGeom>
              <a:rect b="b" l="l" r="r" t="t"/>
              <a:pathLst>
                <a:path extrusionOk="0" h="48" w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8" y="10"/>
                    <a:pt x="48" y="24"/>
                  </a:cubicBezTo>
                  <a:cubicBezTo>
                    <a:pt x="48" y="37"/>
                    <a:pt x="38" y="48"/>
                    <a:pt x="24" y="48"/>
                  </a:cubicBezTo>
                  <a:close/>
                  <a:moveTo>
                    <a:pt x="24" y="12"/>
                  </a:moveTo>
                  <a:cubicBezTo>
                    <a:pt x="18" y="12"/>
                    <a:pt x="12" y="17"/>
                    <a:pt x="12" y="24"/>
                  </a:cubicBezTo>
                  <a:cubicBezTo>
                    <a:pt x="12" y="30"/>
                    <a:pt x="18" y="36"/>
                    <a:pt x="24" y="36"/>
                  </a:cubicBezTo>
                  <a:cubicBezTo>
                    <a:pt x="31" y="36"/>
                    <a:pt x="36" y="30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9" name="Google Shape;3399;p344"/>
            <p:cNvSpPr/>
            <p:nvPr/>
          </p:nvSpPr>
          <p:spPr>
            <a:xfrm>
              <a:off x="2849478" y="1888329"/>
              <a:ext cx="402947" cy="78578"/>
            </a:xfrm>
            <a:custGeom>
              <a:rect b="b" l="l" r="r" t="t"/>
              <a:pathLst>
                <a:path extrusionOk="0" h="58" w="288">
                  <a:moveTo>
                    <a:pt x="144" y="58"/>
                  </a:moveTo>
                  <a:cubicBezTo>
                    <a:pt x="130" y="58"/>
                    <a:pt x="0" y="57"/>
                    <a:pt x="0" y="28"/>
                  </a:cubicBezTo>
                  <a:cubicBezTo>
                    <a:pt x="0" y="14"/>
                    <a:pt x="28" y="5"/>
                    <a:pt x="83" y="0"/>
                  </a:cubicBezTo>
                  <a:cubicBezTo>
                    <a:pt x="87" y="0"/>
                    <a:pt x="90" y="2"/>
                    <a:pt x="90" y="6"/>
                  </a:cubicBezTo>
                  <a:cubicBezTo>
                    <a:pt x="90" y="9"/>
                    <a:pt x="88" y="12"/>
                    <a:pt x="84" y="12"/>
                  </a:cubicBezTo>
                  <a:cubicBezTo>
                    <a:pt x="33" y="16"/>
                    <a:pt x="16" y="24"/>
                    <a:pt x="13" y="28"/>
                  </a:cubicBezTo>
                  <a:cubicBezTo>
                    <a:pt x="19" y="34"/>
                    <a:pt x="65" y="46"/>
                    <a:pt x="144" y="46"/>
                  </a:cubicBezTo>
                  <a:cubicBezTo>
                    <a:pt x="223" y="46"/>
                    <a:pt x="270" y="34"/>
                    <a:pt x="276" y="28"/>
                  </a:cubicBezTo>
                  <a:cubicBezTo>
                    <a:pt x="273" y="24"/>
                    <a:pt x="255" y="16"/>
                    <a:pt x="204" y="12"/>
                  </a:cubicBezTo>
                  <a:cubicBezTo>
                    <a:pt x="201" y="12"/>
                    <a:pt x="198" y="9"/>
                    <a:pt x="198" y="6"/>
                  </a:cubicBezTo>
                  <a:cubicBezTo>
                    <a:pt x="199" y="2"/>
                    <a:pt x="202" y="0"/>
                    <a:pt x="205" y="0"/>
                  </a:cubicBezTo>
                  <a:cubicBezTo>
                    <a:pt x="260" y="5"/>
                    <a:pt x="288" y="14"/>
                    <a:pt x="288" y="28"/>
                  </a:cubicBezTo>
                  <a:cubicBezTo>
                    <a:pt x="288" y="57"/>
                    <a:pt x="159" y="58"/>
                    <a:pt x="144" y="58"/>
                  </a:cubicBezTo>
                  <a:close/>
                  <a:moveTo>
                    <a:pt x="277" y="28"/>
                  </a:moveTo>
                  <a:cubicBezTo>
                    <a:pt x="277" y="28"/>
                    <a:pt x="277" y="28"/>
                    <a:pt x="277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0" name="Google Shape;3400;p344"/>
            <p:cNvSpPr/>
            <p:nvPr/>
          </p:nvSpPr>
          <p:spPr>
            <a:xfrm>
              <a:off x="3000240" y="1721122"/>
              <a:ext cx="100508" cy="164466"/>
            </a:xfrm>
            <a:custGeom>
              <a:rect b="b" l="l" r="r" t="t"/>
              <a:pathLst>
                <a:path extrusionOk="0" h="120" w="72">
                  <a:moveTo>
                    <a:pt x="66" y="120"/>
                  </a:moveTo>
                  <a:cubicBezTo>
                    <a:pt x="6" y="120"/>
                    <a:pt x="6" y="120"/>
                    <a:pt x="6" y="120"/>
                  </a:cubicBezTo>
                  <a:cubicBezTo>
                    <a:pt x="3" y="120"/>
                    <a:pt x="0" y="117"/>
                    <a:pt x="0" y="114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6"/>
                    <a:pt x="17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114"/>
                    <a:pt x="72" y="114"/>
                    <a:pt x="72" y="114"/>
                  </a:cubicBezTo>
                  <a:cubicBezTo>
                    <a:pt x="72" y="117"/>
                    <a:pt x="70" y="120"/>
                    <a:pt x="66" y="120"/>
                  </a:cubicBezTo>
                  <a:close/>
                  <a:moveTo>
                    <a:pt x="12" y="108"/>
                  </a:moveTo>
                  <a:cubicBezTo>
                    <a:pt x="60" y="108"/>
                    <a:pt x="60" y="108"/>
                    <a:pt x="60" y="108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0" y="22"/>
                    <a:pt x="50" y="12"/>
                    <a:pt x="36" y="12"/>
                  </a:cubicBezTo>
                  <a:cubicBezTo>
                    <a:pt x="23" y="12"/>
                    <a:pt x="12" y="22"/>
                    <a:pt x="12" y="36"/>
                  </a:cubicBezTo>
                  <a:lnTo>
                    <a:pt x="12" y="1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1" name="Google Shape;3401;p344"/>
            <p:cNvSpPr/>
            <p:nvPr/>
          </p:nvSpPr>
          <p:spPr>
            <a:xfrm>
              <a:off x="3134556" y="1721122"/>
              <a:ext cx="67615" cy="131573"/>
            </a:xfrm>
            <a:custGeom>
              <a:rect b="b" l="l" r="r" t="t"/>
              <a:pathLst>
                <a:path extrusionOk="0" h="96" w="48">
                  <a:moveTo>
                    <a:pt x="42" y="96"/>
                  </a:moveTo>
                  <a:cubicBezTo>
                    <a:pt x="6" y="96"/>
                    <a:pt x="6" y="96"/>
                    <a:pt x="6" y="96"/>
                  </a:cubicBezTo>
                  <a:cubicBezTo>
                    <a:pt x="3" y="96"/>
                    <a:pt x="0" y="93"/>
                    <a:pt x="0" y="9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8" y="10"/>
                    <a:pt x="48" y="24"/>
                  </a:cubicBezTo>
                  <a:cubicBezTo>
                    <a:pt x="48" y="90"/>
                    <a:pt x="48" y="90"/>
                    <a:pt x="48" y="90"/>
                  </a:cubicBezTo>
                  <a:cubicBezTo>
                    <a:pt x="48" y="93"/>
                    <a:pt x="46" y="96"/>
                    <a:pt x="42" y="96"/>
                  </a:cubicBezTo>
                  <a:close/>
                  <a:moveTo>
                    <a:pt x="12" y="84"/>
                  </a:moveTo>
                  <a:cubicBezTo>
                    <a:pt x="36" y="84"/>
                    <a:pt x="36" y="84"/>
                    <a:pt x="36" y="84"/>
                  </a:cubicBezTo>
                  <a:cubicBezTo>
                    <a:pt x="36" y="24"/>
                    <a:pt x="36" y="24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ubicBezTo>
                    <a:pt x="18" y="12"/>
                    <a:pt x="12" y="17"/>
                    <a:pt x="12" y="24"/>
                  </a:cubicBezTo>
                  <a:lnTo>
                    <a:pt x="12" y="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2" name="Google Shape;3402;p344"/>
            <p:cNvSpPr/>
            <p:nvPr/>
          </p:nvSpPr>
          <p:spPr>
            <a:xfrm>
              <a:off x="2899732" y="1721122"/>
              <a:ext cx="66701" cy="131573"/>
            </a:xfrm>
            <a:custGeom>
              <a:rect b="b" l="l" r="r" t="t"/>
              <a:pathLst>
                <a:path extrusionOk="0" h="96" w="48">
                  <a:moveTo>
                    <a:pt x="42" y="96"/>
                  </a:moveTo>
                  <a:cubicBezTo>
                    <a:pt x="6" y="96"/>
                    <a:pt x="6" y="96"/>
                    <a:pt x="6" y="96"/>
                  </a:cubicBezTo>
                  <a:cubicBezTo>
                    <a:pt x="3" y="96"/>
                    <a:pt x="0" y="93"/>
                    <a:pt x="0" y="9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1" y="0"/>
                    <a:pt x="24" y="0"/>
                  </a:cubicBezTo>
                  <a:cubicBezTo>
                    <a:pt x="38" y="0"/>
                    <a:pt x="48" y="10"/>
                    <a:pt x="48" y="24"/>
                  </a:cubicBezTo>
                  <a:cubicBezTo>
                    <a:pt x="48" y="90"/>
                    <a:pt x="48" y="90"/>
                    <a:pt x="48" y="90"/>
                  </a:cubicBezTo>
                  <a:cubicBezTo>
                    <a:pt x="48" y="93"/>
                    <a:pt x="46" y="96"/>
                    <a:pt x="42" y="96"/>
                  </a:cubicBezTo>
                  <a:close/>
                  <a:moveTo>
                    <a:pt x="12" y="84"/>
                  </a:moveTo>
                  <a:cubicBezTo>
                    <a:pt x="36" y="84"/>
                    <a:pt x="36" y="84"/>
                    <a:pt x="36" y="84"/>
                  </a:cubicBezTo>
                  <a:cubicBezTo>
                    <a:pt x="36" y="24"/>
                    <a:pt x="36" y="24"/>
                    <a:pt x="36" y="24"/>
                  </a:cubicBezTo>
                  <a:cubicBezTo>
                    <a:pt x="36" y="17"/>
                    <a:pt x="31" y="12"/>
                    <a:pt x="24" y="12"/>
                  </a:cubicBezTo>
                  <a:cubicBezTo>
                    <a:pt x="18" y="12"/>
                    <a:pt x="12" y="17"/>
                    <a:pt x="12" y="24"/>
                  </a:cubicBezTo>
                  <a:lnTo>
                    <a:pt x="12" y="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03" name="Google Shape;3403;p344"/>
          <p:cNvSpPr/>
          <p:nvPr/>
        </p:nvSpPr>
        <p:spPr>
          <a:xfrm rot="10800000">
            <a:off x="1945411" y="1622362"/>
            <a:ext cx="628847" cy="199278"/>
          </a:xfrm>
          <a:custGeom>
            <a:rect b="b" l="l" r="r" t="t"/>
            <a:pathLst>
              <a:path extrusionOk="0" h="365648" w="1122941">
                <a:moveTo>
                  <a:pt x="561470" y="0"/>
                </a:moveTo>
                <a:cubicBezTo>
                  <a:pt x="833324" y="0"/>
                  <a:pt x="1060139" y="62669"/>
                  <a:pt x="1112595" y="145979"/>
                </a:cubicBezTo>
                <a:lnTo>
                  <a:pt x="1122941" y="179331"/>
                </a:lnTo>
                <a:lnTo>
                  <a:pt x="1104578" y="228063"/>
                </a:lnTo>
                <a:lnTo>
                  <a:pt x="1079816" y="253987"/>
                </a:lnTo>
                <a:cubicBezTo>
                  <a:pt x="994416" y="319606"/>
                  <a:pt x="794488" y="365648"/>
                  <a:pt x="561470" y="365648"/>
                </a:cubicBezTo>
                <a:cubicBezTo>
                  <a:pt x="328453" y="365648"/>
                  <a:pt x="128525" y="319606"/>
                  <a:pt x="43124" y="253987"/>
                </a:cubicBezTo>
                <a:lnTo>
                  <a:pt x="18363" y="228063"/>
                </a:lnTo>
                <a:lnTo>
                  <a:pt x="0" y="179331"/>
                </a:lnTo>
                <a:lnTo>
                  <a:pt x="10345" y="145979"/>
                </a:lnTo>
                <a:cubicBezTo>
                  <a:pt x="62801" y="62669"/>
                  <a:pt x="289616" y="0"/>
                  <a:pt x="561470" y="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4" name="Google Shape;3404;p344"/>
          <p:cNvSpPr/>
          <p:nvPr/>
        </p:nvSpPr>
        <p:spPr>
          <a:xfrm rot="10800000">
            <a:off x="1955677" y="987518"/>
            <a:ext cx="608280" cy="714588"/>
          </a:xfrm>
          <a:custGeom>
            <a:rect b="b" l="l" r="r" t="t"/>
            <a:pathLst>
              <a:path extrusionOk="0" h="1311170" w="1086215">
                <a:moveTo>
                  <a:pt x="0" y="0"/>
                </a:moveTo>
                <a:lnTo>
                  <a:pt x="24761" y="25924"/>
                </a:lnTo>
                <a:cubicBezTo>
                  <a:pt x="110162" y="91543"/>
                  <a:pt x="310090" y="137585"/>
                  <a:pt x="543107" y="137585"/>
                </a:cubicBezTo>
                <a:cubicBezTo>
                  <a:pt x="776125" y="137585"/>
                  <a:pt x="976053" y="91543"/>
                  <a:pt x="1061453" y="25924"/>
                </a:cubicBezTo>
                <a:lnTo>
                  <a:pt x="1086215" y="0"/>
                </a:lnTo>
                <a:lnTo>
                  <a:pt x="609694" y="1264620"/>
                </a:lnTo>
                <a:lnTo>
                  <a:pt x="609693" y="1264620"/>
                </a:lnTo>
                <a:lnTo>
                  <a:pt x="608026" y="1269044"/>
                </a:lnTo>
                <a:lnTo>
                  <a:pt x="593773" y="1290182"/>
                </a:lnTo>
                <a:cubicBezTo>
                  <a:pt x="580806" y="1303150"/>
                  <a:pt x="562892" y="1311170"/>
                  <a:pt x="543104" y="1311170"/>
                </a:cubicBezTo>
                <a:cubicBezTo>
                  <a:pt x="523317" y="1311170"/>
                  <a:pt x="505402" y="1303150"/>
                  <a:pt x="492435" y="1290182"/>
                </a:cubicBezTo>
                <a:lnTo>
                  <a:pt x="478192" y="1269057"/>
                </a:lnTo>
                <a:lnTo>
                  <a:pt x="476511" y="1264596"/>
                </a:lnTo>
                <a:cubicBezTo>
                  <a:pt x="476511" y="1264594"/>
                  <a:pt x="476510" y="1264593"/>
                  <a:pt x="476510" y="1264591"/>
                </a:cubicBezTo>
                <a:lnTo>
                  <a:pt x="0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05" name="Google Shape;3405;p344"/>
          <p:cNvGrpSpPr/>
          <p:nvPr/>
        </p:nvGrpSpPr>
        <p:grpSpPr>
          <a:xfrm>
            <a:off x="2098909" y="1271397"/>
            <a:ext cx="321535" cy="302788"/>
            <a:chOff x="5466553" y="5401805"/>
            <a:chExt cx="485702" cy="474663"/>
          </a:xfrm>
        </p:grpSpPr>
        <p:sp>
          <p:nvSpPr>
            <p:cNvPr id="3406" name="Google Shape;3406;p344"/>
            <p:cNvSpPr/>
            <p:nvPr/>
          </p:nvSpPr>
          <p:spPr>
            <a:xfrm>
              <a:off x="5496357" y="5559658"/>
              <a:ext cx="101556" cy="99348"/>
            </a:xfrm>
            <a:custGeom>
              <a:rect b="b" l="l" r="r" t="t"/>
              <a:pathLst>
                <a:path extrusionOk="0" h="60" w="60">
                  <a:moveTo>
                    <a:pt x="30" y="60"/>
                  </a:moveTo>
                  <a:cubicBezTo>
                    <a:pt x="13" y="60"/>
                    <a:pt x="0" y="46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60" y="13"/>
                    <a:pt x="60" y="30"/>
                  </a:cubicBezTo>
                  <a:cubicBezTo>
                    <a:pt x="60" y="46"/>
                    <a:pt x="46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7" name="Google Shape;3407;p344"/>
            <p:cNvSpPr/>
            <p:nvPr/>
          </p:nvSpPr>
          <p:spPr>
            <a:xfrm>
              <a:off x="5466553" y="5678876"/>
              <a:ext cx="162269" cy="197592"/>
            </a:xfrm>
            <a:custGeom>
              <a:rect b="b" l="l" r="r" t="t"/>
              <a:pathLst>
                <a:path extrusionOk="0" h="120" w="96">
                  <a:moveTo>
                    <a:pt x="66" y="120"/>
                  </a:moveTo>
                  <a:cubicBezTo>
                    <a:pt x="30" y="120"/>
                    <a:pt x="30" y="120"/>
                    <a:pt x="30" y="120"/>
                  </a:cubicBezTo>
                  <a:cubicBezTo>
                    <a:pt x="27" y="120"/>
                    <a:pt x="24" y="117"/>
                    <a:pt x="24" y="114"/>
                  </a:cubicBezTo>
                  <a:cubicBezTo>
                    <a:pt x="24" y="69"/>
                    <a:pt x="24" y="69"/>
                    <a:pt x="24" y="69"/>
                  </a:cubicBezTo>
                  <a:cubicBezTo>
                    <a:pt x="2" y="61"/>
                    <a:pt x="0" y="34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2"/>
                    <a:pt x="96" y="6"/>
                  </a:cubicBezTo>
                  <a:cubicBezTo>
                    <a:pt x="96" y="34"/>
                    <a:pt x="94" y="61"/>
                    <a:pt x="72" y="69"/>
                  </a:cubicBezTo>
                  <a:cubicBezTo>
                    <a:pt x="72" y="114"/>
                    <a:pt x="72" y="114"/>
                    <a:pt x="72" y="114"/>
                  </a:cubicBezTo>
                  <a:cubicBezTo>
                    <a:pt x="72" y="117"/>
                    <a:pt x="69" y="120"/>
                    <a:pt x="66" y="120"/>
                  </a:cubicBezTo>
                  <a:close/>
                  <a:moveTo>
                    <a:pt x="36" y="108"/>
                  </a:moveTo>
                  <a:cubicBezTo>
                    <a:pt x="60" y="108"/>
                    <a:pt x="60" y="108"/>
                    <a:pt x="60" y="108"/>
                  </a:cubicBezTo>
                  <a:cubicBezTo>
                    <a:pt x="60" y="65"/>
                    <a:pt x="60" y="65"/>
                    <a:pt x="60" y="65"/>
                  </a:cubicBezTo>
                  <a:cubicBezTo>
                    <a:pt x="60" y="62"/>
                    <a:pt x="62" y="60"/>
                    <a:pt x="64" y="59"/>
                  </a:cubicBezTo>
                  <a:cubicBezTo>
                    <a:pt x="80" y="55"/>
                    <a:pt x="83" y="39"/>
                    <a:pt x="84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39"/>
                    <a:pt x="16" y="55"/>
                    <a:pt x="31" y="59"/>
                  </a:cubicBezTo>
                  <a:cubicBezTo>
                    <a:pt x="34" y="60"/>
                    <a:pt x="36" y="62"/>
                    <a:pt x="36" y="65"/>
                  </a:cubicBezTo>
                  <a:lnTo>
                    <a:pt x="36" y="1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8" name="Google Shape;3408;p344"/>
            <p:cNvSpPr/>
            <p:nvPr/>
          </p:nvSpPr>
          <p:spPr>
            <a:xfrm>
              <a:off x="5820895" y="5559658"/>
              <a:ext cx="101556" cy="99348"/>
            </a:xfrm>
            <a:custGeom>
              <a:rect b="b" l="l" r="r" t="t"/>
              <a:pathLst>
                <a:path extrusionOk="0" h="60" w="60">
                  <a:moveTo>
                    <a:pt x="30" y="60"/>
                  </a:moveTo>
                  <a:cubicBezTo>
                    <a:pt x="13" y="60"/>
                    <a:pt x="0" y="46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60" y="13"/>
                    <a:pt x="60" y="30"/>
                  </a:cubicBezTo>
                  <a:cubicBezTo>
                    <a:pt x="60" y="46"/>
                    <a:pt x="46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9" name="Google Shape;3409;p344"/>
            <p:cNvSpPr/>
            <p:nvPr/>
          </p:nvSpPr>
          <p:spPr>
            <a:xfrm>
              <a:off x="5789986" y="5678876"/>
              <a:ext cx="162269" cy="197592"/>
            </a:xfrm>
            <a:custGeom>
              <a:rect b="b" l="l" r="r" t="t"/>
              <a:pathLst>
                <a:path extrusionOk="0" h="120" w="96">
                  <a:moveTo>
                    <a:pt x="66" y="120"/>
                  </a:moveTo>
                  <a:cubicBezTo>
                    <a:pt x="30" y="120"/>
                    <a:pt x="30" y="120"/>
                    <a:pt x="30" y="120"/>
                  </a:cubicBezTo>
                  <a:cubicBezTo>
                    <a:pt x="27" y="120"/>
                    <a:pt x="24" y="117"/>
                    <a:pt x="24" y="114"/>
                  </a:cubicBezTo>
                  <a:cubicBezTo>
                    <a:pt x="24" y="69"/>
                    <a:pt x="24" y="69"/>
                    <a:pt x="24" y="69"/>
                  </a:cubicBezTo>
                  <a:cubicBezTo>
                    <a:pt x="2" y="61"/>
                    <a:pt x="0" y="34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2"/>
                    <a:pt x="96" y="6"/>
                  </a:cubicBezTo>
                  <a:cubicBezTo>
                    <a:pt x="96" y="34"/>
                    <a:pt x="94" y="61"/>
                    <a:pt x="72" y="69"/>
                  </a:cubicBezTo>
                  <a:cubicBezTo>
                    <a:pt x="72" y="114"/>
                    <a:pt x="72" y="114"/>
                    <a:pt x="72" y="114"/>
                  </a:cubicBezTo>
                  <a:cubicBezTo>
                    <a:pt x="72" y="117"/>
                    <a:pt x="69" y="120"/>
                    <a:pt x="66" y="120"/>
                  </a:cubicBezTo>
                  <a:close/>
                  <a:moveTo>
                    <a:pt x="36" y="108"/>
                  </a:moveTo>
                  <a:cubicBezTo>
                    <a:pt x="60" y="108"/>
                    <a:pt x="60" y="108"/>
                    <a:pt x="60" y="108"/>
                  </a:cubicBezTo>
                  <a:cubicBezTo>
                    <a:pt x="60" y="65"/>
                    <a:pt x="60" y="65"/>
                    <a:pt x="60" y="65"/>
                  </a:cubicBezTo>
                  <a:cubicBezTo>
                    <a:pt x="60" y="62"/>
                    <a:pt x="62" y="60"/>
                    <a:pt x="64" y="59"/>
                  </a:cubicBezTo>
                  <a:cubicBezTo>
                    <a:pt x="80" y="55"/>
                    <a:pt x="83" y="39"/>
                    <a:pt x="84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39"/>
                    <a:pt x="16" y="55"/>
                    <a:pt x="31" y="59"/>
                  </a:cubicBezTo>
                  <a:cubicBezTo>
                    <a:pt x="34" y="60"/>
                    <a:pt x="36" y="62"/>
                    <a:pt x="36" y="65"/>
                  </a:cubicBezTo>
                  <a:lnTo>
                    <a:pt x="36" y="1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0" name="Google Shape;3410;p344"/>
            <p:cNvSpPr/>
            <p:nvPr/>
          </p:nvSpPr>
          <p:spPr>
            <a:xfrm>
              <a:off x="5658626" y="5401805"/>
              <a:ext cx="101556" cy="99348"/>
            </a:xfrm>
            <a:custGeom>
              <a:rect b="b" l="l" r="r" t="t"/>
              <a:pathLst>
                <a:path extrusionOk="0" h="60" w="60">
                  <a:moveTo>
                    <a:pt x="30" y="60"/>
                  </a:moveTo>
                  <a:cubicBezTo>
                    <a:pt x="13" y="60"/>
                    <a:pt x="0" y="46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60" y="13"/>
                    <a:pt x="60" y="30"/>
                  </a:cubicBezTo>
                  <a:cubicBezTo>
                    <a:pt x="60" y="46"/>
                    <a:pt x="46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1" name="Google Shape;3411;p344"/>
            <p:cNvSpPr/>
            <p:nvPr/>
          </p:nvSpPr>
          <p:spPr>
            <a:xfrm>
              <a:off x="5628822" y="5521023"/>
              <a:ext cx="161165" cy="197592"/>
            </a:xfrm>
            <a:custGeom>
              <a:rect b="b" l="l" r="r" t="t"/>
              <a:pathLst>
                <a:path extrusionOk="0" h="120" w="96">
                  <a:moveTo>
                    <a:pt x="66" y="120"/>
                  </a:moveTo>
                  <a:cubicBezTo>
                    <a:pt x="30" y="120"/>
                    <a:pt x="30" y="120"/>
                    <a:pt x="30" y="120"/>
                  </a:cubicBezTo>
                  <a:cubicBezTo>
                    <a:pt x="27" y="120"/>
                    <a:pt x="24" y="117"/>
                    <a:pt x="24" y="114"/>
                  </a:cubicBezTo>
                  <a:cubicBezTo>
                    <a:pt x="24" y="69"/>
                    <a:pt x="24" y="69"/>
                    <a:pt x="24" y="69"/>
                  </a:cubicBezTo>
                  <a:cubicBezTo>
                    <a:pt x="2" y="61"/>
                    <a:pt x="0" y="34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2"/>
                    <a:pt x="96" y="6"/>
                  </a:cubicBezTo>
                  <a:cubicBezTo>
                    <a:pt x="96" y="34"/>
                    <a:pt x="94" y="61"/>
                    <a:pt x="72" y="69"/>
                  </a:cubicBezTo>
                  <a:cubicBezTo>
                    <a:pt x="72" y="114"/>
                    <a:pt x="72" y="114"/>
                    <a:pt x="72" y="114"/>
                  </a:cubicBezTo>
                  <a:cubicBezTo>
                    <a:pt x="72" y="117"/>
                    <a:pt x="69" y="120"/>
                    <a:pt x="66" y="120"/>
                  </a:cubicBezTo>
                  <a:close/>
                  <a:moveTo>
                    <a:pt x="36" y="108"/>
                  </a:moveTo>
                  <a:cubicBezTo>
                    <a:pt x="60" y="108"/>
                    <a:pt x="60" y="108"/>
                    <a:pt x="60" y="108"/>
                  </a:cubicBezTo>
                  <a:cubicBezTo>
                    <a:pt x="60" y="65"/>
                    <a:pt x="60" y="65"/>
                    <a:pt x="60" y="65"/>
                  </a:cubicBezTo>
                  <a:cubicBezTo>
                    <a:pt x="60" y="62"/>
                    <a:pt x="62" y="60"/>
                    <a:pt x="64" y="59"/>
                  </a:cubicBezTo>
                  <a:cubicBezTo>
                    <a:pt x="80" y="55"/>
                    <a:pt x="83" y="39"/>
                    <a:pt x="84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39"/>
                    <a:pt x="16" y="55"/>
                    <a:pt x="31" y="59"/>
                  </a:cubicBezTo>
                  <a:cubicBezTo>
                    <a:pt x="34" y="60"/>
                    <a:pt x="36" y="62"/>
                    <a:pt x="36" y="65"/>
                  </a:cubicBezTo>
                  <a:lnTo>
                    <a:pt x="36" y="1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12" name="Google Shape;3412;p344"/>
          <p:cNvSpPr/>
          <p:nvPr/>
        </p:nvSpPr>
        <p:spPr>
          <a:xfrm rot="10800000">
            <a:off x="965508" y="3866086"/>
            <a:ext cx="2588329" cy="1031833"/>
          </a:xfrm>
          <a:custGeom>
            <a:rect b="b" l="l" r="r" t="t"/>
            <a:pathLst>
              <a:path extrusionOk="0" h="1479331" w="3710866">
                <a:moveTo>
                  <a:pt x="0" y="0"/>
                </a:moveTo>
                <a:lnTo>
                  <a:pt x="1313" y="0"/>
                </a:lnTo>
                <a:lnTo>
                  <a:pt x="9578" y="19187"/>
                </a:lnTo>
                <a:cubicBezTo>
                  <a:pt x="104595" y="128865"/>
                  <a:pt x="894751" y="214452"/>
                  <a:pt x="1855432" y="214452"/>
                </a:cubicBezTo>
                <a:cubicBezTo>
                  <a:pt x="2816114" y="214452"/>
                  <a:pt x="3606269" y="128865"/>
                  <a:pt x="3701286" y="19187"/>
                </a:cubicBezTo>
                <a:lnTo>
                  <a:pt x="3709551" y="0"/>
                </a:lnTo>
                <a:lnTo>
                  <a:pt x="3710866" y="0"/>
                </a:lnTo>
                <a:lnTo>
                  <a:pt x="3338216" y="988961"/>
                </a:lnTo>
                <a:lnTo>
                  <a:pt x="3338216" y="988961"/>
                </a:lnTo>
                <a:lnTo>
                  <a:pt x="3248004" y="1228369"/>
                </a:lnTo>
                <a:lnTo>
                  <a:pt x="3184515" y="1264210"/>
                </a:lnTo>
                <a:cubicBezTo>
                  <a:pt x="2928557" y="1392346"/>
                  <a:pt x="2429348" y="1479331"/>
                  <a:pt x="1855432" y="1479331"/>
                </a:cubicBezTo>
                <a:cubicBezTo>
                  <a:pt x="1281516" y="1479331"/>
                  <a:pt x="782308" y="1392346"/>
                  <a:pt x="526349" y="1264210"/>
                </a:cubicBezTo>
                <a:lnTo>
                  <a:pt x="462863" y="1228370"/>
                </a:lnTo>
                <a:lnTo>
                  <a:pt x="372651" y="988958"/>
                </a:lnTo>
                <a:lnTo>
                  <a:pt x="372650" y="98895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13" name="Google Shape;3413;p344"/>
          <p:cNvGrpSpPr/>
          <p:nvPr/>
        </p:nvGrpSpPr>
        <p:grpSpPr>
          <a:xfrm>
            <a:off x="1969745" y="4043832"/>
            <a:ext cx="579315" cy="564855"/>
            <a:chOff x="2585" y="663"/>
            <a:chExt cx="441" cy="430"/>
          </a:xfrm>
        </p:grpSpPr>
        <p:sp>
          <p:nvSpPr>
            <p:cNvPr id="3414" name="Google Shape;3414;p344"/>
            <p:cNvSpPr/>
            <p:nvPr/>
          </p:nvSpPr>
          <p:spPr>
            <a:xfrm>
              <a:off x="2585" y="781"/>
              <a:ext cx="110" cy="79"/>
            </a:xfrm>
            <a:custGeom>
              <a:rect b="b" l="l" r="r" t="t"/>
              <a:pathLst>
                <a:path extrusionOk="0" h="53" w="72">
                  <a:moveTo>
                    <a:pt x="72" y="53"/>
                  </a:moveTo>
                  <a:cubicBezTo>
                    <a:pt x="6" y="53"/>
                    <a:pt x="6" y="53"/>
                    <a:pt x="6" y="53"/>
                  </a:cubicBezTo>
                  <a:cubicBezTo>
                    <a:pt x="2" y="53"/>
                    <a:pt x="0" y="50"/>
                    <a:pt x="0" y="47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31"/>
                    <a:pt x="7" y="22"/>
                    <a:pt x="16" y="20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17"/>
                    <a:pt x="54" y="17"/>
                    <a:pt x="54" y="17"/>
                  </a:cubicBezTo>
                  <a:cubicBezTo>
                    <a:pt x="54" y="19"/>
                    <a:pt x="52" y="22"/>
                    <a:pt x="49" y="22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5" y="32"/>
                    <a:pt x="12" y="37"/>
                    <a:pt x="12" y="41"/>
                  </a:cubicBezTo>
                  <a:cubicBezTo>
                    <a:pt x="72" y="41"/>
                    <a:pt x="72" y="41"/>
                    <a:pt x="72" y="41"/>
                  </a:cubicBezTo>
                  <a:lnTo>
                    <a:pt x="72" y="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5" name="Google Shape;3415;p344"/>
            <p:cNvSpPr/>
            <p:nvPr/>
          </p:nvSpPr>
          <p:spPr>
            <a:xfrm>
              <a:off x="2677" y="781"/>
              <a:ext cx="110" cy="79"/>
            </a:xfrm>
            <a:custGeom>
              <a:rect b="b" l="l" r="r" t="t"/>
              <a:pathLst>
                <a:path extrusionOk="0" h="53" w="72">
                  <a:moveTo>
                    <a:pt x="66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7"/>
                    <a:pt x="56" y="32"/>
                    <a:pt x="52" y="31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9" y="22"/>
                    <a:pt x="18" y="19"/>
                    <a:pt x="18" y="1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65" y="22"/>
                    <a:pt x="72" y="31"/>
                    <a:pt x="72" y="41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2" y="50"/>
                    <a:pt x="69" y="53"/>
                    <a:pt x="66" y="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6" name="Google Shape;3416;p344"/>
            <p:cNvSpPr/>
            <p:nvPr/>
          </p:nvSpPr>
          <p:spPr>
            <a:xfrm>
              <a:off x="2622" y="663"/>
              <a:ext cx="128" cy="134"/>
            </a:xfrm>
            <a:custGeom>
              <a:rect b="b" l="l" r="r" t="t"/>
              <a:pathLst>
                <a:path extrusionOk="0" h="90" w="84">
                  <a:moveTo>
                    <a:pt x="42" y="90"/>
                  </a:moveTo>
                  <a:cubicBezTo>
                    <a:pt x="18" y="90"/>
                    <a:pt x="0" y="70"/>
                    <a:pt x="0" y="45"/>
                  </a:cubicBezTo>
                  <a:cubicBezTo>
                    <a:pt x="0" y="20"/>
                    <a:pt x="18" y="0"/>
                    <a:pt x="42" y="0"/>
                  </a:cubicBezTo>
                  <a:cubicBezTo>
                    <a:pt x="65" y="0"/>
                    <a:pt x="84" y="20"/>
                    <a:pt x="84" y="45"/>
                  </a:cubicBezTo>
                  <a:cubicBezTo>
                    <a:pt x="84" y="70"/>
                    <a:pt x="65" y="90"/>
                    <a:pt x="42" y="90"/>
                  </a:cubicBezTo>
                  <a:close/>
                  <a:moveTo>
                    <a:pt x="42" y="12"/>
                  </a:moveTo>
                  <a:cubicBezTo>
                    <a:pt x="25" y="12"/>
                    <a:pt x="12" y="27"/>
                    <a:pt x="12" y="45"/>
                  </a:cubicBezTo>
                  <a:cubicBezTo>
                    <a:pt x="12" y="63"/>
                    <a:pt x="25" y="78"/>
                    <a:pt x="42" y="78"/>
                  </a:cubicBezTo>
                  <a:cubicBezTo>
                    <a:pt x="58" y="78"/>
                    <a:pt x="72" y="63"/>
                    <a:pt x="72" y="45"/>
                  </a:cubicBezTo>
                  <a:cubicBezTo>
                    <a:pt x="72" y="27"/>
                    <a:pt x="58" y="12"/>
                    <a:pt x="42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7" name="Google Shape;3417;p344"/>
            <p:cNvSpPr/>
            <p:nvPr/>
          </p:nvSpPr>
          <p:spPr>
            <a:xfrm>
              <a:off x="2627" y="700"/>
              <a:ext cx="120" cy="38"/>
            </a:xfrm>
            <a:custGeom>
              <a:rect b="b" l="l" r="r" t="t"/>
              <a:pathLst>
                <a:path extrusionOk="0" h="25" w="79">
                  <a:moveTo>
                    <a:pt x="63" y="23"/>
                  </a:moveTo>
                  <a:cubicBezTo>
                    <a:pt x="62" y="23"/>
                    <a:pt x="60" y="23"/>
                    <a:pt x="59" y="23"/>
                  </a:cubicBezTo>
                  <a:cubicBezTo>
                    <a:pt x="53" y="22"/>
                    <a:pt x="48" y="19"/>
                    <a:pt x="44" y="15"/>
                  </a:cubicBezTo>
                  <a:cubicBezTo>
                    <a:pt x="30" y="25"/>
                    <a:pt x="11" y="24"/>
                    <a:pt x="0" y="1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14" y="12"/>
                    <a:pt x="30" y="13"/>
                    <a:pt x="40" y="2"/>
                  </a:cubicBezTo>
                  <a:cubicBezTo>
                    <a:pt x="42" y="1"/>
                    <a:pt x="44" y="0"/>
                    <a:pt x="46" y="1"/>
                  </a:cubicBezTo>
                  <a:cubicBezTo>
                    <a:pt x="47" y="1"/>
                    <a:pt x="49" y="2"/>
                    <a:pt x="50" y="4"/>
                  </a:cubicBezTo>
                  <a:cubicBezTo>
                    <a:pt x="53" y="9"/>
                    <a:pt x="58" y="10"/>
                    <a:pt x="60" y="11"/>
                  </a:cubicBezTo>
                  <a:cubicBezTo>
                    <a:pt x="65" y="11"/>
                    <a:pt x="69" y="10"/>
                    <a:pt x="70" y="9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5" y="21"/>
                    <a:pt x="69" y="23"/>
                    <a:pt x="63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8" name="Google Shape;3418;p344"/>
            <p:cNvSpPr/>
            <p:nvPr/>
          </p:nvSpPr>
          <p:spPr>
            <a:xfrm>
              <a:off x="2824" y="781"/>
              <a:ext cx="110" cy="79"/>
            </a:xfrm>
            <a:custGeom>
              <a:rect b="b" l="l" r="r" t="t"/>
              <a:pathLst>
                <a:path extrusionOk="0" h="53" w="72">
                  <a:moveTo>
                    <a:pt x="72" y="53"/>
                  </a:moveTo>
                  <a:cubicBezTo>
                    <a:pt x="6" y="53"/>
                    <a:pt x="6" y="53"/>
                    <a:pt x="6" y="53"/>
                  </a:cubicBezTo>
                  <a:cubicBezTo>
                    <a:pt x="2" y="53"/>
                    <a:pt x="0" y="50"/>
                    <a:pt x="0" y="47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31"/>
                    <a:pt x="7" y="22"/>
                    <a:pt x="16" y="20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17"/>
                    <a:pt x="54" y="17"/>
                    <a:pt x="54" y="17"/>
                  </a:cubicBezTo>
                  <a:cubicBezTo>
                    <a:pt x="54" y="19"/>
                    <a:pt x="52" y="22"/>
                    <a:pt x="49" y="22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5" y="32"/>
                    <a:pt x="12" y="37"/>
                    <a:pt x="12" y="41"/>
                  </a:cubicBezTo>
                  <a:cubicBezTo>
                    <a:pt x="72" y="41"/>
                    <a:pt x="72" y="41"/>
                    <a:pt x="72" y="41"/>
                  </a:cubicBezTo>
                  <a:lnTo>
                    <a:pt x="72" y="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9" name="Google Shape;3419;p344"/>
            <p:cNvSpPr/>
            <p:nvPr/>
          </p:nvSpPr>
          <p:spPr>
            <a:xfrm>
              <a:off x="2916" y="781"/>
              <a:ext cx="110" cy="79"/>
            </a:xfrm>
            <a:custGeom>
              <a:rect b="b" l="l" r="r" t="t"/>
              <a:pathLst>
                <a:path extrusionOk="0" h="53" w="72">
                  <a:moveTo>
                    <a:pt x="66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7"/>
                    <a:pt x="56" y="32"/>
                    <a:pt x="52" y="31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9" y="22"/>
                    <a:pt x="18" y="19"/>
                    <a:pt x="18" y="1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65" y="22"/>
                    <a:pt x="72" y="31"/>
                    <a:pt x="72" y="41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2" y="50"/>
                    <a:pt x="69" y="53"/>
                    <a:pt x="66" y="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0" name="Google Shape;3420;p344"/>
            <p:cNvSpPr/>
            <p:nvPr/>
          </p:nvSpPr>
          <p:spPr>
            <a:xfrm>
              <a:off x="2861" y="663"/>
              <a:ext cx="128" cy="134"/>
            </a:xfrm>
            <a:custGeom>
              <a:rect b="b" l="l" r="r" t="t"/>
              <a:pathLst>
                <a:path extrusionOk="0" h="90" w="84">
                  <a:moveTo>
                    <a:pt x="42" y="90"/>
                  </a:moveTo>
                  <a:cubicBezTo>
                    <a:pt x="18" y="90"/>
                    <a:pt x="0" y="70"/>
                    <a:pt x="0" y="45"/>
                  </a:cubicBezTo>
                  <a:cubicBezTo>
                    <a:pt x="0" y="20"/>
                    <a:pt x="18" y="0"/>
                    <a:pt x="42" y="0"/>
                  </a:cubicBezTo>
                  <a:cubicBezTo>
                    <a:pt x="65" y="0"/>
                    <a:pt x="84" y="20"/>
                    <a:pt x="84" y="45"/>
                  </a:cubicBezTo>
                  <a:cubicBezTo>
                    <a:pt x="84" y="70"/>
                    <a:pt x="65" y="90"/>
                    <a:pt x="42" y="90"/>
                  </a:cubicBezTo>
                  <a:close/>
                  <a:moveTo>
                    <a:pt x="42" y="12"/>
                  </a:moveTo>
                  <a:cubicBezTo>
                    <a:pt x="25" y="12"/>
                    <a:pt x="12" y="27"/>
                    <a:pt x="12" y="45"/>
                  </a:cubicBezTo>
                  <a:cubicBezTo>
                    <a:pt x="12" y="63"/>
                    <a:pt x="25" y="78"/>
                    <a:pt x="42" y="78"/>
                  </a:cubicBezTo>
                  <a:cubicBezTo>
                    <a:pt x="58" y="78"/>
                    <a:pt x="72" y="63"/>
                    <a:pt x="72" y="45"/>
                  </a:cubicBezTo>
                  <a:cubicBezTo>
                    <a:pt x="72" y="27"/>
                    <a:pt x="58" y="12"/>
                    <a:pt x="42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1" name="Google Shape;3421;p344"/>
            <p:cNvSpPr/>
            <p:nvPr/>
          </p:nvSpPr>
          <p:spPr>
            <a:xfrm>
              <a:off x="2865" y="700"/>
              <a:ext cx="120" cy="38"/>
            </a:xfrm>
            <a:custGeom>
              <a:rect b="b" l="l" r="r" t="t"/>
              <a:pathLst>
                <a:path extrusionOk="0" h="25" w="78">
                  <a:moveTo>
                    <a:pt x="63" y="23"/>
                  </a:moveTo>
                  <a:cubicBezTo>
                    <a:pt x="61" y="23"/>
                    <a:pt x="60" y="23"/>
                    <a:pt x="59" y="23"/>
                  </a:cubicBezTo>
                  <a:cubicBezTo>
                    <a:pt x="53" y="22"/>
                    <a:pt x="48" y="19"/>
                    <a:pt x="44" y="15"/>
                  </a:cubicBezTo>
                  <a:cubicBezTo>
                    <a:pt x="30" y="25"/>
                    <a:pt x="11" y="24"/>
                    <a:pt x="0" y="1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14" y="12"/>
                    <a:pt x="30" y="13"/>
                    <a:pt x="40" y="2"/>
                  </a:cubicBezTo>
                  <a:cubicBezTo>
                    <a:pt x="42" y="1"/>
                    <a:pt x="44" y="0"/>
                    <a:pt x="46" y="1"/>
                  </a:cubicBezTo>
                  <a:cubicBezTo>
                    <a:pt x="47" y="1"/>
                    <a:pt x="49" y="2"/>
                    <a:pt x="50" y="4"/>
                  </a:cubicBezTo>
                  <a:cubicBezTo>
                    <a:pt x="53" y="9"/>
                    <a:pt x="58" y="10"/>
                    <a:pt x="60" y="11"/>
                  </a:cubicBezTo>
                  <a:cubicBezTo>
                    <a:pt x="65" y="11"/>
                    <a:pt x="68" y="10"/>
                    <a:pt x="70" y="9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5" y="21"/>
                    <a:pt x="69" y="23"/>
                    <a:pt x="63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2" name="Google Shape;3422;p344"/>
            <p:cNvSpPr/>
            <p:nvPr/>
          </p:nvSpPr>
          <p:spPr>
            <a:xfrm>
              <a:off x="2705" y="1014"/>
              <a:ext cx="110" cy="79"/>
            </a:xfrm>
            <a:custGeom>
              <a:rect b="b" l="l" r="r" t="t"/>
              <a:pathLst>
                <a:path extrusionOk="0" h="53" w="72">
                  <a:moveTo>
                    <a:pt x="72" y="53"/>
                  </a:moveTo>
                  <a:cubicBezTo>
                    <a:pt x="6" y="53"/>
                    <a:pt x="6" y="53"/>
                    <a:pt x="6" y="53"/>
                  </a:cubicBezTo>
                  <a:cubicBezTo>
                    <a:pt x="2" y="53"/>
                    <a:pt x="0" y="50"/>
                    <a:pt x="0" y="47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31"/>
                    <a:pt x="7" y="22"/>
                    <a:pt x="16" y="20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17"/>
                    <a:pt x="54" y="17"/>
                    <a:pt x="54" y="17"/>
                  </a:cubicBezTo>
                  <a:cubicBezTo>
                    <a:pt x="54" y="19"/>
                    <a:pt x="52" y="22"/>
                    <a:pt x="49" y="22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5" y="32"/>
                    <a:pt x="12" y="37"/>
                    <a:pt x="12" y="41"/>
                  </a:cubicBezTo>
                  <a:cubicBezTo>
                    <a:pt x="72" y="41"/>
                    <a:pt x="72" y="41"/>
                    <a:pt x="72" y="41"/>
                  </a:cubicBezTo>
                  <a:lnTo>
                    <a:pt x="72" y="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3" name="Google Shape;3423;p344"/>
            <p:cNvSpPr/>
            <p:nvPr/>
          </p:nvSpPr>
          <p:spPr>
            <a:xfrm>
              <a:off x="2796" y="1014"/>
              <a:ext cx="111" cy="79"/>
            </a:xfrm>
            <a:custGeom>
              <a:rect b="b" l="l" r="r" t="t"/>
              <a:pathLst>
                <a:path extrusionOk="0" h="53" w="72">
                  <a:moveTo>
                    <a:pt x="66" y="53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0" y="37"/>
                    <a:pt x="56" y="32"/>
                    <a:pt x="52" y="31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9" y="22"/>
                    <a:pt x="18" y="19"/>
                    <a:pt x="18" y="1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65" y="22"/>
                    <a:pt x="72" y="31"/>
                    <a:pt x="72" y="41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2" y="50"/>
                    <a:pt x="69" y="53"/>
                    <a:pt x="66" y="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4" name="Google Shape;3424;p344"/>
            <p:cNvSpPr/>
            <p:nvPr/>
          </p:nvSpPr>
          <p:spPr>
            <a:xfrm>
              <a:off x="2741" y="896"/>
              <a:ext cx="129" cy="134"/>
            </a:xfrm>
            <a:custGeom>
              <a:rect b="b" l="l" r="r" t="t"/>
              <a:pathLst>
                <a:path extrusionOk="0" h="90" w="84">
                  <a:moveTo>
                    <a:pt x="42" y="90"/>
                  </a:moveTo>
                  <a:cubicBezTo>
                    <a:pt x="18" y="90"/>
                    <a:pt x="0" y="70"/>
                    <a:pt x="0" y="45"/>
                  </a:cubicBezTo>
                  <a:cubicBezTo>
                    <a:pt x="0" y="20"/>
                    <a:pt x="18" y="0"/>
                    <a:pt x="42" y="0"/>
                  </a:cubicBezTo>
                  <a:cubicBezTo>
                    <a:pt x="65" y="0"/>
                    <a:pt x="84" y="20"/>
                    <a:pt x="84" y="45"/>
                  </a:cubicBezTo>
                  <a:cubicBezTo>
                    <a:pt x="84" y="70"/>
                    <a:pt x="65" y="90"/>
                    <a:pt x="42" y="90"/>
                  </a:cubicBezTo>
                  <a:close/>
                  <a:moveTo>
                    <a:pt x="42" y="12"/>
                  </a:moveTo>
                  <a:cubicBezTo>
                    <a:pt x="25" y="12"/>
                    <a:pt x="12" y="27"/>
                    <a:pt x="12" y="45"/>
                  </a:cubicBezTo>
                  <a:cubicBezTo>
                    <a:pt x="12" y="63"/>
                    <a:pt x="25" y="78"/>
                    <a:pt x="42" y="78"/>
                  </a:cubicBezTo>
                  <a:cubicBezTo>
                    <a:pt x="58" y="78"/>
                    <a:pt x="72" y="63"/>
                    <a:pt x="72" y="45"/>
                  </a:cubicBezTo>
                  <a:cubicBezTo>
                    <a:pt x="72" y="27"/>
                    <a:pt x="58" y="12"/>
                    <a:pt x="42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5" name="Google Shape;3425;p344"/>
            <p:cNvSpPr/>
            <p:nvPr/>
          </p:nvSpPr>
          <p:spPr>
            <a:xfrm>
              <a:off x="2746" y="933"/>
              <a:ext cx="119" cy="38"/>
            </a:xfrm>
            <a:custGeom>
              <a:rect b="b" l="l" r="r" t="t"/>
              <a:pathLst>
                <a:path extrusionOk="0" h="25" w="78">
                  <a:moveTo>
                    <a:pt x="62" y="23"/>
                  </a:moveTo>
                  <a:cubicBezTo>
                    <a:pt x="61" y="23"/>
                    <a:pt x="60" y="23"/>
                    <a:pt x="58" y="22"/>
                  </a:cubicBezTo>
                  <a:cubicBezTo>
                    <a:pt x="53" y="21"/>
                    <a:pt x="47" y="19"/>
                    <a:pt x="44" y="15"/>
                  </a:cubicBezTo>
                  <a:cubicBezTo>
                    <a:pt x="30" y="25"/>
                    <a:pt x="11" y="24"/>
                    <a:pt x="0" y="1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14" y="12"/>
                    <a:pt x="30" y="13"/>
                    <a:pt x="40" y="2"/>
                  </a:cubicBezTo>
                  <a:cubicBezTo>
                    <a:pt x="42" y="1"/>
                    <a:pt x="44" y="0"/>
                    <a:pt x="46" y="1"/>
                  </a:cubicBezTo>
                  <a:cubicBezTo>
                    <a:pt x="47" y="1"/>
                    <a:pt x="49" y="2"/>
                    <a:pt x="50" y="4"/>
                  </a:cubicBezTo>
                  <a:cubicBezTo>
                    <a:pt x="53" y="9"/>
                    <a:pt x="57" y="10"/>
                    <a:pt x="60" y="10"/>
                  </a:cubicBezTo>
                  <a:cubicBezTo>
                    <a:pt x="64" y="11"/>
                    <a:pt x="68" y="10"/>
                    <a:pt x="70" y="8"/>
                  </a:cubicBezTo>
                  <a:cubicBezTo>
                    <a:pt x="78" y="17"/>
                    <a:pt x="78" y="17"/>
                    <a:pt x="78" y="17"/>
                  </a:cubicBezTo>
                  <a:cubicBezTo>
                    <a:pt x="75" y="21"/>
                    <a:pt x="69" y="23"/>
                    <a:pt x="62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6" name="Google Shape;3426;p344"/>
            <p:cNvSpPr/>
            <p:nvPr/>
          </p:nvSpPr>
          <p:spPr>
            <a:xfrm>
              <a:off x="2648" y="877"/>
              <a:ext cx="66" cy="64"/>
            </a:xfrm>
            <a:custGeom>
              <a:rect b="b" l="l" r="r" t="t"/>
              <a:pathLst>
                <a:path extrusionOk="0" h="43" w="43">
                  <a:moveTo>
                    <a:pt x="37" y="43"/>
                  </a:moveTo>
                  <a:cubicBezTo>
                    <a:pt x="35" y="43"/>
                    <a:pt x="34" y="42"/>
                    <a:pt x="32" y="4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9"/>
                    <a:pt x="0" y="5"/>
                    <a:pt x="2" y="2"/>
                  </a:cubicBezTo>
                  <a:cubicBezTo>
                    <a:pt x="5" y="0"/>
                    <a:pt x="9" y="0"/>
                    <a:pt x="11" y="2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3" y="35"/>
                    <a:pt x="43" y="39"/>
                    <a:pt x="41" y="41"/>
                  </a:cubicBezTo>
                  <a:cubicBezTo>
                    <a:pt x="40" y="42"/>
                    <a:pt x="38" y="43"/>
                    <a:pt x="37" y="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7" name="Google Shape;3427;p344"/>
            <p:cNvSpPr/>
            <p:nvPr/>
          </p:nvSpPr>
          <p:spPr>
            <a:xfrm>
              <a:off x="2896" y="877"/>
              <a:ext cx="66" cy="64"/>
            </a:xfrm>
            <a:custGeom>
              <a:rect b="b" l="l" r="r" t="t"/>
              <a:pathLst>
                <a:path extrusionOk="0" h="43" w="43">
                  <a:moveTo>
                    <a:pt x="7" y="43"/>
                  </a:moveTo>
                  <a:cubicBezTo>
                    <a:pt x="5" y="43"/>
                    <a:pt x="4" y="42"/>
                    <a:pt x="2" y="41"/>
                  </a:cubicBezTo>
                  <a:cubicBezTo>
                    <a:pt x="0" y="39"/>
                    <a:pt x="0" y="35"/>
                    <a:pt x="2" y="32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5" y="0"/>
                    <a:pt x="39" y="0"/>
                    <a:pt x="41" y="2"/>
                  </a:cubicBezTo>
                  <a:cubicBezTo>
                    <a:pt x="43" y="5"/>
                    <a:pt x="43" y="9"/>
                    <a:pt x="41" y="1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0" y="42"/>
                    <a:pt x="8" y="43"/>
                    <a:pt x="7" y="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1" name="Shape 3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2" name="Google Shape;3432;p34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Onix Governance Model</a:t>
            </a:r>
            <a:endParaRPr/>
          </a:p>
        </p:txBody>
      </p:sp>
      <p:graphicFrame>
        <p:nvGraphicFramePr>
          <p:cNvPr id="3433" name="Google Shape;3433;p345"/>
          <p:cNvGraphicFramePr/>
          <p:nvPr/>
        </p:nvGraphicFramePr>
        <p:xfrm>
          <a:off x="694338" y="107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{613A0997-6323-4278-BD82-C2A74B1DFADB}</a:tableStyleId>
              </a:tblPr>
              <a:tblGrid>
                <a:gridCol w="1270850"/>
                <a:gridCol w="2127525"/>
                <a:gridCol w="3948050"/>
                <a:gridCol w="736975"/>
              </a:tblGrid>
              <a:tr h="97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Strategy and Planning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Plus Jakarta Sans"/>
                        <a:buChar char="❖"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FAF Executive Leadership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Plus Jakarta Sans"/>
                        <a:buChar char="❖"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Onix Executive Sponsors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Plus Jakarta Sans"/>
                        <a:buChar char="❖"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Program Director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Plus Jakarta Sans"/>
                        <a:buChar char="❖"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Technical Director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Plus Jakarta Sans"/>
                        <a:buChar char="➔"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Assessment of overall health of engagement, top-down proactive-set strategic direction and planning and strategic decision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Plus Jakarta Sans"/>
                        <a:buChar char="➔"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Business review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Plus Jakarta Sans"/>
                        <a:buChar char="➔"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Future partnership planning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Quarterly</a:t>
                      </a:r>
                      <a:endParaRPr b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Data Migration Office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Plus Jakarta Sans"/>
                        <a:buChar char="❖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Business Sponsor</a:t>
                      </a:r>
                      <a:endParaRPr sz="800">
                        <a:solidFill>
                          <a:srgbClr val="00000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Plus Jakarta Sans"/>
                        <a:buChar char="❖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Program Delivery Lead</a:t>
                      </a:r>
                      <a:endParaRPr sz="800">
                        <a:solidFill>
                          <a:srgbClr val="00000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Plus Jakarta Sans"/>
                        <a:buChar char="❖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Lead Solution Architect</a:t>
                      </a:r>
                      <a:endParaRPr sz="800">
                        <a:solidFill>
                          <a:srgbClr val="00000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Plus Jakarta Sans"/>
                        <a:buChar char="❖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Change Lead</a:t>
                      </a:r>
                      <a:endParaRPr sz="800">
                        <a:solidFill>
                          <a:srgbClr val="00000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Plus Jakarta Sans"/>
                        <a:buChar char="➔"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Define the migration strategy and governance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Plus Jakarta Sans"/>
                        <a:buChar char="➔"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Approve migration priority and budget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Plus Jakarta Sans"/>
                        <a:buChar char="➔"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Decisions to solve any specific issues, roadblocks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Monthly</a:t>
                      </a:r>
                      <a:endParaRPr b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Factory Meetup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Plus Jakarta Sans"/>
                        <a:buChar char="❖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Product Owners</a:t>
                      </a:r>
                      <a:endParaRPr sz="800">
                        <a:solidFill>
                          <a:srgbClr val="00000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Plus Jakarta Sans"/>
                        <a:buChar char="❖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Program Manager</a:t>
                      </a:r>
                      <a:endParaRPr sz="800">
                        <a:solidFill>
                          <a:srgbClr val="00000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Plus Jakarta Sans"/>
                        <a:buChar char="❖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Technical SMEs</a:t>
                      </a:r>
                      <a:endParaRPr sz="800">
                        <a:solidFill>
                          <a:srgbClr val="00000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Plus Jakarta Sans"/>
                        <a:buChar char="❖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Operation Leads</a:t>
                      </a:r>
                      <a:endParaRPr sz="800">
                        <a:solidFill>
                          <a:srgbClr val="00000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Plus Jakarta Sans"/>
                        <a:buChar char="➔"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Cross squad interactions where squads have dependencies across to manage their deliverables. Enable smooth integration and manage dependencies, risks, impediments.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Plus Jakarta Sans"/>
                        <a:buChar char="➔"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Resolve dependencies with existing Application Operations team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Plus Jakarta Sans"/>
                        <a:buChar char="➔"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Release management and deployment planning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Fortnightly</a:t>
                      </a:r>
                      <a:endParaRPr b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Migration Line Meetup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Plus Jakarta Sans"/>
                        <a:buChar char="❖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Scrum Masters</a:t>
                      </a:r>
                      <a:endParaRPr sz="800">
                        <a:solidFill>
                          <a:srgbClr val="00000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Plus Jakarta Sans"/>
                        <a:buChar char="❖"/>
                      </a:pPr>
                      <a:r>
                        <a:rPr lang="en" sz="800">
                          <a:solidFill>
                            <a:srgbClr val="000000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Squad Roles</a:t>
                      </a:r>
                      <a:endParaRPr sz="800">
                        <a:solidFill>
                          <a:srgbClr val="00000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Plus Jakarta Sans"/>
                        <a:buChar char="➔"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Day to day operations per Migration Line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Plus Jakarta Sans"/>
                        <a:buChar char="➔"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Agile (Kanban) Processes and governance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Daily</a:t>
                      </a:r>
                      <a:endParaRPr b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434" name="Google Shape;3434;p3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2669" y="1248625"/>
            <a:ext cx="377763" cy="377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5" name="Google Shape;3435;p3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2671" y="2177600"/>
            <a:ext cx="377750" cy="377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6" name="Google Shape;3436;p3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2672" y="3106575"/>
            <a:ext cx="377750" cy="377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7" name="Google Shape;3437;p3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2671" y="3986800"/>
            <a:ext cx="377750" cy="377785"/>
          </a:xfrm>
          <a:prstGeom prst="rect">
            <a:avLst/>
          </a:prstGeom>
          <a:noFill/>
          <a:ln>
            <a:noFill/>
          </a:ln>
        </p:spPr>
      </p:pic>
      <p:sp>
        <p:nvSpPr>
          <p:cNvPr id="3438" name="Google Shape;3438;p345"/>
          <p:cNvSpPr/>
          <p:nvPr/>
        </p:nvSpPr>
        <p:spPr>
          <a:xfrm>
            <a:off x="694338" y="840850"/>
            <a:ext cx="1214400" cy="1890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Forum</a:t>
            </a:r>
            <a:endParaRPr b="1" sz="8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39" name="Google Shape;3439;p345"/>
          <p:cNvSpPr/>
          <p:nvPr/>
        </p:nvSpPr>
        <p:spPr>
          <a:xfrm>
            <a:off x="1951775" y="840825"/>
            <a:ext cx="2094300" cy="1890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Participants</a:t>
            </a:r>
            <a:endParaRPr b="1" sz="8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40" name="Google Shape;3440;p345"/>
          <p:cNvSpPr/>
          <p:nvPr/>
        </p:nvSpPr>
        <p:spPr>
          <a:xfrm>
            <a:off x="4092725" y="840825"/>
            <a:ext cx="3893700" cy="1890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Objectives</a:t>
            </a:r>
            <a:endParaRPr b="1" sz="8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41" name="Google Shape;3441;p345"/>
          <p:cNvSpPr/>
          <p:nvPr/>
        </p:nvSpPr>
        <p:spPr>
          <a:xfrm>
            <a:off x="8040787" y="840825"/>
            <a:ext cx="729300" cy="1890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Frequency</a:t>
            </a:r>
            <a:endParaRPr b="1" sz="8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42" name="Google Shape;3442;p345"/>
          <p:cNvSpPr/>
          <p:nvPr/>
        </p:nvSpPr>
        <p:spPr>
          <a:xfrm rot="-5400000">
            <a:off x="-324850" y="1850800"/>
            <a:ext cx="1741500" cy="1890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Level</a:t>
            </a:r>
            <a:endParaRPr b="1" sz="8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43" name="Google Shape;3443;p345"/>
          <p:cNvSpPr/>
          <p:nvPr/>
        </p:nvSpPr>
        <p:spPr>
          <a:xfrm rot="-5400000">
            <a:off x="-353050" y="3662806"/>
            <a:ext cx="1797900" cy="1890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Level</a:t>
            </a:r>
            <a:endParaRPr b="1" sz="8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7" name="Shape 3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8" name="Google Shape;3448;p346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Plan</a:t>
            </a:r>
            <a:endParaRPr/>
          </a:p>
        </p:txBody>
      </p:sp>
      <p:sp>
        <p:nvSpPr>
          <p:cNvPr id="3449" name="Google Shape;3449;p346"/>
          <p:cNvSpPr/>
          <p:nvPr/>
        </p:nvSpPr>
        <p:spPr>
          <a:xfrm>
            <a:off x="249450" y="951425"/>
            <a:ext cx="8645100" cy="805500"/>
          </a:xfrm>
          <a:prstGeom prst="roundRect">
            <a:avLst>
              <a:gd fmla="val 881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ctr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50" name="Google Shape;3450;p346"/>
          <p:cNvSpPr txBox="1"/>
          <p:nvPr/>
        </p:nvSpPr>
        <p:spPr>
          <a:xfrm>
            <a:off x="308553" y="959787"/>
            <a:ext cx="2727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Kickoff Meeting</a:t>
            </a:r>
            <a:endParaRPr b="1" sz="14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51" name="Google Shape;3451;p346"/>
          <p:cNvSpPr txBox="1"/>
          <p:nvPr/>
        </p:nvSpPr>
        <p:spPr>
          <a:xfrm>
            <a:off x="330329" y="1325111"/>
            <a:ext cx="272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Introduce the project team,  Review the project scope and proposed approach </a:t>
            </a:r>
            <a:endParaRPr sz="800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3452" name="Google Shape;3452;p346"/>
          <p:cNvGraphicFramePr/>
          <p:nvPr/>
        </p:nvGraphicFramePr>
        <p:xfrm>
          <a:off x="3115285" y="9802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{05403CB7-FE1B-4E7D-80C6-C169C7E6A6AB}</a:tableStyleId>
              </a:tblPr>
              <a:tblGrid>
                <a:gridCol w="1412950"/>
                <a:gridCol w="1412950"/>
                <a:gridCol w="1412950"/>
                <a:gridCol w="1412950"/>
              </a:tblGrid>
              <a:tr h="26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Frequency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68575" marB="68575" marR="68575" marL="685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Audience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68575" marB="68575" marR="68575" marL="685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Owner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68575" marB="68575" marR="68575" marL="685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Deliverable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68575" marB="68575" marR="68575" marL="685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</a:tr>
              <a:tr h="4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Once at the start of the project </a:t>
                      </a:r>
                      <a:endParaRPr sz="8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68575" marB="68575" marR="68575" marL="685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Project Sponsor | Project Team |</a:t>
                      </a: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lang="en" sz="8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Stakeholders</a:t>
                      </a:r>
                      <a:endParaRPr sz="8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68575" marB="68575" marR="68575" marL="685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Project Manager / </a:t>
                      </a:r>
                      <a:r>
                        <a:rPr lang="en" sz="8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Technical Lead</a:t>
                      </a:r>
                      <a:endParaRPr sz="8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68575" marB="68575" marR="68575" marL="685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Agenda</a:t>
                      </a:r>
                      <a:endParaRPr sz="8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Meeting Minutes</a:t>
                      </a:r>
                      <a:endParaRPr sz="800" u="none" cap="none" strike="noStrike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68575" marB="68575" marR="68575" marL="685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53" name="Google Shape;3453;p346"/>
          <p:cNvSpPr/>
          <p:nvPr/>
        </p:nvSpPr>
        <p:spPr>
          <a:xfrm>
            <a:off x="249450" y="1820963"/>
            <a:ext cx="8645100" cy="881700"/>
          </a:xfrm>
          <a:prstGeom prst="roundRect">
            <a:avLst>
              <a:gd fmla="val 881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ctr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54" name="Google Shape;3454;p346"/>
          <p:cNvSpPr txBox="1"/>
          <p:nvPr/>
        </p:nvSpPr>
        <p:spPr>
          <a:xfrm>
            <a:off x="308553" y="1829322"/>
            <a:ext cx="2727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Sprint Planning &amp; Tracking</a:t>
            </a:r>
            <a:endParaRPr b="1" sz="14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55" name="Google Shape;3455;p346"/>
          <p:cNvSpPr txBox="1"/>
          <p:nvPr/>
        </p:nvSpPr>
        <p:spPr>
          <a:xfrm>
            <a:off x="330325" y="2137488"/>
            <a:ext cx="28767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Review output of the sprint deliverable. understand the areas of improvement, if any.</a:t>
            </a:r>
            <a:endParaRPr sz="800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Identify the stories to be included in the next  sprint</a:t>
            </a:r>
            <a:endParaRPr sz="800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3456" name="Google Shape;3456;p346"/>
          <p:cNvGraphicFramePr/>
          <p:nvPr/>
        </p:nvGraphicFramePr>
        <p:xfrm>
          <a:off x="3115285" y="18497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{05403CB7-FE1B-4E7D-80C6-C169C7E6A6AB}</a:tableStyleId>
              </a:tblPr>
              <a:tblGrid>
                <a:gridCol w="1412950"/>
                <a:gridCol w="1412950"/>
                <a:gridCol w="1412950"/>
                <a:gridCol w="1412950"/>
              </a:tblGrid>
              <a:tr h="22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Frequency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00" marB="13700" marR="13700" marL="137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Audience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00" marB="13700" marR="13700" marL="137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Owner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00" marB="13700" marR="13700" marL="137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Deliverable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00" marB="13700" marR="13700" marL="137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</a:tr>
              <a:tr h="455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Bi-Weekly 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00" marB="13700" marR="13700" marL="13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Project Sponsor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Project Team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00" marB="13700" marR="13700" marL="13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Project Manager / Technical Lead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00" marB="13700" marR="13700" marL="13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Agenda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Meeting Minutes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Sprint plan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3700" marB="13700" marR="13700" marL="137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57" name="Google Shape;3457;p346"/>
          <p:cNvSpPr/>
          <p:nvPr/>
        </p:nvSpPr>
        <p:spPr>
          <a:xfrm>
            <a:off x="249450" y="2766725"/>
            <a:ext cx="8645100" cy="881700"/>
          </a:xfrm>
          <a:prstGeom prst="roundRect">
            <a:avLst>
              <a:gd fmla="val 881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ctr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58" name="Google Shape;3458;p346"/>
          <p:cNvSpPr txBox="1"/>
          <p:nvPr/>
        </p:nvSpPr>
        <p:spPr>
          <a:xfrm>
            <a:off x="308553" y="2775081"/>
            <a:ext cx="2727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Daily </a:t>
            </a:r>
            <a:r>
              <a:rPr b="1" lang="en" sz="14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Scrum Calls</a:t>
            </a:r>
            <a:endParaRPr b="1" sz="14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59" name="Google Shape;3459;p346"/>
          <p:cNvSpPr txBox="1"/>
          <p:nvPr/>
        </p:nvSpPr>
        <p:spPr>
          <a:xfrm>
            <a:off x="330329" y="3140405"/>
            <a:ext cx="272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 up calls to identify tasks for a particular day and identify bottlenecks if any</a:t>
            </a:r>
            <a:endParaRPr sz="800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3460" name="Google Shape;3460;p346"/>
          <p:cNvGraphicFramePr/>
          <p:nvPr/>
        </p:nvGraphicFramePr>
        <p:xfrm>
          <a:off x="3115285" y="27955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{05403CB7-FE1B-4E7D-80C6-C169C7E6A6AB}</a:tableStyleId>
              </a:tblPr>
              <a:tblGrid>
                <a:gridCol w="1412950"/>
                <a:gridCol w="1412950"/>
                <a:gridCol w="1412950"/>
                <a:gridCol w="1412950"/>
              </a:tblGrid>
              <a:tr h="26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Frequency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68575" marB="68575" marR="68575" marL="685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Audience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68575" marB="68575" marR="68575" marL="685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Owner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68575" marB="68575" marR="68575" marL="685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Deliverable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68575" marB="68575" marR="68575" marL="685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</a:tr>
              <a:tr h="411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Daily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68575" marB="68575" marR="68575" marL="6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Project Team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68575" marB="68575" marR="68575" marL="6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Project Manager / Technical Lead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68575" marB="68575" marR="68575" marL="6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Scrum Meeting Notes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68575" marB="68575" marR="68575" marL="6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61" name="Google Shape;3461;p346"/>
          <p:cNvSpPr/>
          <p:nvPr/>
        </p:nvSpPr>
        <p:spPr>
          <a:xfrm>
            <a:off x="249450" y="3712475"/>
            <a:ext cx="8645100" cy="881700"/>
          </a:xfrm>
          <a:prstGeom prst="roundRect">
            <a:avLst>
              <a:gd fmla="val 881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ctr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62" name="Google Shape;3462;p346"/>
          <p:cNvSpPr txBox="1"/>
          <p:nvPr/>
        </p:nvSpPr>
        <p:spPr>
          <a:xfrm>
            <a:off x="308553" y="3720828"/>
            <a:ext cx="2727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Weekly</a:t>
            </a:r>
            <a:r>
              <a:rPr b="1" lang="en" sz="14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Status review</a:t>
            </a:r>
            <a:endParaRPr b="1" sz="14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63" name="Google Shape;3463;p346"/>
          <p:cNvSpPr txBox="1"/>
          <p:nvPr/>
        </p:nvSpPr>
        <p:spPr>
          <a:xfrm>
            <a:off x="330325" y="4086150"/>
            <a:ext cx="2945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Review output of the Weekly progress.. understand the areas of improvement, if any.</a:t>
            </a:r>
            <a:endParaRPr sz="800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 Identify the stories to be included in the next  month</a:t>
            </a:r>
            <a:endParaRPr sz="800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3464" name="Google Shape;3464;p346"/>
          <p:cNvGraphicFramePr/>
          <p:nvPr/>
        </p:nvGraphicFramePr>
        <p:xfrm>
          <a:off x="3115285" y="37412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{05403CB7-FE1B-4E7D-80C6-C169C7E6A6AB}</a:tableStyleId>
              </a:tblPr>
              <a:tblGrid>
                <a:gridCol w="1412950"/>
                <a:gridCol w="1412950"/>
                <a:gridCol w="1412950"/>
                <a:gridCol w="1412950"/>
              </a:tblGrid>
              <a:tr h="26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Frequency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68575" marB="68575" marR="68575" marL="685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Audience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68575" marB="68575" marR="68575" marL="685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Owner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68575" marB="68575" marR="68575" marL="685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Deliverable</a:t>
                      </a:r>
                      <a:endParaRPr b="1" sz="800" u="none" cap="none" strike="noStrike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68575" marB="68575" marR="68575" marL="68575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496D"/>
                    </a:solidFill>
                  </a:tcPr>
                </a:tc>
              </a:tr>
              <a:tr h="350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Weekly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68575" marB="68575" marR="68575" marL="6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Project Sponsor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Project Team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68575" marB="68575" marR="68575" marL="6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Project Manager / Technical Lead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68575" marB="68575" marR="68575" marL="6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Agenda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Meeting Minutes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Monthly status</a:t>
                      </a:r>
                      <a:endParaRPr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68575" marB="68575" marR="68575" marL="6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496D"/>
        </a:solidFill>
      </p:bgPr>
    </p:bg>
    <p:spTree>
      <p:nvGrpSpPr>
        <p:cNvPr id="3468" name="Shape 3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9" name="Google Shape;3469;p347"/>
          <p:cNvPicPr preferRelativeResize="0"/>
          <p:nvPr/>
        </p:nvPicPr>
        <p:blipFill rotWithShape="1">
          <a:blip r:embed="rId3">
            <a:alphaModFix/>
          </a:blip>
          <a:srcRect b="10802" l="0" r="1845" t="0"/>
          <a:stretch/>
        </p:blipFill>
        <p:spPr>
          <a:xfrm>
            <a:off x="3326700" y="3238475"/>
            <a:ext cx="5817298" cy="19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0" name="Google Shape;3470;p3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791" y="4303514"/>
            <a:ext cx="1054199" cy="419983"/>
          </a:xfrm>
          <a:prstGeom prst="rect">
            <a:avLst/>
          </a:prstGeom>
          <a:noFill/>
          <a:ln>
            <a:noFill/>
          </a:ln>
        </p:spPr>
      </p:pic>
      <p:sp>
        <p:nvSpPr>
          <p:cNvPr id="3471" name="Google Shape;3471;p347"/>
          <p:cNvSpPr txBox="1"/>
          <p:nvPr/>
        </p:nvSpPr>
        <p:spPr>
          <a:xfrm>
            <a:off x="433800" y="1284425"/>
            <a:ext cx="52035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Thank you.</a:t>
            </a:r>
            <a:endParaRPr sz="6000">
              <a:solidFill>
                <a:schemeClr val="lt1"/>
              </a:solidFill>
            </a:endParaRPr>
          </a:p>
        </p:txBody>
      </p:sp>
      <p:sp>
        <p:nvSpPr>
          <p:cNvPr id="3472" name="Google Shape;3472;p347"/>
          <p:cNvSpPr txBox="1"/>
          <p:nvPr/>
        </p:nvSpPr>
        <p:spPr>
          <a:xfrm>
            <a:off x="433800" y="2341325"/>
            <a:ext cx="41382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 more information about the contents of this document please contact [email address].</a:t>
            </a:r>
            <a:endParaRPr sz="12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73" name="Google Shape;3473;p347"/>
          <p:cNvSpPr/>
          <p:nvPr/>
        </p:nvSpPr>
        <p:spPr>
          <a:xfrm rot="2928450">
            <a:off x="5842391" y="3007818"/>
            <a:ext cx="491959" cy="425413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874D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74" name="Google Shape;3474;p347"/>
          <p:cNvSpPr/>
          <p:nvPr/>
        </p:nvSpPr>
        <p:spPr>
          <a:xfrm rot="-190790">
            <a:off x="7990617" y="1668944"/>
            <a:ext cx="367766" cy="318193"/>
          </a:xfrm>
          <a:prstGeom prst="triangle">
            <a:avLst>
              <a:gd fmla="val 50000" name="adj"/>
            </a:avLst>
          </a:prstGeom>
          <a:solidFill>
            <a:srgbClr val="F462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75" name="Google Shape;3475;p347"/>
          <p:cNvSpPr/>
          <p:nvPr/>
        </p:nvSpPr>
        <p:spPr>
          <a:xfrm rot="5928126">
            <a:off x="1093514" y="-232636"/>
            <a:ext cx="1121407" cy="970482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F462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76" name="Google Shape;3476;p347"/>
          <p:cNvSpPr/>
          <p:nvPr/>
        </p:nvSpPr>
        <p:spPr>
          <a:xfrm rot="-188796">
            <a:off x="5470580" y="839943"/>
            <a:ext cx="229546" cy="19861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1" name="Shape 3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" name="Google Shape;3482;p348"/>
          <p:cNvSpPr/>
          <p:nvPr/>
        </p:nvSpPr>
        <p:spPr>
          <a:xfrm>
            <a:off x="0" y="0"/>
            <a:ext cx="9144000" cy="5153100"/>
          </a:xfrm>
          <a:prstGeom prst="rect">
            <a:avLst/>
          </a:prstGeom>
          <a:solidFill>
            <a:srgbClr val="30496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3" name="Google Shape;3483;p348"/>
          <p:cNvSpPr txBox="1"/>
          <p:nvPr/>
        </p:nvSpPr>
        <p:spPr>
          <a:xfrm>
            <a:off x="2471850" y="2207813"/>
            <a:ext cx="42003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Backup Slides</a:t>
            </a:r>
            <a:endParaRPr sz="2700">
              <a:solidFill>
                <a:schemeClr val="lt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pic>
        <p:nvPicPr>
          <p:cNvPr id="3484" name="Google Shape;3484;p3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40100" y="2145413"/>
            <a:ext cx="4233767" cy="4233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5" name="Google Shape;3485;p3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8075" y="-653269"/>
            <a:ext cx="2379208" cy="2379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89" name="Shape 3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0" name="Google Shape;3490;p349"/>
          <p:cNvSpPr/>
          <p:nvPr/>
        </p:nvSpPr>
        <p:spPr>
          <a:xfrm>
            <a:off x="5375951" y="1935650"/>
            <a:ext cx="602700" cy="51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91" name="Google Shape;3491;p349"/>
          <p:cNvSpPr/>
          <p:nvPr/>
        </p:nvSpPr>
        <p:spPr>
          <a:xfrm>
            <a:off x="4505487" y="2246535"/>
            <a:ext cx="1172400" cy="51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92" name="Google Shape;3492;p349"/>
          <p:cNvSpPr txBox="1"/>
          <p:nvPr>
            <p:ph idx="4294967295" type="body"/>
          </p:nvPr>
        </p:nvSpPr>
        <p:spPr>
          <a:xfrm>
            <a:off x="170925" y="-76200"/>
            <a:ext cx="8337600" cy="69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2400">
                <a:solidFill>
                  <a:srgbClr val="3C4043"/>
                </a:solidFill>
              </a:rPr>
              <a:t>Option 2 : Migrate, Refactor,Develop &amp;  Modernize </a:t>
            </a:r>
            <a:endParaRPr sz="2400"/>
          </a:p>
        </p:txBody>
      </p:sp>
      <p:graphicFrame>
        <p:nvGraphicFramePr>
          <p:cNvPr id="3493" name="Google Shape;3493;p349"/>
          <p:cNvGraphicFramePr/>
          <p:nvPr/>
        </p:nvGraphicFramePr>
        <p:xfrm>
          <a:off x="265512" y="6461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{43453C69-558F-42BC-B4CA-FD2DB228F3E4}</a:tableStyleId>
              </a:tblPr>
              <a:tblGrid>
                <a:gridCol w="1616650"/>
                <a:gridCol w="337150"/>
                <a:gridCol w="374550"/>
                <a:gridCol w="374550"/>
                <a:gridCol w="374550"/>
                <a:gridCol w="374550"/>
                <a:gridCol w="374550"/>
                <a:gridCol w="374550"/>
                <a:gridCol w="374550"/>
                <a:gridCol w="374550"/>
                <a:gridCol w="374550"/>
                <a:gridCol w="374550"/>
                <a:gridCol w="374550"/>
                <a:gridCol w="374550"/>
                <a:gridCol w="374550"/>
                <a:gridCol w="374550"/>
                <a:gridCol w="374550"/>
                <a:gridCol w="374550"/>
                <a:gridCol w="374550"/>
                <a:gridCol w="374550"/>
              </a:tblGrid>
              <a:tr h="165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Workstream</a:t>
                      </a:r>
                      <a:endParaRPr b="1" sz="3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M1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M2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M3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M4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M5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M6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M7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M8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M9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M10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M11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M12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M13</a:t>
                      </a:r>
                      <a:endParaRPr b="1" i="1" sz="7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M14</a:t>
                      </a:r>
                      <a:endParaRPr b="1" i="1" sz="7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M15</a:t>
                      </a:r>
                      <a:endParaRPr b="1" i="1" sz="7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M16</a:t>
                      </a:r>
                      <a:endParaRPr b="1" i="1" sz="7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M17</a:t>
                      </a:r>
                      <a:endParaRPr b="1" i="1" sz="7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M18</a:t>
                      </a:r>
                      <a:endParaRPr b="1" i="1" sz="7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M19</a:t>
                      </a:r>
                      <a:endParaRPr b="1" i="1" sz="7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3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Assessment, Design &amp; Plan</a:t>
                      </a:r>
                      <a:endParaRPr b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Cloud and Data Platform foundation </a:t>
                      </a:r>
                      <a:endParaRPr b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Infra &amp; Database Migration </a:t>
                      </a:r>
                      <a:endParaRPr b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App Migration &amp; Refactor (Cloud SQL)</a:t>
                      </a:r>
                      <a:endParaRPr b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LakeHouse (BQ) + Snowflake to BQ + DBX Integration </a:t>
                      </a:r>
                      <a:endParaRPr b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1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ETL Modernization </a:t>
                      </a:r>
                      <a:endParaRPr b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1" lang="en" sz="800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AI Ready</a:t>
                      </a:r>
                      <a:r>
                        <a:rPr b="1" i="1"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b="1" i="1" lang="en" sz="800" u="sng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New </a:t>
                      </a:r>
                      <a:r>
                        <a:rPr b="1" i="1" lang="en" sz="800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Data model </a:t>
                      </a:r>
                      <a:endParaRPr b="1" i="1" sz="800">
                        <a:solidFill>
                          <a:srgbClr val="00000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4D8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1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800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New Data Model on AlloyDB with</a:t>
                      </a:r>
                      <a:r>
                        <a:rPr b="1" i="1"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</a:t>
                      </a:r>
                      <a:r>
                        <a:rPr b="1" i="1" lang="en" sz="800" u="sng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New Pipeline</a:t>
                      </a:r>
                      <a:endParaRPr b="1" i="1" sz="800" u="sng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74D8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800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App Modernization (New Data Model on AlloyDB)</a:t>
                      </a:r>
                      <a:endParaRPr b="1" i="1" sz="800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BI Repointing +</a:t>
                      </a:r>
                      <a:endParaRPr b="1" i="1" sz="8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8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BI Modernization with BI to AI</a:t>
                      </a:r>
                      <a:endParaRPr b="1" i="1" sz="800">
                        <a:solidFill>
                          <a:srgbClr val="000000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8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Cloud &amp; Data Observability</a:t>
                      </a:r>
                      <a:endParaRPr b="1" i="1" sz="800">
                        <a:solidFill>
                          <a:schemeClr val="dk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Change Management </a:t>
                      </a:r>
                      <a:endParaRPr b="1" i="1" sz="800">
                        <a:solidFill>
                          <a:schemeClr val="dk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494" name="Google Shape;3494;p349"/>
          <p:cNvSpPr/>
          <p:nvPr/>
        </p:nvSpPr>
        <p:spPr>
          <a:xfrm>
            <a:off x="2865477" y="2011850"/>
            <a:ext cx="2699700" cy="51900"/>
          </a:xfrm>
          <a:prstGeom prst="rect">
            <a:avLst/>
          </a:prstGeom>
          <a:solidFill>
            <a:srgbClr val="F1616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95" name="Google Shape;3495;p349"/>
          <p:cNvSpPr/>
          <p:nvPr/>
        </p:nvSpPr>
        <p:spPr>
          <a:xfrm>
            <a:off x="4613954" y="2395925"/>
            <a:ext cx="898800" cy="51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96" name="Google Shape;3496;p349"/>
          <p:cNvSpPr/>
          <p:nvPr/>
        </p:nvSpPr>
        <p:spPr>
          <a:xfrm>
            <a:off x="2612375" y="2395925"/>
            <a:ext cx="2538900" cy="51900"/>
          </a:xfrm>
          <a:prstGeom prst="rect">
            <a:avLst/>
          </a:prstGeom>
          <a:solidFill>
            <a:srgbClr val="F1616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97" name="Google Shape;3497;p349"/>
          <p:cNvSpPr txBox="1"/>
          <p:nvPr/>
        </p:nvSpPr>
        <p:spPr>
          <a:xfrm>
            <a:off x="4633894" y="2025678"/>
            <a:ext cx="77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Cloudera</a:t>
            </a:r>
            <a:endParaRPr sz="700">
              <a:solidFill>
                <a:srgbClr val="59595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98" name="Google Shape;3498;p349"/>
          <p:cNvSpPr/>
          <p:nvPr/>
        </p:nvSpPr>
        <p:spPr>
          <a:xfrm>
            <a:off x="4910825" y="1985661"/>
            <a:ext cx="103059" cy="102843"/>
          </a:xfrm>
          <a:prstGeom prst="flowChartDecision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499" name="Google Shape;3499;p349"/>
          <p:cNvCxnSpPr/>
          <p:nvPr/>
        </p:nvCxnSpPr>
        <p:spPr>
          <a:xfrm flipH="1" rot="10800000">
            <a:off x="2100050" y="4191111"/>
            <a:ext cx="6524400" cy="15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3500" name="Google Shape;3500;p349"/>
          <p:cNvSpPr/>
          <p:nvPr/>
        </p:nvSpPr>
        <p:spPr>
          <a:xfrm>
            <a:off x="3218700" y="1478450"/>
            <a:ext cx="898800" cy="51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01" name="Google Shape;3501;p349"/>
          <p:cNvSpPr/>
          <p:nvPr/>
        </p:nvSpPr>
        <p:spPr>
          <a:xfrm>
            <a:off x="2454900" y="1478450"/>
            <a:ext cx="1252800" cy="51900"/>
          </a:xfrm>
          <a:prstGeom prst="rect">
            <a:avLst/>
          </a:prstGeom>
          <a:solidFill>
            <a:srgbClr val="F1616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02" name="Google Shape;3502;p349"/>
          <p:cNvSpPr txBox="1"/>
          <p:nvPr/>
        </p:nvSpPr>
        <p:spPr>
          <a:xfrm>
            <a:off x="4664038" y="2387864"/>
            <a:ext cx="77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Informatica</a:t>
            </a:r>
            <a:endParaRPr sz="700">
              <a:solidFill>
                <a:srgbClr val="59595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03" name="Google Shape;3503;p349"/>
          <p:cNvSpPr/>
          <p:nvPr/>
        </p:nvSpPr>
        <p:spPr>
          <a:xfrm>
            <a:off x="5124282" y="2366661"/>
            <a:ext cx="103059" cy="102843"/>
          </a:xfrm>
          <a:prstGeom prst="flowChartDecision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04" name="Google Shape;3504;p349"/>
          <p:cNvSpPr txBox="1"/>
          <p:nvPr/>
        </p:nvSpPr>
        <p:spPr>
          <a:xfrm>
            <a:off x="5226164" y="2025671"/>
            <a:ext cx="667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Snowflake</a:t>
            </a:r>
            <a:endParaRPr sz="700">
              <a:solidFill>
                <a:srgbClr val="59595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05" name="Google Shape;3505;p349"/>
          <p:cNvSpPr/>
          <p:nvPr/>
        </p:nvSpPr>
        <p:spPr>
          <a:xfrm>
            <a:off x="5411745" y="1985661"/>
            <a:ext cx="103059" cy="102843"/>
          </a:xfrm>
          <a:prstGeom prst="flowChartDecision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06" name="Google Shape;3506;p349"/>
          <p:cNvSpPr/>
          <p:nvPr/>
        </p:nvSpPr>
        <p:spPr>
          <a:xfrm>
            <a:off x="2338384" y="1204470"/>
            <a:ext cx="984600" cy="51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07" name="Google Shape;3507;p349"/>
          <p:cNvSpPr/>
          <p:nvPr/>
        </p:nvSpPr>
        <p:spPr>
          <a:xfrm>
            <a:off x="2286299" y="1199275"/>
            <a:ext cx="749700" cy="51900"/>
          </a:xfrm>
          <a:prstGeom prst="rect">
            <a:avLst/>
          </a:prstGeom>
          <a:solidFill>
            <a:srgbClr val="F1616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08" name="Google Shape;3508;p349"/>
          <p:cNvSpPr/>
          <p:nvPr/>
        </p:nvSpPr>
        <p:spPr>
          <a:xfrm>
            <a:off x="4312476" y="3689753"/>
            <a:ext cx="667500" cy="51900"/>
          </a:xfrm>
          <a:prstGeom prst="rect">
            <a:avLst/>
          </a:prstGeom>
          <a:solidFill>
            <a:srgbClr val="F1616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09" name="Google Shape;3509;p349"/>
          <p:cNvSpPr txBox="1"/>
          <p:nvPr/>
        </p:nvSpPr>
        <p:spPr>
          <a:xfrm>
            <a:off x="4879500" y="1714750"/>
            <a:ext cx="223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959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Azure Decommission. Apps on CloudSQL</a:t>
            </a:r>
            <a:endParaRPr sz="700">
              <a:solidFill>
                <a:srgbClr val="59595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10" name="Google Shape;3510;p349"/>
          <p:cNvSpPr/>
          <p:nvPr/>
        </p:nvSpPr>
        <p:spPr>
          <a:xfrm>
            <a:off x="1933000" y="919300"/>
            <a:ext cx="527700" cy="51300"/>
          </a:xfrm>
          <a:prstGeom prst="rect">
            <a:avLst/>
          </a:prstGeom>
          <a:solidFill>
            <a:srgbClr val="F1616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1" name="Google Shape;3511;p349"/>
          <p:cNvSpPr/>
          <p:nvPr/>
        </p:nvSpPr>
        <p:spPr>
          <a:xfrm>
            <a:off x="3434925" y="2750050"/>
            <a:ext cx="1232100" cy="51300"/>
          </a:xfrm>
          <a:prstGeom prst="rect">
            <a:avLst/>
          </a:prstGeom>
          <a:solidFill>
            <a:srgbClr val="874D8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2" name="Google Shape;3512;p349"/>
          <p:cNvSpPr/>
          <p:nvPr/>
        </p:nvSpPr>
        <p:spPr>
          <a:xfrm>
            <a:off x="3780350" y="3054850"/>
            <a:ext cx="2538900" cy="51300"/>
          </a:xfrm>
          <a:prstGeom prst="rect">
            <a:avLst/>
          </a:prstGeom>
          <a:solidFill>
            <a:srgbClr val="874D8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3" name="Google Shape;3513;p349"/>
          <p:cNvSpPr/>
          <p:nvPr/>
        </p:nvSpPr>
        <p:spPr>
          <a:xfrm>
            <a:off x="4252900" y="3435850"/>
            <a:ext cx="3952800" cy="5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4" name="Google Shape;3514;p349"/>
          <p:cNvSpPr/>
          <p:nvPr/>
        </p:nvSpPr>
        <p:spPr>
          <a:xfrm>
            <a:off x="4818900" y="1707050"/>
            <a:ext cx="898800" cy="51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5" name="Google Shape;3515;p349"/>
          <p:cNvSpPr/>
          <p:nvPr/>
        </p:nvSpPr>
        <p:spPr>
          <a:xfrm>
            <a:off x="2454900" y="1707050"/>
            <a:ext cx="2745600" cy="51900"/>
          </a:xfrm>
          <a:prstGeom prst="rect">
            <a:avLst/>
          </a:prstGeom>
          <a:solidFill>
            <a:srgbClr val="F1616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6" name="Google Shape;3516;p349"/>
          <p:cNvSpPr/>
          <p:nvPr/>
        </p:nvSpPr>
        <p:spPr>
          <a:xfrm>
            <a:off x="5124282" y="1680860"/>
            <a:ext cx="103059" cy="102843"/>
          </a:xfrm>
          <a:prstGeom prst="flowChartDecision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7" name="Google Shape;3517;p349"/>
          <p:cNvSpPr/>
          <p:nvPr/>
        </p:nvSpPr>
        <p:spPr>
          <a:xfrm>
            <a:off x="5565175" y="2011850"/>
            <a:ext cx="413400" cy="51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8" name="Google Shape;3518;p349"/>
          <p:cNvSpPr/>
          <p:nvPr/>
        </p:nvSpPr>
        <p:spPr>
          <a:xfrm>
            <a:off x="6673225" y="3689753"/>
            <a:ext cx="1547700" cy="5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9" name="Google Shape;3519;p349"/>
          <p:cNvSpPr/>
          <p:nvPr/>
        </p:nvSpPr>
        <p:spPr>
          <a:xfrm>
            <a:off x="2483675" y="3918350"/>
            <a:ext cx="5721900" cy="51900"/>
          </a:xfrm>
          <a:prstGeom prst="rect">
            <a:avLst/>
          </a:prstGeom>
          <a:solidFill>
            <a:srgbClr val="F1616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520" name="Google Shape;3520;p349"/>
          <p:cNvGraphicFramePr/>
          <p:nvPr/>
        </p:nvGraphicFramePr>
        <p:xfrm>
          <a:off x="349688" y="4528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{613A0997-6323-4278-BD82-C2A74B1DFADB}</a:tableStyleId>
              </a:tblPr>
              <a:tblGrid>
                <a:gridCol w="537950"/>
                <a:gridCol w="593825"/>
                <a:gridCol w="773150"/>
                <a:gridCol w="982400"/>
                <a:gridCol w="875950"/>
                <a:gridCol w="1604725"/>
                <a:gridCol w="1461300"/>
                <a:gridCol w="1782200"/>
              </a:tblGrid>
              <a:tr h="32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Legend</a:t>
                      </a:r>
                      <a:endParaRPr b="1" sz="60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EEE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Milestone</a:t>
                      </a:r>
                      <a:endParaRPr b="1" sz="6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Migrate &amp; Modernize</a:t>
                      </a:r>
                      <a:endParaRPr b="1" sz="6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Continuous Change Mgmt</a:t>
                      </a:r>
                      <a:endParaRPr b="1" sz="6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SIT, Support &amp; Warranty</a:t>
                      </a:r>
                      <a:endParaRPr b="1" sz="6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Modernize </a:t>
                      </a:r>
                      <a:endParaRPr b="1" sz="6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(</a:t>
                      </a:r>
                      <a:r>
                        <a:rPr b="1" lang="en" sz="6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New Data Model on BQ and </a:t>
                      </a:r>
                      <a:r>
                        <a:rPr b="1" lang="en" sz="6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Alloy DB)</a:t>
                      </a:r>
                      <a:endParaRPr b="1" sz="6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Modernize </a:t>
                      </a:r>
                      <a:endParaRPr b="1" sz="6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(Apps with New Data Model)</a:t>
                      </a:r>
                      <a:endParaRPr b="1" sz="6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Optional Onix (Not priced)</a:t>
                      </a:r>
                      <a:endParaRPr b="1" sz="6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21" name="Google Shape;3521;p349"/>
          <p:cNvSpPr/>
          <p:nvPr/>
        </p:nvSpPr>
        <p:spPr>
          <a:xfrm>
            <a:off x="1148628" y="4848133"/>
            <a:ext cx="105732" cy="102843"/>
          </a:xfrm>
          <a:prstGeom prst="flowChartDecision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22" name="Google Shape;3522;p349"/>
          <p:cNvSpPr/>
          <p:nvPr/>
        </p:nvSpPr>
        <p:spPr>
          <a:xfrm>
            <a:off x="1687370" y="4873900"/>
            <a:ext cx="346200" cy="51300"/>
          </a:xfrm>
          <a:prstGeom prst="rect">
            <a:avLst/>
          </a:prstGeom>
          <a:solidFill>
            <a:srgbClr val="F1616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523" name="Google Shape;3523;p349"/>
          <p:cNvCxnSpPr/>
          <p:nvPr/>
        </p:nvCxnSpPr>
        <p:spPr>
          <a:xfrm>
            <a:off x="2444325" y="4895650"/>
            <a:ext cx="602400" cy="7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3524" name="Google Shape;3524;p349"/>
          <p:cNvSpPr/>
          <p:nvPr/>
        </p:nvSpPr>
        <p:spPr>
          <a:xfrm>
            <a:off x="3431263" y="4861400"/>
            <a:ext cx="602400" cy="513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25" name="Google Shape;3525;p349"/>
          <p:cNvSpPr/>
          <p:nvPr/>
        </p:nvSpPr>
        <p:spPr>
          <a:xfrm>
            <a:off x="4630963" y="4873900"/>
            <a:ext cx="602400" cy="51300"/>
          </a:xfrm>
          <a:prstGeom prst="rect">
            <a:avLst/>
          </a:prstGeom>
          <a:solidFill>
            <a:srgbClr val="874D8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26" name="Google Shape;3526;p349"/>
          <p:cNvSpPr/>
          <p:nvPr/>
        </p:nvSpPr>
        <p:spPr>
          <a:xfrm>
            <a:off x="6078763" y="4873900"/>
            <a:ext cx="602400" cy="5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27" name="Google Shape;3527;p349"/>
          <p:cNvSpPr txBox="1"/>
          <p:nvPr/>
        </p:nvSpPr>
        <p:spPr>
          <a:xfrm>
            <a:off x="6548650" y="3099450"/>
            <a:ext cx="223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5959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~35 Apps are on AlloyDB with new data model</a:t>
            </a:r>
            <a:endParaRPr b="1" sz="700">
              <a:solidFill>
                <a:srgbClr val="59595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28" name="Google Shape;3528;p349"/>
          <p:cNvSpPr/>
          <p:nvPr/>
        </p:nvSpPr>
        <p:spPr>
          <a:xfrm>
            <a:off x="6099050" y="3054550"/>
            <a:ext cx="1877400" cy="51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29" name="Google Shape;3529;p349"/>
          <p:cNvSpPr/>
          <p:nvPr/>
        </p:nvSpPr>
        <p:spPr>
          <a:xfrm>
            <a:off x="8205650" y="3435550"/>
            <a:ext cx="413400" cy="51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30" name="Google Shape;3530;p349"/>
          <p:cNvSpPr txBox="1"/>
          <p:nvPr/>
        </p:nvSpPr>
        <p:spPr>
          <a:xfrm>
            <a:off x="7809475" y="193050"/>
            <a:ext cx="1172400" cy="422100"/>
          </a:xfrm>
          <a:prstGeom prst="rect">
            <a:avLst/>
          </a:prstGeom>
          <a:solidFill>
            <a:srgbClr val="874D8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~18 month engagement</a:t>
            </a:r>
            <a:endParaRPr sz="10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31" name="Google Shape;3531;p349"/>
          <p:cNvSpPr txBox="1"/>
          <p:nvPr/>
        </p:nvSpPr>
        <p:spPr>
          <a:xfrm>
            <a:off x="6015250" y="2844800"/>
            <a:ext cx="223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59595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Parallel Run with Old model and new model</a:t>
            </a:r>
            <a:endParaRPr b="1" sz="700">
              <a:solidFill>
                <a:srgbClr val="59595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32" name="Google Shape;3532;p349"/>
          <p:cNvSpPr/>
          <p:nvPr/>
        </p:nvSpPr>
        <p:spPr>
          <a:xfrm>
            <a:off x="5886282" y="3357261"/>
            <a:ext cx="103059" cy="102843"/>
          </a:xfrm>
          <a:prstGeom prst="flowChartDecision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33" name="Google Shape;3533;p349"/>
          <p:cNvSpPr/>
          <p:nvPr/>
        </p:nvSpPr>
        <p:spPr>
          <a:xfrm>
            <a:off x="6191082" y="3357261"/>
            <a:ext cx="103059" cy="102843"/>
          </a:xfrm>
          <a:prstGeom prst="flowChartDecision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34" name="Google Shape;3534;p349"/>
          <p:cNvSpPr/>
          <p:nvPr/>
        </p:nvSpPr>
        <p:spPr>
          <a:xfrm>
            <a:off x="6419682" y="3357261"/>
            <a:ext cx="103059" cy="102843"/>
          </a:xfrm>
          <a:prstGeom prst="flowChartDecision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35" name="Google Shape;3535;p349"/>
          <p:cNvSpPr/>
          <p:nvPr/>
        </p:nvSpPr>
        <p:spPr>
          <a:xfrm>
            <a:off x="6724482" y="3357261"/>
            <a:ext cx="103059" cy="102843"/>
          </a:xfrm>
          <a:prstGeom prst="flowChartDecision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36" name="Google Shape;3536;p349"/>
          <p:cNvSpPr/>
          <p:nvPr/>
        </p:nvSpPr>
        <p:spPr>
          <a:xfrm>
            <a:off x="7181682" y="3357261"/>
            <a:ext cx="103059" cy="102843"/>
          </a:xfrm>
          <a:prstGeom prst="flowChartDecision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37" name="Google Shape;3537;p349"/>
          <p:cNvSpPr/>
          <p:nvPr/>
        </p:nvSpPr>
        <p:spPr>
          <a:xfrm>
            <a:off x="7410282" y="3357261"/>
            <a:ext cx="103059" cy="102843"/>
          </a:xfrm>
          <a:prstGeom prst="flowChartDecision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38" name="Google Shape;3538;p349"/>
          <p:cNvSpPr/>
          <p:nvPr/>
        </p:nvSpPr>
        <p:spPr>
          <a:xfrm>
            <a:off x="7791282" y="3357261"/>
            <a:ext cx="103059" cy="102843"/>
          </a:xfrm>
          <a:prstGeom prst="flowChartDecision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39" name="Google Shape;3539;p349"/>
          <p:cNvSpPr/>
          <p:nvPr/>
        </p:nvSpPr>
        <p:spPr>
          <a:xfrm>
            <a:off x="8096082" y="3357261"/>
            <a:ext cx="103059" cy="102843"/>
          </a:xfrm>
          <a:prstGeom prst="flowChartDecision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40" name="Google Shape;3540;p349"/>
          <p:cNvSpPr/>
          <p:nvPr/>
        </p:nvSpPr>
        <p:spPr>
          <a:xfrm>
            <a:off x="8434250" y="1999550"/>
            <a:ext cx="413400" cy="5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41" name="Google Shape;3541;p349"/>
          <p:cNvSpPr txBox="1"/>
          <p:nvPr/>
        </p:nvSpPr>
        <p:spPr>
          <a:xfrm>
            <a:off x="5220150" y="1364200"/>
            <a:ext cx="191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783F0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Retire Azure &amp; Informatica</a:t>
            </a:r>
            <a:endParaRPr sz="700">
              <a:solidFill>
                <a:srgbClr val="783F0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42" name="Google Shape;3542;p349"/>
          <p:cNvSpPr/>
          <p:nvPr/>
        </p:nvSpPr>
        <p:spPr>
          <a:xfrm>
            <a:off x="7755163" y="4873900"/>
            <a:ext cx="602400" cy="5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30496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43" name="Google Shape;3543;p349"/>
          <p:cNvSpPr/>
          <p:nvPr/>
        </p:nvSpPr>
        <p:spPr>
          <a:xfrm>
            <a:off x="5227350" y="1580500"/>
            <a:ext cx="704700" cy="5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44" name="Google Shape;3544;p349"/>
          <p:cNvSpPr txBox="1"/>
          <p:nvPr/>
        </p:nvSpPr>
        <p:spPr>
          <a:xfrm>
            <a:off x="8324675" y="2101875"/>
            <a:ext cx="191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783F0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Retire old EDW</a:t>
            </a:r>
            <a:endParaRPr sz="700">
              <a:solidFill>
                <a:srgbClr val="783F0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45" name="Google Shape;3545;p349"/>
          <p:cNvSpPr/>
          <p:nvPr/>
        </p:nvSpPr>
        <p:spPr>
          <a:xfrm>
            <a:off x="6953082" y="3357261"/>
            <a:ext cx="103059" cy="102843"/>
          </a:xfrm>
          <a:prstGeom prst="flowChartDecision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49" name="Shape 3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0" name="Google Shape;3550;p350"/>
          <p:cNvSpPr txBox="1"/>
          <p:nvPr>
            <p:ph type="title"/>
          </p:nvPr>
        </p:nvSpPr>
        <p:spPr>
          <a:xfrm>
            <a:off x="235500" y="16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WIP: Customer Efforts</a:t>
            </a:r>
            <a:endParaRPr b="0" sz="280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3551" name="Google Shape;3551;p350"/>
          <p:cNvGraphicFramePr/>
          <p:nvPr/>
        </p:nvGraphicFramePr>
        <p:xfrm>
          <a:off x="1182138" y="91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{613A0997-6323-4278-BD82-C2A74B1DFADB}</a:tableStyleId>
              </a:tblPr>
              <a:tblGrid>
                <a:gridCol w="2210225"/>
                <a:gridCol w="2870200"/>
                <a:gridCol w="1851450"/>
              </a:tblGrid>
              <a:tr h="2547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Migration </a:t>
                      </a:r>
                      <a:endParaRPr b="1" sz="900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Pricing ( USD)</a:t>
                      </a:r>
                      <a:endParaRPr b="1" sz="900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6262"/>
                    </a:solidFill>
                  </a:tcPr>
                </a:tc>
              </a:tr>
              <a:tr h="36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Azure to GCP Migration (Infra/App) + Security </a:t>
                      </a:r>
                      <a:endParaRPr b="1"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** Volumetrics are listed in </a:t>
                      </a:r>
                      <a:r>
                        <a:rPr lang="en" sz="900" u="sng">
                          <a:solidFill>
                            <a:schemeClr val="accent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  <a:hlinkClick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slide #9</a:t>
                      </a:r>
                      <a:endParaRPr sz="900">
                        <a:solidFill>
                          <a:schemeClr val="dk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$xxx,xxx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875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SQL Server / MySQL / PostgreSQL / ADF </a:t>
                      </a:r>
                      <a:endParaRPr b="1" sz="900">
                        <a:solidFill>
                          <a:schemeClr val="dk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** Volumetrics are listed in </a:t>
                      </a:r>
                      <a:r>
                        <a:rPr lang="en" sz="900" u="sng">
                          <a:solidFill>
                            <a:schemeClr val="hlink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  <a:hlinkClick/>
                        </a:rPr>
                        <a:t>slide #38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$xxx,xxx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0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Databricks 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(Migration - rehosting on GCP + ADF)</a:t>
                      </a:r>
                      <a:endParaRPr sz="900">
                        <a:solidFill>
                          <a:schemeClr val="dk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** Volumetrics and assumptions are listed in 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“Databricks” slide 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$xxx,xxx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00">
                        <a:solidFill>
                          <a:schemeClr val="dk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lus Jakarta Sans"/>
                        <a:buChar char="●"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Two SAP ECC Based environments</a:t>
                      </a:r>
                      <a:endParaRPr sz="900">
                        <a:solidFill>
                          <a:schemeClr val="dk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-2857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Plus Jakarta Sans"/>
                        <a:buChar char="●"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23 SAP Landscapes  / 58 SAP systems</a:t>
                      </a:r>
                      <a:endParaRPr b="1"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$xxx,xxx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7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Total Migration Budget </a:t>
                      </a:r>
                      <a:endParaRPr b="1" sz="900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$2,260,989 - $2,712,088</a:t>
                      </a:r>
                      <a:endParaRPr b="1" sz="900">
                        <a:solidFill>
                          <a:schemeClr val="lt1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547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Optional Component (Not in scope currently and not priced)</a:t>
                      </a:r>
                      <a:endParaRPr b="1" sz="900">
                        <a:solidFill>
                          <a:schemeClr val="dk2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hMerge="1"/>
                <a:tc hMerge="1"/>
              </a:tr>
              <a:tr h="2547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chemeClr val="dk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Cloud Managed Services</a:t>
                      </a:r>
                      <a:endParaRPr b="1" sz="900">
                        <a:solidFill>
                          <a:schemeClr val="dk2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Price can be provided Deep Dive Workshop on expected SLA, OLA and Service Catalog discussion</a:t>
                      </a:r>
                      <a:endParaRPr b="1" sz="900">
                        <a:solidFill>
                          <a:schemeClr val="dk2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163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Managed DataOps</a:t>
                      </a:r>
                      <a:endParaRPr b="1" sz="900">
                        <a:solidFill>
                          <a:schemeClr val="dk2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 hMerge="1"/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55" name="Shape 3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6" name="Google Shape;3556;p351"/>
          <p:cNvSpPr txBox="1"/>
          <p:nvPr>
            <p:ph type="title"/>
          </p:nvPr>
        </p:nvSpPr>
        <p:spPr>
          <a:xfrm>
            <a:off x="235500" y="16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Our Understanding</a:t>
            </a:r>
            <a:endParaRPr sz="2200"/>
          </a:p>
        </p:txBody>
      </p:sp>
      <p:graphicFrame>
        <p:nvGraphicFramePr>
          <p:cNvPr id="3557" name="Google Shape;3557;p351"/>
          <p:cNvGraphicFramePr/>
          <p:nvPr/>
        </p:nvGraphicFramePr>
        <p:xfrm>
          <a:off x="387900" y="927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{613A0997-6323-4278-BD82-C2A74B1DFADB}</a:tableStyleId>
              </a:tblPr>
              <a:tblGrid>
                <a:gridCol w="382850"/>
                <a:gridCol w="8139375"/>
              </a:tblGrid>
              <a:tr h="385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1</a:t>
                      </a:r>
                      <a:endParaRPr sz="900">
                        <a:solidFill>
                          <a:schemeClr val="lt1"/>
                        </a:solidFill>
                        <a:latin typeface="Plus Jakarta Sans Medium"/>
                        <a:ea typeface="Plus Jakarta Sans Medium"/>
                        <a:cs typeface="Plus Jakarta Sans Medium"/>
                        <a:sym typeface="Plus Jakarta Sans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12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Resource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2</a:t>
                      </a:r>
                      <a:endParaRPr sz="900">
                        <a:solidFill>
                          <a:schemeClr val="lt1"/>
                        </a:solidFill>
                        <a:latin typeface="Plus Jakarta Sans Medium"/>
                        <a:ea typeface="Plus Jakarta Sans Medium"/>
                        <a:cs typeface="Plus Jakarta Sans Medium"/>
                        <a:sym typeface="Plus Jakarta Sans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12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The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3</a:t>
                      </a:r>
                      <a:endParaRPr sz="900">
                        <a:solidFill>
                          <a:schemeClr val="lt1"/>
                        </a:solidFill>
                        <a:latin typeface="Plus Jakarta Sans Medium"/>
                        <a:ea typeface="Plus Jakarta Sans Medium"/>
                        <a:cs typeface="Plus Jakarta Sans Medium"/>
                        <a:sym typeface="Plus Jakarta Sans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12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AWS</a:t>
                      </a:r>
                      <a:endParaRPr sz="9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3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61" name="Shape 3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2" name="Google Shape;3562;p352"/>
          <p:cNvSpPr txBox="1"/>
          <p:nvPr>
            <p:ph type="title"/>
          </p:nvPr>
        </p:nvSpPr>
        <p:spPr>
          <a:xfrm>
            <a:off x="235500" y="16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WIP: Deliverables</a:t>
            </a:r>
            <a:endParaRPr/>
          </a:p>
        </p:txBody>
      </p:sp>
      <p:graphicFrame>
        <p:nvGraphicFramePr>
          <p:cNvPr id="3563" name="Google Shape;3563;p352"/>
          <p:cNvGraphicFramePr/>
          <p:nvPr/>
        </p:nvGraphicFramePr>
        <p:xfrm>
          <a:off x="1671588" y="1626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{613A0997-6323-4278-BD82-C2A74B1DFADB}</a:tableStyleId>
              </a:tblPr>
              <a:tblGrid>
                <a:gridCol w="419425"/>
                <a:gridCol w="5381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1</a:t>
                      </a:r>
                      <a:endParaRPr sz="1200">
                        <a:solidFill>
                          <a:schemeClr val="lt1"/>
                        </a:solidFill>
                        <a:latin typeface="Plus Jakarta Sans Medium"/>
                        <a:ea typeface="Plus Jakarta Sans Medium"/>
                        <a:cs typeface="Plus Jakarta Sans Medium"/>
                        <a:sym typeface="Plus Jakarta Sans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8F8F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8F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0212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Technical Design Document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8F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8F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2</a:t>
                      </a:r>
                      <a:endParaRPr sz="1200">
                        <a:solidFill>
                          <a:schemeClr val="lt1"/>
                        </a:solidFill>
                        <a:latin typeface="Plus Jakarta Sans Medium"/>
                        <a:ea typeface="Plus Jakarta Sans Medium"/>
                        <a:cs typeface="Plus Jakarta Sans Medium"/>
                        <a:sym typeface="Plus Jakarta Sans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8F8F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0212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CI/CD setup for foundation deployment and service provisioning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8F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3</a:t>
                      </a:r>
                      <a:endParaRPr sz="1200">
                        <a:solidFill>
                          <a:schemeClr val="lt1"/>
                        </a:solidFill>
                        <a:latin typeface="Plus Jakarta Sans Medium"/>
                        <a:ea typeface="Plus Jakarta Sans Medium"/>
                        <a:cs typeface="Plus Jakarta Sans Medium"/>
                        <a:sym typeface="Plus Jakarta Sans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8F8F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0212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Implementation of the cloud foundation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8F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4</a:t>
                      </a:r>
                      <a:endParaRPr sz="1200">
                        <a:solidFill>
                          <a:schemeClr val="lt1"/>
                        </a:solidFill>
                        <a:latin typeface="Plus Jakarta Sans Medium"/>
                        <a:ea typeface="Plus Jakarta Sans Medium"/>
                        <a:cs typeface="Plus Jakarta Sans Medium"/>
                        <a:sym typeface="Plus Jakarta Sans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8F8F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0212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Infrastructure as Code (IaC) for foundation deployment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8F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5</a:t>
                      </a:r>
                      <a:endParaRPr sz="1200">
                        <a:solidFill>
                          <a:schemeClr val="lt1"/>
                        </a:solidFill>
                        <a:latin typeface="Plus Jakarta Sans Medium"/>
                        <a:ea typeface="Plus Jakarta Sans Medium"/>
                        <a:cs typeface="Plus Jakarta Sans Medium"/>
                        <a:sym typeface="Plus Jakarta Sans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8F8F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0212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IaC code for deploying common GCP services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8F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67" name="Shape 3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8" name="Google Shape;3568;p353"/>
          <p:cNvSpPr txBox="1"/>
          <p:nvPr>
            <p:ph type="title"/>
          </p:nvPr>
        </p:nvSpPr>
        <p:spPr>
          <a:xfrm>
            <a:off x="235500" y="16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WIP: </a:t>
            </a:r>
            <a:r>
              <a:rPr b="0" lang="en" sz="2800">
                <a:solidFill>
                  <a:srgbClr val="202124"/>
                </a:solidFill>
                <a:latin typeface="Google Sans"/>
                <a:ea typeface="Google Sans"/>
                <a:cs typeface="Google Sans"/>
                <a:sym typeface="Google Sans"/>
              </a:rPr>
              <a:t>Customer Efforts</a:t>
            </a:r>
            <a:endParaRPr b="0" sz="280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3569" name="Google Shape;3569;p353"/>
          <p:cNvGraphicFramePr/>
          <p:nvPr/>
        </p:nvGraphicFramePr>
        <p:xfrm>
          <a:off x="1673352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{613A0997-6323-4278-BD82-C2A74B1DFADB}</a:tableStyleId>
              </a:tblPr>
              <a:tblGrid>
                <a:gridCol w="445975"/>
                <a:gridCol w="5351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1</a:t>
                      </a:r>
                      <a:endParaRPr sz="1200">
                        <a:solidFill>
                          <a:schemeClr val="lt1"/>
                        </a:solidFill>
                        <a:latin typeface="Plus Jakarta Sans Medium"/>
                        <a:ea typeface="Plus Jakarta Sans Medium"/>
                        <a:cs typeface="Plus Jakarta Sans Medium"/>
                        <a:sym typeface="Plus Jakarta Sans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8F8F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8F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0212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 to 4 hour daily workshops during the first two weeks</a:t>
                      </a:r>
                      <a:endParaRPr sz="1200">
                        <a:solidFill>
                          <a:srgbClr val="202124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8F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8F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2</a:t>
                      </a:r>
                      <a:endParaRPr sz="1200">
                        <a:solidFill>
                          <a:schemeClr val="lt1"/>
                        </a:solidFill>
                        <a:latin typeface="Plus Jakarta Sans Medium"/>
                        <a:ea typeface="Plus Jakarta Sans Medium"/>
                        <a:cs typeface="Plus Jakarta Sans Medium"/>
                        <a:sym typeface="Plus Jakarta Sans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8F8F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0212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1-hour workshops, twice a week, starting from week 3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8F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3</a:t>
                      </a:r>
                      <a:endParaRPr sz="1200">
                        <a:solidFill>
                          <a:schemeClr val="lt1"/>
                        </a:solidFill>
                        <a:latin typeface="Plus Jakarta Sans Medium"/>
                        <a:ea typeface="Plus Jakarta Sans Medium"/>
                        <a:cs typeface="Plus Jakarta Sans Medium"/>
                        <a:sym typeface="Plus Jakarta Sans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8F8F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0212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Hybrid connectivity design and implementation</a:t>
                      </a:r>
                      <a:endParaRPr sz="1200">
                        <a:solidFill>
                          <a:srgbClr val="202124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8F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4</a:t>
                      </a:r>
                      <a:endParaRPr sz="1200">
                        <a:solidFill>
                          <a:schemeClr val="lt1"/>
                        </a:solidFill>
                        <a:latin typeface="Plus Jakarta Sans Medium"/>
                        <a:ea typeface="Plus Jakarta Sans Medium"/>
                        <a:cs typeface="Plus Jakarta Sans Medium"/>
                        <a:sym typeface="Plus Jakarta Sans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8F8F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0212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Review of the Technical Design Document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8F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Plus Jakarta Sans Medium"/>
                          <a:ea typeface="Plus Jakarta Sans Medium"/>
                          <a:cs typeface="Plus Jakarta Sans Medium"/>
                          <a:sym typeface="Plus Jakarta Sans Medium"/>
                        </a:rPr>
                        <a:t>5</a:t>
                      </a:r>
                      <a:endParaRPr sz="1200">
                        <a:solidFill>
                          <a:schemeClr val="lt1"/>
                        </a:solidFill>
                        <a:latin typeface="Plus Jakarta Sans Medium"/>
                        <a:ea typeface="Plus Jakarta Sans Medium"/>
                        <a:cs typeface="Plus Jakarta Sans Medium"/>
                        <a:sym typeface="Plus Jakarta Sans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8F8F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0212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Final validation of the implementation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8F8F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8F8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46262"/>
      </a:accent1>
      <a:accent2>
        <a:srgbClr val="30496D"/>
      </a:accent2>
      <a:accent3>
        <a:srgbClr val="874D83"/>
      </a:accent3>
      <a:accent4>
        <a:srgbClr val="2795A4"/>
      </a:accent4>
      <a:accent5>
        <a:srgbClr val="FEED7D"/>
      </a:accent5>
      <a:accent6>
        <a:srgbClr val="A52959"/>
      </a:accent6>
      <a:hlink>
        <a:srgbClr val="094C6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